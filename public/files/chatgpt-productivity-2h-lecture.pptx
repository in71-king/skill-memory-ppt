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999b26e5af4314" /><Relationship Type="http://schemas.openxmlformats.org/officeDocument/2006/relationships/extended-properties" Target="/docProps/app.xml" Id="R4df6826a599b406a" /><Relationship Type="http://schemas.openxmlformats.org/officeDocument/2006/relationships/officeDocument" Target="/ppt/presentation.xml" Id="R5aef5ac3938b4739" /></Relationships>
</file>

<file path=ppt/presentation.xml><?xml version="1.0" encoding="utf-8"?>
<p:presentation xmlns:p="http://schemas.openxmlformats.org/presentationml/2006/main">
  <p:sldMasterIdLst>
    <p:sldMasterId xmlns:r="http://schemas.openxmlformats.org/officeDocument/2006/relationships" id="2147483648" r:id="R80bb37fb8db845b6"/>
  </p:sldMasterIdLst>
  <p:notesMasterIdLst>
    <p:notesMasterId xmlns:r="http://schemas.openxmlformats.org/officeDocument/2006/relationships" r:id="Re8ad5f1ab56546d9"/>
  </p:notesMasterIdLst>
  <p:sldIdLst>
    <p:sldId xmlns:r="http://schemas.openxmlformats.org/officeDocument/2006/relationships" id="256" r:id="Rbbfc47cdd76749bc"/>
    <p:sldId xmlns:r="http://schemas.openxmlformats.org/officeDocument/2006/relationships" id="257" r:id="R286aefa1a28b42d7"/>
    <p:sldId xmlns:r="http://schemas.openxmlformats.org/officeDocument/2006/relationships" id="258" r:id="R98e8df8adb604f9f"/>
    <p:sldId xmlns:r="http://schemas.openxmlformats.org/officeDocument/2006/relationships" id="259" r:id="R30a9a9bffdef4abe"/>
    <p:sldId xmlns:r="http://schemas.openxmlformats.org/officeDocument/2006/relationships" id="260" r:id="R7c7a37ec0db446c1"/>
    <p:sldId xmlns:r="http://schemas.openxmlformats.org/officeDocument/2006/relationships" id="261" r:id="R8fc3ed009111498d"/>
    <p:sldId xmlns:r="http://schemas.openxmlformats.org/officeDocument/2006/relationships" id="262" r:id="Red3376c6f2b443a8"/>
    <p:sldId xmlns:r="http://schemas.openxmlformats.org/officeDocument/2006/relationships" id="263" r:id="R6acdf745b8c0428e"/>
    <p:sldId xmlns:r="http://schemas.openxmlformats.org/officeDocument/2006/relationships" id="264" r:id="R50fd259230874bbf"/>
    <p:sldId xmlns:r="http://schemas.openxmlformats.org/officeDocument/2006/relationships" id="265" r:id="R37ed34bbce0c4745"/>
    <p:sldId xmlns:r="http://schemas.openxmlformats.org/officeDocument/2006/relationships" id="266" r:id="R64a0d97b31c34142"/>
    <p:sldId xmlns:r="http://schemas.openxmlformats.org/officeDocument/2006/relationships" id="267" r:id="Rc2492761cd5443b7"/>
    <p:sldId xmlns:r="http://schemas.openxmlformats.org/officeDocument/2006/relationships" id="268" r:id="R1121f61d01874573"/>
    <p:sldId xmlns:r="http://schemas.openxmlformats.org/officeDocument/2006/relationships" id="269" r:id="R6c51e1df4e3547a8"/>
    <p:sldId xmlns:r="http://schemas.openxmlformats.org/officeDocument/2006/relationships" id="270" r:id="R440a0bb2e6934c1d"/>
    <p:sldId xmlns:r="http://schemas.openxmlformats.org/officeDocument/2006/relationships" id="271" r:id="Rbdbb9c2a6c744533"/>
    <p:sldId xmlns:r="http://schemas.openxmlformats.org/officeDocument/2006/relationships" id="272" r:id="Rd7655f5c76ff48a7"/>
    <p:sldId xmlns:r="http://schemas.openxmlformats.org/officeDocument/2006/relationships" id="273" r:id="R2192f542803d4d19"/>
    <p:sldId xmlns:r="http://schemas.openxmlformats.org/officeDocument/2006/relationships" id="274" r:id="R2be3f120154841cc"/>
    <p:sldId xmlns:r="http://schemas.openxmlformats.org/officeDocument/2006/relationships" id="275" r:id="R8fc9c9c1b75a46be"/>
    <p:sldId xmlns:r="http://schemas.openxmlformats.org/officeDocument/2006/relationships" id="276" r:id="R6ece21652d6a4a96"/>
    <p:sldId xmlns:r="http://schemas.openxmlformats.org/officeDocument/2006/relationships" id="277" r:id="Re4b399d635534978"/>
    <p:sldId xmlns:r="http://schemas.openxmlformats.org/officeDocument/2006/relationships" id="278" r:id="R41e42f35bf0f49bc"/>
    <p:sldId xmlns:r="http://schemas.openxmlformats.org/officeDocument/2006/relationships" id="279" r:id="R94669ea8bc354ee5"/>
    <p:sldId xmlns:r="http://schemas.openxmlformats.org/officeDocument/2006/relationships" id="280" r:id="R9dafcb1a18fa40b2"/>
    <p:sldId xmlns:r="http://schemas.openxmlformats.org/officeDocument/2006/relationships" id="281" r:id="R61bd11cd283a456e"/>
    <p:sldId xmlns:r="http://schemas.openxmlformats.org/officeDocument/2006/relationships" id="282" r:id="R271e0452cc7644e1"/>
    <p:sldId xmlns:r="http://schemas.openxmlformats.org/officeDocument/2006/relationships" id="283" r:id="R91a52b8e3d5744c1"/>
    <p:sldId xmlns:r="http://schemas.openxmlformats.org/officeDocument/2006/relationships" id="284" r:id="Rffd98a9679e149a1"/>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c5b64252b6d4ffd" /><Relationship Type="http://schemas.openxmlformats.org/officeDocument/2006/relationships/slideMaster" Target="/ppt/slideMasters/slideMaster1.xml" Id="R80bb37fb8db845b6" /><Relationship Type="http://schemas.openxmlformats.org/officeDocument/2006/relationships/notesMaster" Target="/ppt/notesMasters/notesMaster1.xml" Id="Re8ad5f1ab56546d9" /><Relationship Type="http://schemas.openxmlformats.org/officeDocument/2006/relationships/presProps" Target="/ppt/presProps.xml" Id="R2cf6b15f4d57450f" /><Relationship Type="http://schemas.openxmlformats.org/officeDocument/2006/relationships/viewProps" Target="/ppt/viewProps.xml" Id="R10e210bcc82241d0" /><Relationship Type="http://schemas.openxmlformats.org/officeDocument/2006/relationships/tableStyles" Target="/ppt/tableStyles.xml" Id="Rd0e47c2d3758412d" /><Relationship Type="http://schemas.openxmlformats.org/officeDocument/2006/relationships/slide" Target="/ppt/slides/slide1.xml" Id="Rbbfc47cdd76749bc" /><Relationship Type="http://schemas.openxmlformats.org/officeDocument/2006/relationships/slide" Target="/ppt/slides/slide2.xml" Id="R286aefa1a28b42d7" /><Relationship Type="http://schemas.openxmlformats.org/officeDocument/2006/relationships/slide" Target="/ppt/slides/slide3.xml" Id="R98e8df8adb604f9f" /><Relationship Type="http://schemas.openxmlformats.org/officeDocument/2006/relationships/slide" Target="/ppt/slides/slide4.xml" Id="R30a9a9bffdef4abe" /><Relationship Type="http://schemas.openxmlformats.org/officeDocument/2006/relationships/slide" Target="/ppt/slides/slide5.xml" Id="R7c7a37ec0db446c1" /><Relationship Type="http://schemas.openxmlformats.org/officeDocument/2006/relationships/slide" Target="/ppt/slides/slide6.xml" Id="R8fc3ed009111498d" /><Relationship Type="http://schemas.openxmlformats.org/officeDocument/2006/relationships/slide" Target="/ppt/slides/slide7.xml" Id="Red3376c6f2b443a8" /><Relationship Type="http://schemas.openxmlformats.org/officeDocument/2006/relationships/slide" Target="/ppt/slides/slide8.xml" Id="R6acdf745b8c0428e" /><Relationship Type="http://schemas.openxmlformats.org/officeDocument/2006/relationships/slide" Target="/ppt/slides/slide9.xml" Id="R50fd259230874bbf" /><Relationship Type="http://schemas.openxmlformats.org/officeDocument/2006/relationships/slide" Target="/ppt/slides/slide10.xml" Id="R37ed34bbce0c4745" /><Relationship Type="http://schemas.openxmlformats.org/officeDocument/2006/relationships/slide" Target="/ppt/slides/slide11.xml" Id="R64a0d97b31c34142" /><Relationship Type="http://schemas.openxmlformats.org/officeDocument/2006/relationships/slide" Target="/ppt/slides/slide12.xml" Id="Rc2492761cd5443b7" /><Relationship Type="http://schemas.openxmlformats.org/officeDocument/2006/relationships/slide" Target="/ppt/slides/slide13.xml" Id="R1121f61d01874573" /><Relationship Type="http://schemas.openxmlformats.org/officeDocument/2006/relationships/slide" Target="/ppt/slides/slide14.xml" Id="R6c51e1df4e3547a8" /><Relationship Type="http://schemas.openxmlformats.org/officeDocument/2006/relationships/slide" Target="/ppt/slides/slide15.xml" Id="R440a0bb2e6934c1d" /><Relationship Type="http://schemas.openxmlformats.org/officeDocument/2006/relationships/slide" Target="/ppt/slides/slide16.xml" Id="Rbdbb9c2a6c744533" /><Relationship Type="http://schemas.openxmlformats.org/officeDocument/2006/relationships/slide" Target="/ppt/slides/slide17.xml" Id="Rd7655f5c76ff48a7" /><Relationship Type="http://schemas.openxmlformats.org/officeDocument/2006/relationships/slide" Target="/ppt/slides/slide18.xml" Id="R2192f542803d4d19" /><Relationship Type="http://schemas.openxmlformats.org/officeDocument/2006/relationships/slide" Target="/ppt/slides/slide19.xml" Id="R2be3f120154841cc" /><Relationship Type="http://schemas.openxmlformats.org/officeDocument/2006/relationships/slide" Target="/ppt/slides/slide20.xml" Id="R8fc9c9c1b75a46be" /><Relationship Type="http://schemas.openxmlformats.org/officeDocument/2006/relationships/slide" Target="/ppt/slides/slide21.xml" Id="R6ece21652d6a4a96" /><Relationship Type="http://schemas.openxmlformats.org/officeDocument/2006/relationships/slide" Target="/ppt/slides/slide22.xml" Id="Re4b399d635534978" /><Relationship Type="http://schemas.openxmlformats.org/officeDocument/2006/relationships/slide" Target="/ppt/slides/slide23.xml" Id="R41e42f35bf0f49bc" /><Relationship Type="http://schemas.openxmlformats.org/officeDocument/2006/relationships/slide" Target="/ppt/slides/slide24.xml" Id="R94669ea8bc354ee5" /><Relationship Type="http://schemas.openxmlformats.org/officeDocument/2006/relationships/slide" Target="/ppt/slides/slide25.xml" Id="R9dafcb1a18fa40b2" /><Relationship Type="http://schemas.openxmlformats.org/officeDocument/2006/relationships/slide" Target="/ppt/slides/slide26.xml" Id="R61bd11cd283a456e" /><Relationship Type="http://schemas.openxmlformats.org/officeDocument/2006/relationships/slide" Target="/ppt/slides/slide27.xml" Id="R271e0452cc7644e1" /><Relationship Type="http://schemas.openxmlformats.org/officeDocument/2006/relationships/slide" Target="/ppt/slides/slide28.xml" Id="R91a52b8e3d5744c1" /><Relationship Type="http://schemas.openxmlformats.org/officeDocument/2006/relationships/slide" Target="/ppt/slides/slide29.xml" Id="Rffd98a9679e149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8047a5295645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3737f4143144f2" /><Relationship Type="http://schemas.openxmlformats.org/officeDocument/2006/relationships/notesMaster" Target="/ppt/notesMasters/notesMaster1.xml" Id="R04218c5c64344d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f47aa589324a0b" /><Relationship Type="http://schemas.openxmlformats.org/officeDocument/2006/relationships/notesMaster" Target="/ppt/notesMasters/notesMaster1.xml" Id="R2afa3a8a72744f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2287c0315941ad" /><Relationship Type="http://schemas.openxmlformats.org/officeDocument/2006/relationships/notesMaster" Target="/ppt/notesMasters/notesMaster1.xml" Id="R51e68c20bc3a40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fb7ba4bdae44fa" /><Relationship Type="http://schemas.openxmlformats.org/officeDocument/2006/relationships/notesMaster" Target="/ppt/notesMasters/notesMaster1.xml" Id="R9530abc43c4644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5a6dafa99a4b47" /><Relationship Type="http://schemas.openxmlformats.org/officeDocument/2006/relationships/notesMaster" Target="/ppt/notesMasters/notesMaster1.xml" Id="R83c50f08f9ab43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096bd7505a4e31" /><Relationship Type="http://schemas.openxmlformats.org/officeDocument/2006/relationships/notesMaster" Target="/ppt/notesMasters/notesMaster1.xml" Id="Rfaf9ced7f3b74d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21e2d06d104d2d" /><Relationship Type="http://schemas.openxmlformats.org/officeDocument/2006/relationships/notesMaster" Target="/ppt/notesMasters/notesMaster1.xml" Id="R69004b25b71c4d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62015ddc4a48e3" /><Relationship Type="http://schemas.openxmlformats.org/officeDocument/2006/relationships/notesMaster" Target="/ppt/notesMasters/notesMaster1.xml" Id="Rc41e238cd80b4c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715cc315914563" /><Relationship Type="http://schemas.openxmlformats.org/officeDocument/2006/relationships/notesMaster" Target="/ppt/notesMasters/notesMaster1.xml" Id="Rc5a4f524a66341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b69bdf14924018" /><Relationship Type="http://schemas.openxmlformats.org/officeDocument/2006/relationships/notesMaster" Target="/ppt/notesMasters/notesMaster1.xml" Id="R50a450cab62348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c0d6f55227481a" /><Relationship Type="http://schemas.openxmlformats.org/officeDocument/2006/relationships/notesMaster" Target="/ppt/notesMasters/notesMaster1.xml" Id="R2c27a208b31645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b3c36e3fae4608" /><Relationship Type="http://schemas.openxmlformats.org/officeDocument/2006/relationships/notesMaster" Target="/ppt/notesMasters/notesMaster1.xml" Id="R9843522694cd4f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0d726043054b20" /><Relationship Type="http://schemas.openxmlformats.org/officeDocument/2006/relationships/notesMaster" Target="/ppt/notesMasters/notesMaster1.xml" Id="Rce7db804ba4c45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1053eb748b48a2" /><Relationship Type="http://schemas.openxmlformats.org/officeDocument/2006/relationships/notesMaster" Target="/ppt/notesMasters/notesMaster1.xml" Id="R0fceabd3efb24a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45ab531a474fb8" /><Relationship Type="http://schemas.openxmlformats.org/officeDocument/2006/relationships/notesMaster" Target="/ppt/notesMasters/notesMaster1.xml" Id="R2a67dea12aae48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f1b85d0f054659" /><Relationship Type="http://schemas.openxmlformats.org/officeDocument/2006/relationships/notesMaster" Target="/ppt/notesMasters/notesMaster1.xml" Id="R26c7b6ad823f4e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ef4a9137cf4899" /><Relationship Type="http://schemas.openxmlformats.org/officeDocument/2006/relationships/notesMaster" Target="/ppt/notesMasters/notesMaster1.xml" Id="R9858c0b946834f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32c1bd3a474f35" /><Relationship Type="http://schemas.openxmlformats.org/officeDocument/2006/relationships/notesMaster" Target="/ppt/notesMasters/notesMaster1.xml" Id="Rf8ff27fbfbc5474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e85cf9c180452e" /><Relationship Type="http://schemas.openxmlformats.org/officeDocument/2006/relationships/notesMaster" Target="/ppt/notesMasters/notesMaster1.xml" Id="R25f7c80fde2743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ad4d7cb2ec4401" /><Relationship Type="http://schemas.openxmlformats.org/officeDocument/2006/relationships/notesMaster" Target="/ppt/notesMasters/notesMaster1.xml" Id="Re14fdbeed4014f1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30ccf4738c4f30" /><Relationship Type="http://schemas.openxmlformats.org/officeDocument/2006/relationships/notesMaster" Target="/ppt/notesMasters/notesMaster1.xml" Id="R089359fee7144f1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b6dab1fe334464" /><Relationship Type="http://schemas.openxmlformats.org/officeDocument/2006/relationships/notesMaster" Target="/ppt/notesMasters/notesMaster1.xml" Id="Rf338393f060840a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823fe7f04a34268" /><Relationship Type="http://schemas.openxmlformats.org/officeDocument/2006/relationships/notesMaster" Target="/ppt/notesMasters/notesMaster1.xml" Id="R61b0b19baff14d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eace7e8ec344ec8" /><Relationship Type="http://schemas.openxmlformats.org/officeDocument/2006/relationships/notesMaster" Target="/ppt/notesMasters/notesMaster1.xml" Id="Ref86c89d3e4845b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52edd40c6df4a88" /><Relationship Type="http://schemas.openxmlformats.org/officeDocument/2006/relationships/notesMaster" Target="/ppt/notesMasters/notesMaster1.xml" Id="Rff9fae15e2994d2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b92893a7f84de2" /><Relationship Type="http://schemas.openxmlformats.org/officeDocument/2006/relationships/notesMaster" Target="/ppt/notesMasters/notesMaster1.xml" Id="Rb2c84bcb70bd484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e2c6a1bdaaa472c" /><Relationship Type="http://schemas.openxmlformats.org/officeDocument/2006/relationships/notesMaster" Target="/ppt/notesMasters/notesMaster1.xml" Id="Rf1388805c30b44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79dd65a1ce04817" /><Relationship Type="http://schemas.openxmlformats.org/officeDocument/2006/relationships/notesMaster" Target="/ppt/notesMasters/notesMaster1.xml" Id="Rb0a6c2d7e4c046c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5e4e6648278463b" /><Relationship Type="http://schemas.openxmlformats.org/officeDocument/2006/relationships/notesMaster" Target="/ppt/notesMasters/notesMaster1.xml" Id="R456fd5ed28a04e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전체 / Corporate Template L1</a:t>
            </a:r>
          </a:p>
          <a:p xmlns:a="http://schemas.openxmlformats.org/drawingml/2006/main">
            <a:r>
              <a:t>[Script]</a:t>
            </a:r>
          </a:p>
          <a:p xmlns:a="http://schemas.openxmlformats.org/drawingml/2006/main">
            <a:r>
              <a:t>오늘은 ChatGPT의 메뉴를 하나씩 외우는 시간이 아닙니다. 무료 기능으로 반복 업무의 맥락을 설계하고, 유료 기능이 실제 산출물을 어떻게 완성하는지 두 시간 동안 직접 확인하겠습니다.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pp.1-2, 10-14</a:t>
            </a:r>
          </a:p>
          <a:p xmlns:a="http://schemas.openxmlformats.org/drawingml/2006/main">
            <a:r>
              <a:t>[Script]</a:t>
            </a:r>
          </a:p>
          <a:p xmlns:a="http://schemas.openxmlformats.org/drawingml/2006/main">
            <a:r>
              <a:t>오늘 기억할 내용은 다섯 가지입니다. 무료 사용자는 Projects와 Library로 시작할 수 있고, 이후에는 Context, Workflow, Agent, Outcome이라는 흐름으로 기능을 이해하면 됩니다. 마지막으로 기능상 가능하다는 사실과 회사에서 사용해도 된다는 판단은 반드시 분리하겠습니다.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p.11</a:t>
            </a:r>
          </a:p>
          <a:p xmlns:a="http://schemas.openxmlformats.org/drawingml/2006/main">
            <a:r>
              <a:t>[Script]</a:t>
            </a:r>
          </a:p>
          <a:p xmlns:a="http://schemas.openxmlformats.org/drawingml/2006/main">
            <a:r>
              <a:t>강의는 네 구간으로 진행합니다. 먼저 ChatGPT가 어떻게 확장됐는지 보고, Projects와 Library를 직접 실습합니다. 이후 Tasks, Skills, Work, Sites의 차이를 Demo로 확인하고 Gemini·Claude 대응 기능과 기업 보안 원칙으로 마무리합니다.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pp.2-3</a:t>
            </a:r>
          </a:p>
          <a:p xmlns:a="http://schemas.openxmlformats.org/drawingml/2006/main">
            <a:r>
              <a:t>[Script]</a:t>
            </a:r>
          </a:p>
          <a:p xmlns:a="http://schemas.openxmlformats.org/drawingml/2006/main">
            <a:r>
              <a:t>일반 Chat은 빠른 질문에는 좋지만 반복 업무에서는 배경자료와 규칙을 계속 다시 입력하게 됩니다. 생산성을 높이는 핵심은 한 번의 멋진 Prompt보다, 맥락과 업무 방식을 재사용하도록 구조를 바꾸는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pp.1-3</a:t>
            </a:r>
          </a:p>
          <a:p xmlns:a="http://schemas.openxmlformats.org/drawingml/2006/main">
            <a:r>
              <a:t>[Script]</a:t>
            </a:r>
          </a:p>
          <a:p xmlns:a="http://schemas.openxmlformats.org/drawingml/2006/main">
            <a:r>
              <a:t>기능을 제품 메뉴가 아니라 업무 단계로 보겠습니다. 질문은 Chat, 맥락은 Projects, 방법은 Skills, 외부 도구는 Apps, 실행 시점은 Tasks, 완성 업무는 Work, 배포되는 결과는 Sites가 담당합니다. 이 배열은 교육용 프레임이며 공식 제품 종속관계는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pp.1, 7, 11-13</a:t>
            </a:r>
          </a:p>
          <a:p xmlns:a="http://schemas.openxmlformats.org/drawingml/2006/main">
            <a:r>
              <a:t>[Script]</a:t>
            </a:r>
          </a:p>
          <a:p xmlns:a="http://schemas.openxmlformats.org/drawingml/2006/main">
            <a:r>
              <a:t>무료와 Plus의 차이를 지나치게 복잡하게 외울 필요는 없습니다. 오늘 Free 사용자가 직접 해볼 핵심은 Projects와 Library입니다. Plus의 대표 가치는 예약 실행, 웹 기반 Work, Sites처럼 자동화와 완성 산출물 영역에 있습니다. Skills는 공식 문서 표기가 충돌하므로 강사 계정에서 사전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p.3 / OpenAI Projects Help</a:t>
            </a:r>
          </a:p>
          <a:p xmlns:a="http://schemas.openxmlformats.org/drawingml/2006/main">
            <a:r>
              <a:t>[Script]</a:t>
            </a:r>
          </a:p>
          <a:p xmlns:a="http://schemas.openxmlformats.org/drawingml/2006/main">
            <a:r>
              <a:t>Project는 관련 Chat, 참고 파일, 공통 지침을 한 공간에 묶습니다. 새로운 Chat을 열더라도 같은 업무의 자료와 작성 규칙을 다시 사용할 수 있다는 점이 핵심입니다. Chat을 회의 한 번이라고 보면 Project는 지속되는 프로젝트 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pp.3, 8-9</a:t>
            </a:r>
          </a:p>
          <a:p xmlns:a="http://schemas.openxmlformats.org/drawingml/2006/main">
            <a:r>
              <a:t>[Script]</a:t>
            </a:r>
          </a:p>
          <a:p xmlns:a="http://schemas.openxmlformats.org/drawingml/2006/main">
            <a:r>
              <a:t>일반 Chat과 Project의 차이는 답변 품질보다 재사용 구조에서 드러납니다. 일반 Chat에서는 파일, 규칙, 배경을 매번 다시 넣지만 Project에서는 공통 Context를 유지하고 새로운 질문만 바꿀 수 있습니다. Free 실습에서는 전체 과거 대화 기억이 아니라 파일과 Instructions 재사용에 초점을 맞춥니다.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p.10 / 강사 사례 재구성</a:t>
            </a:r>
          </a:p>
          <a:p xmlns:a="http://schemas.openxmlformats.org/drawingml/2006/main">
            <a:r>
              <a:t>[Script]</a:t>
            </a:r>
          </a:p>
          <a:p xmlns:a="http://schemas.openxmlformats.org/drawingml/2006/main">
            <a:r>
              <a:t>Laser Trim처럼 한 기술 주제를 장기간 다루는 경우 Project가 특히 유용합니다. 선행기술, 가설, 실험 결과, 다음 판단이 서로 연결되기 때문입니다. 한 번의 정답을 얻는 것이 아니라 의사결정의 연속성을 만드는 용도로 이해하면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pp.8-9</a:t>
            </a:r>
          </a:p>
          <a:p xmlns:a="http://schemas.openxmlformats.org/drawingml/2006/main">
            <a:r>
              <a:t>[Script]</a:t>
            </a:r>
          </a:p>
          <a:p xmlns:a="http://schemas.openxmlformats.org/drawingml/2006/main">
            <a:r>
              <a:t>이제 가상 품질개선 Project를 만듭니다. 실제 회사 자료는 사용하지 않고 제공된 synthetic 파일만 사용합니다. 목표는 답변 자체가 아니라 파일과 작성 규칙을 한 번 설정한 뒤 새 Chat에서 재사용되는지 확인하는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pp.8-9</a:t>
            </a:r>
          </a:p>
          <a:p xmlns:a="http://schemas.openxmlformats.org/drawingml/2006/main">
            <a:r>
              <a:t>[Script]</a:t>
            </a:r>
          </a:p>
          <a:p xmlns:a="http://schemas.openxmlformats.org/drawingml/2006/main">
            <a:r>
              <a:t>먼저 새 Project를 만들고 quality_issue.md를 업로드합니다. 오른쪽의 Project Instructions를 그대로 복사해 입력하십시오. 설정 후 첫 Chat에서 우선 검증할 가설 세 개와 우선순위를 요청합니다. 인과관계를 단정하지 않는지 함께 확인하십시오.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p.9</a:t>
            </a:r>
          </a:p>
          <a:p xmlns:a="http://schemas.openxmlformats.org/drawingml/2006/main">
            <a:r>
              <a:t>[Script]</a:t>
            </a:r>
          </a:p>
          <a:p xmlns:a="http://schemas.openxmlformats.org/drawingml/2006/main">
            <a:r>
              <a:t>같은 Project 안에서 새 Chat을 엽니다. 이번에는 파일도 올리지 않고 작성 순서도 다시 적지 않습니다. 팀장에게 1분 안에 설명할 문장을 요청하고, 앞서 설정한 결론·근거·모르는 것·다음 Action 구조가 유지되는지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p.9</a:t>
            </a:r>
          </a:p>
          <a:p xmlns:a="http://schemas.openxmlformats.org/drawingml/2006/main">
            <a:r>
              <a:t>[Script]</a:t>
            </a:r>
          </a:p>
          <a:p xmlns:a="http://schemas.openxmlformats.org/drawingml/2006/main">
            <a:r>
              <a:t>실습의 성공 기준은 과거 답변을 한 글자까지 기억하는 것이 아닙니다. 두 번째 Chat에서 파일과 형식 규칙을 재입력하지 않았다는 사실이 중요합니다. 바뀐 것은 독자와 목적뿐이고, 공통 Context는 Project가 담당했습니다.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pp.3-4, 9-10 / OpenAI Library Help</a:t>
            </a:r>
          </a:p>
          <a:p xmlns:a="http://schemas.openxmlformats.org/drawingml/2006/main">
            <a:r>
              <a:t>[Script]</a:t>
            </a:r>
          </a:p>
          <a:p xmlns:a="http://schemas.openxmlformats.org/drawingml/2006/main">
            <a:r>
              <a:t>Library는 ChatGPT에서 업로드하거나 생성한 파일을 나중에 찾아 다시 쓰는 파일 자산 허브입니다. 일반 클라우드 드라이브와 동일하다고 설명하기보다는 ChatGPT 작업에서 사용한 파일을 재사용하는 공간이라고 이해하는 편이 정확합니다.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pp.9-10</a:t>
            </a:r>
          </a:p>
          <a:p xmlns:a="http://schemas.openxmlformats.org/drawingml/2006/main">
            <a:r>
              <a:t>[Script]</a:t>
            </a:r>
          </a:p>
          <a:p xmlns:a="http://schemas.openxmlformats.org/drawingml/2006/main">
            <a:r>
              <a:t>앞 실습의 파일을 Library에서 선택해 새 일반 Chat에 붙입니다. 이번에는 품질팀이 아니라 경영진이 읽는다고 가정해 다섯 문장 Executive Summary로 바꿉니다. 데이터는 같지만 목적과 독자가 바뀌면서 출력이 달라지는 것을 확인하십시오.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pp.3-4 / OpenAI Plugins Help</a:t>
            </a:r>
          </a:p>
          <a:p xmlns:a="http://schemas.openxmlformats.org/drawingml/2006/main">
            <a:r>
              <a:t>[Script]</a:t>
            </a:r>
          </a:p>
          <a:p xmlns:a="http://schemas.openxmlformats.org/drawingml/2006/main">
            <a:r>
              <a:t>현재 Plugin은 Skill, App, App Template을 묶을 수 있는 확장 단위입니다. Skill은 방법, App은 외부 데이터와 행동, App Template은 특정 workflow의 시작 구조를 담당합니다. 회사 환경에서는 실제 Gmail이나 Drive를 연결하지 않고 구조만 이해하겠습니다.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p.4 / OpenAI Scheduled Tasks Help</a:t>
            </a:r>
          </a:p>
          <a:p xmlns:a="http://schemas.openxmlformats.org/drawingml/2006/main">
            <a:r>
              <a:t>[Script]</a:t>
            </a:r>
          </a:p>
          <a:p xmlns:a="http://schemas.openxmlformats.org/drawingml/2006/main">
            <a:r>
              <a:t>Scheduled Tasks는 세 가지로 이해하면 쉽습니다. Reminder는 한 번, Recurring은 반복, Monitoring은 의미 있는 변화가 있을 때 알려줍니다. Plus 이상 기능이며 active task 수와 실행 빈도에 제한이 있다는 점도 함께 기억하십시오.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pp.4-5, 12-13 / OpenAI Skills Help</a:t>
            </a:r>
          </a:p>
          <a:p xmlns:a="http://schemas.openxmlformats.org/drawingml/2006/main">
            <a:r>
              <a:t>[Script]</a:t>
            </a:r>
          </a:p>
          <a:p xmlns:a="http://schemas.openxmlformats.org/drawingml/2006/main">
            <a:r>
              <a:t>Skills는 특정 일을 수행하는 지침, 예시, 코드와 자료를 재사용 가능한 workflow로 묶습니다. Corporate PPT Skill은 제목, Summary, 레이아웃, 발표자 노트, QA를 반복하는 좋은 예입니다. 다만 개인 Free와 Plus 가용성은 공식 Pricing과 Help 문서가 충돌하므로 실제 계정 UI를 확인한 뒤 시연해야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pp.2-5</a:t>
            </a:r>
          </a:p>
          <a:p xmlns:a="http://schemas.openxmlformats.org/drawingml/2006/main">
            <a:r>
              <a:t>[Script]</a:t>
            </a:r>
          </a:p>
          <a:p xmlns:a="http://schemas.openxmlformats.org/drawingml/2006/main">
            <a:r>
              <a:t>여기까지 기능을 네 질문으로 정리할 수 있습니다. 무엇을 알고 있어야 하는가는 Projects, 어떤 도구를 쓸 것인가는 Apps, 언제 실행할 것인가는 Tasks, 어떤 방식으로 처리할 것인가는 Skills입니다. 이 네 조건이 갖춰지면 다음 단계인 Agent 업무로 넘어갈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p.5 / OpenAI Work Help</a:t>
            </a:r>
          </a:p>
          <a:p xmlns:a="http://schemas.openxmlformats.org/drawingml/2006/main">
            <a:r>
              <a:t>[Script]</a:t>
            </a:r>
          </a:p>
          <a:p xmlns:a="http://schemas.openxmlformats.org/drawingml/2006/main">
            <a:r>
              <a:t>일반 Chat에서는 사용자가 다음 Prompt와 다음 단계를 계속 설계합니다. Work에서는 목표, 자료, 제약조건, 품질기준을 먼저 주고 AI가 여러 단계를 수행하도록 맡깁니다. 사용자의 역할은 단계 지시자에서 결과 검토자로 이동합니다.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pp.5, 10-11</a:t>
            </a:r>
          </a:p>
          <a:p xmlns:a="http://schemas.openxmlformats.org/drawingml/2006/main">
            <a:r>
              <a:t>[Script]</a:t>
            </a:r>
          </a:p>
          <a:p xmlns:a="http://schemas.openxmlformats.org/drawingml/2006/main">
            <a:r>
              <a:t>Demo에서는 공개 논문 PDF를 입력합니다. Work가 핵심 주장을 분석하고 최신 공개자료로 배경을 보완한 뒤, 기술팀 발표 구조와 PPT를 만들고 마지막으로 사실·출처·수치·논리 흐름을 QA하도록 요청합니다. 각 단계를 따로 Prompt하지 않고 최종 산출물과 품질기준을 처음에 정의하는 것이 포인트입니다.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pp.4-5, 10</a:t>
            </a:r>
          </a:p>
          <a:p xmlns:a="http://schemas.openxmlformats.org/drawingml/2006/main">
            <a:r>
              <a:t>[Script]</a:t>
            </a:r>
          </a:p>
          <a:p xmlns:a="http://schemas.openxmlformats.org/drawingml/2006/main">
            <a:r>
              <a:t>Skill과 Work는 경쟁 기능이 아닙니다. Skill은 조직이나 개인이 원하는 일하는 방법을 저장하고, Work는 그 방법과 자료를 이용해 실제 업무를 수행합니다. Corporate PPT Skill과 공개 논문을 함께 주면 산출물의 일관성과 업무 수행 범위를 동시에 높일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pp.5-6 / OpenAI Sites Learn</a:t>
            </a:r>
          </a:p>
          <a:p xmlns:a="http://schemas.openxmlformats.org/drawingml/2006/main">
            <a:r>
              <a:t>[Script]</a:t>
            </a:r>
          </a:p>
          <a:p xmlns:a="http://schemas.openxmlformats.org/drawingml/2006/main">
            <a:r>
              <a:t>Sites는 HTML 코드를 받아서 별도 배포하는 단계까지 포함하는 것이 아니라, 사이트를 생성하고 수정하고 호스팅하며 링크로 공유하는 흐름을 제공합니다. Describe, Review, Refine, Manage and Share의 반복 과정으로 이해하면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pp.5-6, 10</a:t>
            </a:r>
          </a:p>
          <a:p xmlns:a="http://schemas.openxmlformats.org/drawingml/2006/main">
            <a:r>
              <a:t>[Script]</a:t>
            </a:r>
          </a:p>
          <a:p xmlns:a="http://schemas.openxmlformats.org/drawingml/2006/main">
            <a:r>
              <a:t>CV Demo에서는 cv.md와 publications.csv를 미리 준비합니다. About, Experience, Research, Publications 구조의 사이트를 만들고 논문 연도 필터와 검색을 추가한 뒤 모바일 화면을 다듬습니다. 실시간 Scholar 수집보다 준비된 공개 목록을 쓰는 이유는 재현성과 개인정보 보호 때문입니다.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p.10</a:t>
            </a:r>
          </a:p>
          <a:p xmlns:a="http://schemas.openxmlformats.org/drawingml/2006/main">
            <a:r>
              <a:t>[Script]</a:t>
            </a:r>
          </a:p>
          <a:p xmlns:a="http://schemas.openxmlformats.org/drawingml/2006/main">
            <a:r>
              <a:t>전체 서사를 다시 연결해 보겠습니다. Laser Trim Project가 무엇을 알고 있는지 유지하고, Corporate PPT Skill이 어떻게 일할지 규정하며, Work가 실제 업무를 수행합니다. 마지막으로 PPT나 Site처럼 다른 사람이 사용할 수 있는 결과가 나옵니다.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pp.6-7, 13-14</a:t>
            </a:r>
          </a:p>
          <a:p xmlns:a="http://schemas.openxmlformats.org/drawingml/2006/main">
            <a:r>
              <a:t>[Script]</a:t>
            </a:r>
          </a:p>
          <a:p xmlns:a="http://schemas.openxmlformats.org/drawingml/2006/main">
            <a:r>
              <a:t>Gemini와 Claude는 이름이 달라도 같은 사용자 목적을 해결합니다. Gemini는 Notebooks, Skills, Connected Apps, Scheduled Actions, Spark, Canvas 또는 Opal로 기능을 나눕니다. Claude는 Projects, Skills, Connectors, Cowork, Artifacts로 나눕니다. 정확한 1대1 복제라기보다 목적의 유사성으로 비교해야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pp.11-12</a:t>
            </a:r>
          </a:p>
          <a:p xmlns:a="http://schemas.openxmlformats.org/drawingml/2006/main">
            <a:r>
              <a:t>[Script]</a:t>
            </a:r>
          </a:p>
          <a:p xmlns:a="http://schemas.openxmlformats.org/drawingml/2006/main">
            <a:r>
              <a:t>세 가지 질문을 차례로 해야 합니다. AI가 기술적으로 할 수 있는가, 내 계정에서 접근 가능한가, 회사 정책상 사용해도 되는가입니다. 입력 자료, 외부 연결, 파일 보관, 결과 공유의 각 단계에서 공개자료와 synthetic data 원칙을 적용하십시오.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첨부 심층조사 pp.13-14</a:t>
            </a:r>
          </a:p>
          <a:p xmlns:a="http://schemas.openxmlformats.org/drawingml/2006/main">
            <a:r>
              <a:t>[Script]</a:t>
            </a:r>
          </a:p>
          <a:p xmlns:a="http://schemas.openxmlformats.org/drawingml/2006/main">
            <a:r>
              <a:t>내일부터 적용할 행동은 세 가지면 충분합니다. 반복 업무 하나를 Project로 만들고, 이미 사용한 파일을 Library에서 다시 쓰며, 고급 업무는 단계별 Prompt보다 최종 산출물과 품질기준으로 요청하십시오. 그리고 회사 자료는 승인된 환경과 정책 안에서만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Corporate Template L9</a:t>
            </a:r>
          </a:p>
          <a:p xmlns:a="http://schemas.openxmlformats.org/drawingml/2006/main">
            <a:r>
              <a:t>[Script]</a:t>
            </a:r>
          </a:p>
          <a:p xmlns:a="http://schemas.openxmlformats.org/drawingml/2006/main">
            <a:r>
              <a:t>이상으로 강의를 마치겠습니다. 질문을 받겠습니다.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ea56eb24854991" /><Relationship Type="http://schemas.openxmlformats.org/officeDocument/2006/relationships/image" Target="/ppt/media/image.jpeg" Id="Raa246490c98b4e8c" /><Relationship Type="http://schemas.openxmlformats.org/officeDocument/2006/relationships/image" Target="/ppt/media/image.png" Id="Rcc0f9b8c68ac4ab2" /><Relationship Type="http://schemas.openxmlformats.org/officeDocument/2006/relationships/image" Target="/ppt/media/image2.png" Id="R62b093447d1949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d06c451106477e" /><Relationship Type="http://schemas.openxmlformats.org/officeDocument/2006/relationships/image" Target="/ppt/media/image.jpeg" Id="R6af432689ebb475b" /><Relationship Type="http://schemas.openxmlformats.org/officeDocument/2006/relationships/image" Target="/ppt/media/image.png" Id="Rae92de714a8444b1" /><Relationship Type="http://schemas.openxmlformats.org/officeDocument/2006/relationships/image" Target="/ppt/media/image2.png" Id="R99b16ad4ca3146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7a4f26dadb4ea1" /><Relationship Type="http://schemas.openxmlformats.org/officeDocument/2006/relationships/image" Target="/ppt/media/image.png" Id="Re16e0fa0ad6f4480" /><Relationship Type="http://schemas.openxmlformats.org/officeDocument/2006/relationships/image" Target="/ppt/media/image2.png" Id="Rae75566bb87e48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671495c8af4704" /><Relationship Type="http://schemas.openxmlformats.org/officeDocument/2006/relationships/image" Target="/ppt/media/image.png" Id="Rf72daec1cb334e40" /><Relationship Type="http://schemas.openxmlformats.org/officeDocument/2006/relationships/image" Target="/ppt/media/image2.png" Id="R49970510011d48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6ff7d8978a4f47" /><Relationship Type="http://schemas.openxmlformats.org/officeDocument/2006/relationships/image" Target="/ppt/media/image.png" Id="R35b1ecaf84bf4718" /><Relationship Type="http://schemas.openxmlformats.org/officeDocument/2006/relationships/image" Target="/ppt/media/image2.png" Id="R816ae983f5424c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675a7e77964602" /><Relationship Type="http://schemas.openxmlformats.org/officeDocument/2006/relationships/image" Target="/ppt/media/image.png" Id="R61374debf7e2472d" /><Relationship Type="http://schemas.openxmlformats.org/officeDocument/2006/relationships/image" Target="/ppt/media/image2.png" Id="R69e097b5f507486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66382fa5c8d4a68" /><Relationship Type="http://schemas.openxmlformats.org/officeDocument/2006/relationships/image" Target="/ppt/media/image.png" Id="R5c56b004c7d14bb8" /><Relationship Type="http://schemas.openxmlformats.org/officeDocument/2006/relationships/image" Target="/ppt/media/image2.png" Id="Rf2f12cdf3af140b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5c32a2f61bb4286" /><Relationship Type="http://schemas.openxmlformats.org/officeDocument/2006/relationships/image" Target="/ppt/media/image.png" Id="Rd560c5c5d5bb41fb" /><Relationship Type="http://schemas.openxmlformats.org/officeDocument/2006/relationships/image" Target="/ppt/media/image2.png" Id="Rb89fd75c0a044c3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b44698727c94d99" /><Relationship Type="http://schemas.openxmlformats.org/officeDocument/2006/relationships/image" Target="/ppt/media/image.png" Id="R663a5212726a4b08" /></Relationships>
</file>

<file path=ppt/slideLayouts/slideLayout1.xml><?xml version="1.0" encoding="utf-8"?>
<p:sldLayout xmlns:p="http://schemas.openxmlformats.org/presentationml/2006/main" userDrawn="1">
  <p:cSld name="1_제목 슬라이드">
    <p:spTree>
      <p:nvGrpSpPr>
        <p:cNvPr id="1" name=""/>
        <p:cNvGrpSpPr/>
        <p:nvPr/>
      </p:nvGrpSpPr>
      <p:grpSpPr>
        <a:xfrm xmlns:a="http://schemas.openxmlformats.org/drawingml/2006/main"/>
      </p:grpSpPr>
      <p:pic>
        <p:nvPicPr>
          <p:cNvPr id="164" name="그림 1"/>
          <p:cNvPicPr>
            <a:picLocks xmlns:a="http://schemas.openxmlformats.org/drawingml/2006/main" noChangeAspect="1"/>
          </p:cNvPicPr>
          <p:nvPr/>
        </p:nvPicPr>
        <p:blipFill>
          <a:blip xmlns:r="http://schemas.openxmlformats.org/officeDocument/2006/relationships" xmlns:a="http://schemas.openxmlformats.org/drawingml/2006/main" r:embed="Raa246490c98b4e8c"/>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63" name="TextBox 62">
            <a:extLst xmlns:a="http://schemas.openxmlformats.org/drawingml/2006/main">
              <a:ext uri="{FF2B5EF4-FFF2-40B4-BE49-F238E27FC236}">
                <a16:creationId xmlns:a16="http://schemas.microsoft.com/office/drawing/2014/main" id="{8F3D4BAE-B8D0-49D1-924C-E7765352AB48}"/>
              </a:ext>
            </a:extLst>
          </p:cNvPr>
          <p:cNvSpPr>
            <a:spLocks xmlns:a="http://schemas.openxmlformats.org/drawingml/2006/main" noGrp="1"/>
          </p:cNvSpPr>
          <p:nvPr/>
        </p:nvSpPr>
        <p:spPr>
          <a:xfrm xmlns:a="http://schemas.openxmlformats.org/drawingml/2006/main">
            <a:off x="7980490"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12”</a:t>
            </a:r>
            <a:endParaRPr sz="750">
              <a:solidFill>
                <a:schemeClr val="bg2">
                  <a:lumMod val="90000"/>
                </a:schemeClr>
              </a:solidFill>
            </a:endParaRPr>
          </a:p>
        </p:txBody>
      </p:sp>
      <p:sp>
        <p:nvSpPr>
          <p:cNvPr id="64" name="TextBox 63">
            <a:extLst xmlns:a="http://schemas.openxmlformats.org/drawingml/2006/main">
              <a:ext uri="{FF2B5EF4-FFF2-40B4-BE49-F238E27FC236}">
                <a16:creationId xmlns:a16="http://schemas.microsoft.com/office/drawing/2014/main" id="{2D20F8DE-03A1-4101-9248-92DE3F85D0AD}"/>
              </a:ext>
            </a:extLst>
          </p:cNvPr>
          <p:cNvSpPr>
            <a:spLocks xmlns:a="http://schemas.openxmlformats.org/drawingml/2006/main" noGrp="1"/>
          </p:cNvSpPr>
          <p:nvPr/>
        </p:nvSpPr>
        <p:spPr>
          <a:xfrm xmlns:a="http://schemas.openxmlformats.org/drawingml/2006/main">
            <a:off x="6208840"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8</a:t>
            </a:r>
            <a:r>
              <a:rPr sz="750">
                <a:solidFill>
                  <a:schemeClr val="bg2">
                    <a:lumMod val="90000"/>
                  </a:schemeClr>
                </a:solidFill>
              </a:rPr>
              <a:t>”</a:t>
            </a:r>
            <a:endParaRPr sz="750">
              <a:solidFill>
                <a:schemeClr val="bg2">
                  <a:lumMod val="90000"/>
                </a:schemeClr>
              </a:solidFill>
            </a:endParaRPr>
          </a:p>
        </p:txBody>
      </p:sp>
      <p:sp>
        <p:nvSpPr>
          <p:cNvPr id="65" name="TextBox 64">
            <a:extLst xmlns:a="http://schemas.openxmlformats.org/drawingml/2006/main">
              <a:ext uri="{FF2B5EF4-FFF2-40B4-BE49-F238E27FC236}">
                <a16:creationId xmlns:a16="http://schemas.microsoft.com/office/drawing/2014/main" id="{DE072D5E-86C3-4921-B11C-6ABCA2EF8FF9}"/>
              </a:ext>
            </a:extLst>
          </p:cNvPr>
          <p:cNvSpPr>
            <a:spLocks xmlns:a="http://schemas.openxmlformats.org/drawingml/2006/main" noGrp="1"/>
          </p:cNvSpPr>
          <p:nvPr/>
        </p:nvSpPr>
        <p:spPr>
          <a:xfrm xmlns:a="http://schemas.openxmlformats.org/drawingml/2006/main">
            <a:off x="4429108"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6”</a:t>
            </a:r>
            <a:endParaRPr sz="750">
              <a:solidFill>
                <a:schemeClr val="bg2">
                  <a:lumMod val="90000"/>
                </a:schemeClr>
              </a:solidFill>
            </a:endParaRPr>
          </a:p>
        </p:txBody>
      </p:sp>
      <p:sp>
        <p:nvSpPr>
          <p:cNvPr id="67" name="TextBox 66">
            <a:extLst xmlns:a="http://schemas.openxmlformats.org/drawingml/2006/main">
              <a:ext uri="{FF2B5EF4-FFF2-40B4-BE49-F238E27FC236}">
                <a16:creationId xmlns:a16="http://schemas.microsoft.com/office/drawing/2014/main" id="{4143F807-71DB-4337-96F6-5A133C8CFF95}"/>
              </a:ext>
            </a:extLst>
          </p:cNvPr>
          <p:cNvSpPr>
            <a:spLocks xmlns:a="http://schemas.openxmlformats.org/drawingml/2006/main" noGrp="1"/>
          </p:cNvSpPr>
          <p:nvPr/>
        </p:nvSpPr>
        <p:spPr>
          <a:xfrm xmlns:a="http://schemas.openxmlformats.org/drawingml/2006/main">
            <a:off x="123825" y="198858"/>
            <a:ext cx="3405188" cy="2192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685800">
              <a:lnSpc>
                <a:spcPct val="100000"/>
              </a:lnSpc>
              <a:spcBef>
                <a:spcPts val="0"/>
              </a:spcBef>
              <a:spcAft>
                <a:spcPts val="0"/>
              </a:spcAft>
              <a:buClrTx/>
              <a:buSzTx/>
              <a:buFontTx/>
              <a:buNone/>
            </a:pPr>
            <a:r>
              <a:rPr sz="825">
                <a:solidFill>
                  <a:schemeClr val="accent3"/>
                </a:solidFill>
              </a:rPr>
              <a:t>Vision | </a:t>
            </a:r>
            <a:r>
              <a:rPr sz="825">
                <a:solidFill>
                  <a:schemeClr val="accent3"/>
                </a:solidFill>
              </a:rPr>
              <a:t>초일류 기술로 새로운 가능성을 열어가는 진정한 </a:t>
            </a:r>
            <a:r>
              <a:rPr sz="825">
                <a:solidFill>
                  <a:schemeClr val="accent3"/>
                </a:solidFill>
              </a:rPr>
              <a:t>1</a:t>
            </a:r>
            <a:r>
              <a:rPr sz="825">
                <a:solidFill>
                  <a:schemeClr val="accent3"/>
                </a:solidFill>
              </a:rPr>
              <a:t>등이 되자</a:t>
            </a:r>
            <a:endParaRPr sz="1050">
              <a:solidFill>
                <a:schemeClr val="accent3"/>
              </a:solidFill>
            </a:endParaRPr>
          </a:p>
        </p:txBody>
      </p:sp>
      <p:sp>
        <p:nvSpPr>
          <p:cNvPr id="68" name="TextBox 67">
            <a:extLst xmlns:a="http://schemas.openxmlformats.org/drawingml/2006/main">
              <a:ext uri="{FF2B5EF4-FFF2-40B4-BE49-F238E27FC236}">
                <a16:creationId xmlns:a16="http://schemas.microsoft.com/office/drawing/2014/main" id="{DA6C4022-ADC1-4B5C-A0E9-A5B1372B4BAC}"/>
              </a:ext>
            </a:extLst>
          </p:cNvPr>
          <p:cNvSpPr>
            <a:spLocks xmlns:a="http://schemas.openxmlformats.org/drawingml/2006/main" noGrp="1"/>
          </p:cNvSpPr>
          <p:nvPr/>
        </p:nvSpPr>
        <p:spPr>
          <a:xfrm xmlns:a="http://schemas.openxmlformats.org/drawingml/2006/main">
            <a:off x="3692127" y="198858"/>
            <a:ext cx="2965848" cy="2192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685800">
              <a:lnSpc>
                <a:spcPct val="100000"/>
              </a:lnSpc>
              <a:spcBef>
                <a:spcPts val="0"/>
              </a:spcBef>
              <a:spcAft>
                <a:spcPts val="0"/>
              </a:spcAft>
              <a:buClrTx/>
              <a:buSzTx/>
              <a:buFontTx/>
              <a:buNone/>
            </a:pPr>
            <a:r>
              <a:rPr sz="825">
                <a:solidFill>
                  <a:schemeClr val="accent3"/>
                </a:solidFill>
              </a:rPr>
              <a:t>Mission</a:t>
            </a:r>
            <a:r>
              <a:rPr sz="825">
                <a:solidFill>
                  <a:schemeClr val="accent3"/>
                </a:solidFill>
              </a:rPr>
              <a:t> </a:t>
            </a:r>
            <a:r>
              <a:rPr sz="825">
                <a:solidFill>
                  <a:schemeClr val="accent3"/>
                </a:solidFill>
              </a:rPr>
              <a:t>| </a:t>
            </a:r>
            <a:r>
              <a:rPr sz="825">
                <a:solidFill>
                  <a:schemeClr val="accent3"/>
                </a:solidFill>
              </a:rPr>
              <a:t>함께 </a:t>
            </a:r>
            <a:r>
              <a:rPr sz="825">
                <a:solidFill>
                  <a:schemeClr val="accent3"/>
                </a:solidFill>
              </a:rPr>
              <a:t>지속 성장하는 </a:t>
            </a:r>
            <a:r>
              <a:rPr sz="825">
                <a:solidFill>
                  <a:schemeClr val="accent3"/>
                </a:solidFill>
              </a:rPr>
              <a:t>No.1 </a:t>
            </a:r>
            <a:r>
              <a:rPr sz="825">
                <a:solidFill>
                  <a:schemeClr val="accent3"/>
                </a:solidFill>
              </a:rPr>
              <a:t>메모리 솔루션 </a:t>
            </a:r>
            <a:r>
              <a:rPr sz="825">
                <a:solidFill>
                  <a:schemeClr val="accent3"/>
                </a:solidFill>
              </a:rPr>
              <a:t>Provider</a:t>
            </a:r>
            <a:endParaRPr sz="825">
              <a:solidFill>
                <a:schemeClr val="accent3"/>
              </a:solidFill>
            </a:endParaRPr>
          </a:p>
        </p:txBody>
      </p:sp>
      <p:sp>
        <p:nvSpPr>
          <p:cNvPr id="73" name="TextBox 72">
            <a:extLst xmlns:a="http://schemas.openxmlformats.org/drawingml/2006/main">
              <a:ext uri="{FF2B5EF4-FFF2-40B4-BE49-F238E27FC236}">
                <a16:creationId xmlns:a16="http://schemas.microsoft.com/office/drawing/2014/main" id="{576BC255-E110-4FA1-AA9F-7F90137A10C8}"/>
              </a:ext>
            </a:extLst>
          </p:cNvPr>
          <p:cNvSpPr>
            <a:spLocks xmlns:a="http://schemas.openxmlformats.org/drawingml/2006/main" noGrp="1"/>
          </p:cNvSpPr>
          <p:nvPr/>
        </p:nvSpPr>
        <p:spPr>
          <a:xfrm xmlns:a="http://schemas.openxmlformats.org/drawingml/2006/main">
            <a:off x="123825"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accent3"/>
                </a:solidFill>
              </a:rPr>
              <a:t>함께 성장하는 행복한 메모리사업부</a:t>
            </a:r>
            <a:endParaRPr sz="1013">
              <a:solidFill>
                <a:schemeClr val="accent3"/>
              </a:solidFill>
            </a:endParaRPr>
          </a:p>
        </p:txBody>
      </p:sp>
      <p:sp>
        <p:nvSpPr>
          <p:cNvPr id="3" name="제목 2">
            <a:extLst xmlns:a="http://schemas.openxmlformats.org/drawingml/2006/main">
              <a:ext uri="{FF2B5EF4-FFF2-40B4-BE49-F238E27FC236}">
                <a16:creationId xmlns:a16="http://schemas.microsoft.com/office/drawing/2014/main" id="{EDDE7BAE-A5AF-4445-95EF-C6606C5240D9}"/>
              </a:ext>
            </a:extLst>
          </p:cNvPr>
          <p:cNvSpPr>
            <a:spLocks xmlns:a="http://schemas.openxmlformats.org/drawingml/2006/main" noGrp="1"/>
          </p:cNvSpPr>
          <p:nvPr>
            <p:ph type="title" idx="0" hasCustomPrompt="1"/>
          </p:nvPr>
        </p:nvSpPr>
        <p:spPr>
          <a:xfrm xmlns:a="http://schemas.openxmlformats.org/drawingml/2006/main">
            <a:off x="444882" y="986400"/>
            <a:ext cx="7886700" cy="1381314"/>
          </a:xfrm>
        </p:spPr>
        <p:txBody>
          <a:bodyPr xmlns:a="http://schemas.openxmlformats.org/drawingml/2006/main">
            <a:noAutofit/>
          </a:bodyPr>
          <a:lstStyle xmlns:a="http://schemas.openxmlformats.org/drawingml/2006/main">
            <a:lvl1pPr>
              <a:lnSpc>
                <a:spcPct val="120000"/>
              </a:lnSpc>
              <a:buNone/>
              <a:defRPr sz="3600" b="1"/>
            </a:lvl1pPr>
          </a:lstStyle>
          <a:p xmlns:a="http://schemas.openxmlformats.org/drawingml/2006/main">
            <a:r>
              <a:t>타이틀</a:t>
            </a:r>
            <a:br/>
            <a:r>
              <a:t>(</a:t>
            </a:r>
            <a:r>
              <a:t>맑은 고딕 </a:t>
            </a:r>
            <a:r>
              <a:t>Bold, 36) </a:t>
            </a:r>
            <a:endParaRPr/>
          </a:p>
        </p:txBody>
      </p:sp>
      <p:pic>
        <p:nvPicPr>
          <p:cNvPr id="172" name="그림 68"/>
          <p:cNvPicPr>
            <a:picLocks xmlns:a="http://schemas.openxmlformats.org/drawingml/2006/main" noChangeAspect="1"/>
          </p:cNvPicPr>
          <p:nvPr/>
        </p:nvPicPr>
        <p:blipFill>
          <a:blip xmlns:r="http://schemas.openxmlformats.org/officeDocument/2006/relationships" xmlns:a="http://schemas.openxmlformats.org/drawingml/2006/main" r:embed="Rcc0f9b8c68ac4ab2"/>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7" name="텍스트 개체 틀 6">
            <a:extLst xmlns:a="http://schemas.openxmlformats.org/drawingml/2006/main">
              <a:ext uri="{FF2B5EF4-FFF2-40B4-BE49-F238E27FC236}">
                <a16:creationId xmlns:a16="http://schemas.microsoft.com/office/drawing/2014/main" id="{F8B91040-212E-4CDE-9D85-BB2ACCA63356}"/>
              </a:ext>
            </a:extLst>
          </p:cNvPr>
          <p:cNvSpPr>
            <a:spLocks xmlns:a="http://schemas.openxmlformats.org/drawingml/2006/main" noGrp="1"/>
          </p:cNvSpPr>
          <p:nvPr>
            <p:ph type="body" idx="10" hasCustomPrompt="1"/>
          </p:nvPr>
        </p:nvSpPr>
        <p:spPr>
          <a:xfrm xmlns:a="http://schemas.openxmlformats.org/drawingml/2006/main">
            <a:off x="445294" y="2550319"/>
            <a:ext cx="5763816" cy="1275792"/>
          </a:xfrm>
        </p:spPr>
        <p:txBody>
          <a:bodyPr xmlns:a="http://schemas.openxmlformats.org/drawingml/2006/main">
            <a:normAutofit/>
          </a:bodyPr>
          <a:lstStyle xmlns:a="http://schemas.openxmlformats.org/drawingml/2006/main">
            <a:lvl1pPr marL="0" indent="0">
              <a:lnSpc>
                <a:spcPct val="120000"/>
              </a:lnSpc>
              <a:buNone/>
              <a:defRPr sz="1700"/>
            </a:lvl1pPr>
          </a:lstStyle>
          <a:p xmlns:a="http://schemas.openxmlformats.org/drawingml/2006/main">
            <a:pPr lvl="0">
              <a:buNone/>
            </a:pPr>
            <a:r>
              <a:t>'23.00.00(</a:t>
            </a:r>
            <a:r>
              <a:t>월</a:t>
            </a:r>
            <a:r>
              <a:t>)</a:t>
            </a:r>
          </a:p>
          <a:p xmlns:a="http://schemas.openxmlformats.org/drawingml/2006/main">
            <a:pPr lvl="0">
              <a:buNone/>
            </a:pPr>
            <a:r>
              <a:t>부서명</a:t>
            </a:r>
            <a:r>
              <a:t>, </a:t>
            </a:r>
            <a:r>
              <a:t>작성자</a:t>
            </a:r>
            <a:endParaRPr/>
          </a:p>
          <a:p xmlns:a="http://schemas.openxmlformats.org/drawingml/2006/main">
            <a:pPr lvl="0">
              <a:buNone/>
            </a:pPr>
            <a:r>
              <a:t>(</a:t>
            </a:r>
            <a:r>
              <a:t>맑은 고딕</a:t>
            </a:r>
            <a:r>
              <a:t>, 17)</a:t>
            </a:r>
          </a:p>
        </p:txBody>
      </p:sp>
      <p:sp>
        <p:nvSpPr>
          <p:cNvPr id="72" name="액자 71">
            <a:extLst xmlns:a="http://schemas.openxmlformats.org/drawingml/2006/main">
              <a:ext uri="{FF2B5EF4-FFF2-40B4-BE49-F238E27FC236}">
                <a16:creationId xmlns:a16="http://schemas.microsoft.com/office/drawing/2014/main" id="{CFD64474-1CD5-4D71-90A1-D4B5D1C08FEB}"/>
              </a:ext>
            </a:extLst>
          </p:cNvPr>
          <p:cNvSpPr>
            <a:spLocks xmlns:a="http://schemas.openxmlformats.org/drawingml/2006/main" noGrp="1"/>
          </p:cNvSpPr>
          <p:nvPr/>
        </p:nvSpPr>
        <p:spPr>
          <a:xfrm xmlns:a="http://schemas.openxmlformats.org/drawingml/2006/main" rot="0" flipH="0" flipV="0">
            <a:off x="7456583" y="3144053"/>
            <a:ext cx="261461" cy="262261"/>
          </a:xfrm>
          <a:prstGeom xmlns:a="http://schemas.openxmlformats.org/drawingml/2006/main" prst="frame">
            <a:avLst/>
          </a:prstGeom>
          <a:solidFill xmlns:a="http://schemas.openxmlformats.org/drawingml/2006/main">
            <a:srgbClr val="EBF0FF"/>
          </a:solidFill>
          <a:ln xmlns:a="http://schemas.openxmlformats.org/drawingml/2006/main" w="12700">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solidFill>
                <a:schemeClr val="tx1"/>
              </a:solidFill>
            </a:endParaRPr>
          </a:p>
        </p:txBody>
      </p:sp>
      <p:sp>
        <p:nvSpPr>
          <p:cNvPr id="74" name="직선 연결선 73">
            <a:extLst xmlns:a="http://schemas.openxmlformats.org/drawingml/2006/main">
              <a:ext uri="{FF2B5EF4-FFF2-40B4-BE49-F238E27FC236}">
                <a16:creationId xmlns:a16="http://schemas.microsoft.com/office/drawing/2014/main" id="{7D939934-5365-4D84-9AEA-D404B79E7064}"/>
              </a:ext>
            </a:extLst>
          </p:cNvPr>
          <p:cNvSpPr>
            <a:spLocks xmlns:a="http://schemas.openxmlformats.org/drawingml/2006/main" noGrp="1"/>
          </p:cNvSpPr>
          <p:nvPr/>
        </p:nvSpPr>
        <p:spPr>
          <a:xfrm xmlns:a="http://schemas.openxmlformats.org/drawingml/2006/main" rot="0" flipH="0" flipV="0">
            <a:off x="7523290"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5" name="직선 연결선 74">
            <a:extLst xmlns:a="http://schemas.openxmlformats.org/drawingml/2006/main">
              <a:ext uri="{FF2B5EF4-FFF2-40B4-BE49-F238E27FC236}">
                <a16:creationId xmlns:a16="http://schemas.microsoft.com/office/drawing/2014/main" id="{E44BBE81-B5C0-46C7-AB36-D825E5AA3C4B}"/>
              </a:ext>
            </a:extLst>
          </p:cNvPr>
          <p:cNvSpPr>
            <a:spLocks xmlns:a="http://schemas.openxmlformats.org/drawingml/2006/main" noGrp="1"/>
          </p:cNvSpPr>
          <p:nvPr/>
        </p:nvSpPr>
        <p:spPr>
          <a:xfrm xmlns:a="http://schemas.openxmlformats.org/drawingml/2006/main" rot="0" flipH="0" flipV="0">
            <a:off x="7587449"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직선 연결선 75">
            <a:extLst xmlns:a="http://schemas.openxmlformats.org/drawingml/2006/main">
              <a:ext uri="{FF2B5EF4-FFF2-40B4-BE49-F238E27FC236}">
                <a16:creationId xmlns:a16="http://schemas.microsoft.com/office/drawing/2014/main" id="{781FB4A7-D8D2-4729-B798-3EF68F85AADA}"/>
              </a:ext>
            </a:extLst>
          </p:cNvPr>
          <p:cNvSpPr>
            <a:spLocks xmlns:a="http://schemas.openxmlformats.org/drawingml/2006/main" noGrp="1"/>
          </p:cNvSpPr>
          <p:nvPr/>
        </p:nvSpPr>
        <p:spPr>
          <a:xfrm xmlns:a="http://schemas.openxmlformats.org/drawingml/2006/main" rot="0" flipH="0" flipV="0">
            <a:off x="7651607"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직선 연결선 76">
            <a:extLst xmlns:a="http://schemas.openxmlformats.org/drawingml/2006/main">
              <a:ext uri="{FF2B5EF4-FFF2-40B4-BE49-F238E27FC236}">
                <a16:creationId xmlns:a16="http://schemas.microsoft.com/office/drawing/2014/main" id="{3197D04F-0B66-423D-B479-20B72F86644A}"/>
              </a:ext>
            </a:extLst>
          </p:cNvPr>
          <p:cNvSpPr>
            <a:spLocks xmlns:a="http://schemas.openxmlformats.org/drawingml/2006/main" noGrp="1"/>
          </p:cNvSpPr>
          <p:nvPr/>
        </p:nvSpPr>
        <p:spPr>
          <a:xfrm xmlns:a="http://schemas.openxmlformats.org/drawingml/2006/main" rot="0" flipH="0" flipV="0">
            <a:off x="7523290"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8" name="직선 연결선 77">
            <a:extLst xmlns:a="http://schemas.openxmlformats.org/drawingml/2006/main">
              <a:ext uri="{FF2B5EF4-FFF2-40B4-BE49-F238E27FC236}">
                <a16:creationId xmlns:a16="http://schemas.microsoft.com/office/drawing/2014/main" id="{1A6611B3-8C4C-46D6-8A7E-57E73736F5C1}"/>
              </a:ext>
            </a:extLst>
          </p:cNvPr>
          <p:cNvSpPr>
            <a:spLocks xmlns:a="http://schemas.openxmlformats.org/drawingml/2006/main" noGrp="1"/>
          </p:cNvSpPr>
          <p:nvPr/>
        </p:nvSpPr>
        <p:spPr>
          <a:xfrm xmlns:a="http://schemas.openxmlformats.org/drawingml/2006/main" rot="0" flipH="0" flipV="0">
            <a:off x="7587449"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9" name="직선 연결선 78">
            <a:extLst xmlns:a="http://schemas.openxmlformats.org/drawingml/2006/main">
              <a:ext uri="{FF2B5EF4-FFF2-40B4-BE49-F238E27FC236}">
                <a16:creationId xmlns:a16="http://schemas.microsoft.com/office/drawing/2014/main" id="{7B8DD37F-9086-4F11-9818-27C134035509}"/>
              </a:ext>
            </a:extLst>
          </p:cNvPr>
          <p:cNvSpPr>
            <a:spLocks xmlns:a="http://schemas.openxmlformats.org/drawingml/2006/main" noGrp="1"/>
          </p:cNvSpPr>
          <p:nvPr/>
        </p:nvSpPr>
        <p:spPr>
          <a:xfrm xmlns:a="http://schemas.openxmlformats.org/drawingml/2006/main" rot="0" flipH="0" flipV="0">
            <a:off x="7651607"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5" name="직선 연결선 84">
            <a:extLst xmlns:a="http://schemas.openxmlformats.org/drawingml/2006/main">
              <a:ext uri="{FF2B5EF4-FFF2-40B4-BE49-F238E27FC236}">
                <a16:creationId xmlns:a16="http://schemas.microsoft.com/office/drawing/2014/main" id="{AB6D0556-5B7A-416F-AC5F-83D31028ED45}"/>
              </a:ext>
            </a:extLst>
          </p:cNvPr>
          <p:cNvSpPr>
            <a:spLocks xmlns:a="http://schemas.openxmlformats.org/drawingml/2006/main" noGrp="1"/>
          </p:cNvSpPr>
          <p:nvPr/>
        </p:nvSpPr>
        <p:spPr>
          <a:xfrm xmlns:a="http://schemas.openxmlformats.org/drawingml/2006/main" rot="0" flipH="0" flipV="0">
            <a:off x="769444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6" name="직선 연결선 85">
            <a:extLst xmlns:a="http://schemas.openxmlformats.org/drawingml/2006/main">
              <a:ext uri="{FF2B5EF4-FFF2-40B4-BE49-F238E27FC236}">
                <a16:creationId xmlns:a16="http://schemas.microsoft.com/office/drawing/2014/main" id="{FF9D40C5-B676-47CD-8BEE-DB2B61CFDA87}"/>
              </a:ext>
            </a:extLst>
          </p:cNvPr>
          <p:cNvSpPr>
            <a:spLocks xmlns:a="http://schemas.openxmlformats.org/drawingml/2006/main" noGrp="1"/>
          </p:cNvSpPr>
          <p:nvPr/>
        </p:nvSpPr>
        <p:spPr>
          <a:xfrm xmlns:a="http://schemas.openxmlformats.org/drawingml/2006/main" rot="0" flipH="0" flipV="0">
            <a:off x="775860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7" name="직선 연결선 86">
            <a:extLst xmlns:a="http://schemas.openxmlformats.org/drawingml/2006/main">
              <a:ext uri="{FF2B5EF4-FFF2-40B4-BE49-F238E27FC236}">
                <a16:creationId xmlns:a16="http://schemas.microsoft.com/office/drawing/2014/main" id="{860CF907-C434-4288-9435-09B4F97A6AD6}"/>
              </a:ext>
            </a:extLst>
          </p:cNvPr>
          <p:cNvSpPr>
            <a:spLocks xmlns:a="http://schemas.openxmlformats.org/drawingml/2006/main" noGrp="1"/>
          </p:cNvSpPr>
          <p:nvPr/>
        </p:nvSpPr>
        <p:spPr>
          <a:xfrm xmlns:a="http://schemas.openxmlformats.org/drawingml/2006/main" rot="0" flipH="0" flipV="0">
            <a:off x="7822763"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2" name="직선 연결선 81">
            <a:extLst xmlns:a="http://schemas.openxmlformats.org/drawingml/2006/main">
              <a:ext uri="{FF2B5EF4-FFF2-40B4-BE49-F238E27FC236}">
                <a16:creationId xmlns:a16="http://schemas.microsoft.com/office/drawing/2014/main" id="{B1CEBE0C-C5C3-4352-8E6C-2D0E888FE5AF}"/>
              </a:ext>
            </a:extLst>
          </p:cNvPr>
          <p:cNvSpPr>
            <a:spLocks xmlns:a="http://schemas.openxmlformats.org/drawingml/2006/main" noGrp="1"/>
          </p:cNvSpPr>
          <p:nvPr/>
        </p:nvSpPr>
        <p:spPr>
          <a:xfrm xmlns:a="http://schemas.openxmlformats.org/drawingml/2006/main" rot="0" flipH="0" flipV="0">
            <a:off x="7346149"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3" name="직선 연결선 82">
            <a:extLst xmlns:a="http://schemas.openxmlformats.org/drawingml/2006/main">
              <a:ext uri="{FF2B5EF4-FFF2-40B4-BE49-F238E27FC236}">
                <a16:creationId xmlns:a16="http://schemas.microsoft.com/office/drawing/2014/main" id="{767BC0E3-F999-4656-BA6C-EFB2E017DCAE}"/>
              </a:ext>
            </a:extLst>
          </p:cNvPr>
          <p:cNvSpPr>
            <a:spLocks xmlns:a="http://schemas.openxmlformats.org/drawingml/2006/main" noGrp="1"/>
          </p:cNvSpPr>
          <p:nvPr/>
        </p:nvSpPr>
        <p:spPr>
          <a:xfrm xmlns:a="http://schemas.openxmlformats.org/drawingml/2006/main" rot="0" flipH="0" flipV="0">
            <a:off x="741030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4" name="직선 연결선 83">
            <a:extLst xmlns:a="http://schemas.openxmlformats.org/drawingml/2006/main">
              <a:ext uri="{FF2B5EF4-FFF2-40B4-BE49-F238E27FC236}">
                <a16:creationId xmlns:a16="http://schemas.microsoft.com/office/drawing/2014/main" id="{5E77C87A-376F-49BE-91A9-EA1056206793}"/>
              </a:ext>
            </a:extLst>
          </p:cNvPr>
          <p:cNvSpPr>
            <a:spLocks xmlns:a="http://schemas.openxmlformats.org/drawingml/2006/main" noGrp="1"/>
          </p:cNvSpPr>
          <p:nvPr/>
        </p:nvSpPr>
        <p:spPr>
          <a:xfrm xmlns:a="http://schemas.openxmlformats.org/drawingml/2006/main" rot="0" flipH="0" flipV="0">
            <a:off x="747446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9" name="모서리가 둥근 직사각형 88">
            <a:extLst xmlns:a="http://schemas.openxmlformats.org/drawingml/2006/main">
              <a:ext uri="{FF2B5EF4-FFF2-40B4-BE49-F238E27FC236}">
                <a16:creationId xmlns:a16="http://schemas.microsoft.com/office/drawing/2014/main" id="{7E41D062-1B2D-4FB9-89F8-4A4ECFDEA09B}"/>
              </a:ext>
            </a:extLst>
          </p:cNvPr>
          <p:cNvSpPr>
            <a:spLocks xmlns:a="http://schemas.openxmlformats.org/drawingml/2006/main" noGrp="1"/>
          </p:cNvSpPr>
          <p:nvPr/>
        </p:nvSpPr>
        <p:spPr>
          <a:xfrm xmlns:a="http://schemas.openxmlformats.org/drawingml/2006/main" rot="0" flipH="0" flipV="0">
            <a:off x="809613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0" name="모서리가 둥근 직사각형 89">
            <a:extLst xmlns:a="http://schemas.openxmlformats.org/drawingml/2006/main">
              <a:ext uri="{FF2B5EF4-FFF2-40B4-BE49-F238E27FC236}">
                <a16:creationId xmlns:a16="http://schemas.microsoft.com/office/drawing/2014/main" id="{1FDB2346-C369-47AC-9A3B-7F7395206500}"/>
              </a:ext>
            </a:extLst>
          </p:cNvPr>
          <p:cNvSpPr>
            <a:spLocks xmlns:a="http://schemas.openxmlformats.org/drawingml/2006/main" noGrp="1"/>
          </p:cNvSpPr>
          <p:nvPr/>
        </p:nvSpPr>
        <p:spPr>
          <a:xfrm xmlns:a="http://schemas.openxmlformats.org/drawingml/2006/main" rot="0" flipH="0" flipV="0">
            <a:off x="821152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1" name="타원 90">
            <a:extLst xmlns:a="http://schemas.openxmlformats.org/drawingml/2006/main">
              <a:ext uri="{FF2B5EF4-FFF2-40B4-BE49-F238E27FC236}">
                <a16:creationId xmlns:a16="http://schemas.microsoft.com/office/drawing/2014/main" id="{3D9954B0-120D-4309-A37B-D39C1909FCF5}"/>
              </a:ext>
            </a:extLst>
          </p:cNvPr>
          <p:cNvSpPr>
            <a:spLocks xmlns:a="http://schemas.openxmlformats.org/drawingml/2006/main" noGrp="1"/>
          </p:cNvSpPr>
          <p:nvPr/>
        </p:nvSpPr>
        <p:spPr>
          <a:xfrm xmlns:a="http://schemas.openxmlformats.org/drawingml/2006/main" rot="16200000" flipH="0" flipV="0">
            <a:off x="7986624"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2" name="타원 91">
            <a:extLst xmlns:a="http://schemas.openxmlformats.org/drawingml/2006/main">
              <a:ext uri="{FF2B5EF4-FFF2-40B4-BE49-F238E27FC236}">
                <a16:creationId xmlns:a16="http://schemas.microsoft.com/office/drawing/2014/main" id="{C76E3C14-626B-48CD-9F8D-329AE93386F8}"/>
              </a:ext>
            </a:extLst>
          </p:cNvPr>
          <p:cNvSpPr>
            <a:spLocks xmlns:a="http://schemas.openxmlformats.org/drawingml/2006/main" noGrp="1"/>
          </p:cNvSpPr>
          <p:nvPr/>
        </p:nvSpPr>
        <p:spPr>
          <a:xfrm xmlns:a="http://schemas.openxmlformats.org/drawingml/2006/main" rot="16200000" flipH="0" flipV="0">
            <a:off x="8331583"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91" name="직선 연결선 92"/>
          <p:cNvCxnSpPr>
            <a:stCxn xmlns:a="http://schemas.openxmlformats.org/drawingml/2006/main" id="91" idx="4"/>
            <a:endCxn xmlns:a="http://schemas.openxmlformats.org/drawingml/2006/main" id="92" idx="0"/>
          </p:cNvCxnSpPr>
          <p:nvPr/>
        </p:nvCxnSpPr>
        <p:spPr>
          <a:xfrm xmlns:a="http://schemas.openxmlformats.org/drawingml/2006/main" rot="0" flipH="0" flipV="0">
            <a:off x="8016324" y="3361824"/>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4" name="타원 93">
            <a:extLst xmlns:a="http://schemas.openxmlformats.org/drawingml/2006/main">
              <a:ext uri="{FF2B5EF4-FFF2-40B4-BE49-F238E27FC236}">
                <a16:creationId xmlns:a16="http://schemas.microsoft.com/office/drawing/2014/main" id="{75137D84-AB01-4FB3-B27A-87140C79E58B}"/>
              </a:ext>
            </a:extLst>
          </p:cNvPr>
          <p:cNvSpPr>
            <a:spLocks xmlns:a="http://schemas.openxmlformats.org/drawingml/2006/main" noGrp="1"/>
          </p:cNvSpPr>
          <p:nvPr/>
        </p:nvSpPr>
        <p:spPr>
          <a:xfrm xmlns:a="http://schemas.openxmlformats.org/drawingml/2006/main" rot="16200000" flipH="0" flipV="0">
            <a:off x="7986624"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5" name="타원 94">
            <a:extLst xmlns:a="http://schemas.openxmlformats.org/drawingml/2006/main">
              <a:ext uri="{FF2B5EF4-FFF2-40B4-BE49-F238E27FC236}">
                <a16:creationId xmlns:a16="http://schemas.microsoft.com/office/drawing/2014/main" id="{DB52668F-3531-4035-AEBF-CA811898DC71}"/>
              </a:ext>
            </a:extLst>
          </p:cNvPr>
          <p:cNvSpPr>
            <a:spLocks xmlns:a="http://schemas.openxmlformats.org/drawingml/2006/main" noGrp="1"/>
          </p:cNvSpPr>
          <p:nvPr/>
        </p:nvSpPr>
        <p:spPr>
          <a:xfrm xmlns:a="http://schemas.openxmlformats.org/drawingml/2006/main" rot="16200000" flipH="0" flipV="0">
            <a:off x="8331583"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94" name="직선 연결선 95"/>
          <p:cNvCxnSpPr>
            <a:stCxn xmlns:a="http://schemas.openxmlformats.org/drawingml/2006/main" id="94" idx="4"/>
            <a:endCxn xmlns:a="http://schemas.openxmlformats.org/drawingml/2006/main" id="95" idx="0"/>
          </p:cNvCxnSpPr>
          <p:nvPr/>
        </p:nvCxnSpPr>
        <p:spPr>
          <a:xfrm xmlns:a="http://schemas.openxmlformats.org/drawingml/2006/main" rot="0" flipH="0" flipV="0">
            <a:off x="8016324" y="3271649"/>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7" name="타원 96">
            <a:extLst xmlns:a="http://schemas.openxmlformats.org/drawingml/2006/main">
              <a:ext uri="{FF2B5EF4-FFF2-40B4-BE49-F238E27FC236}">
                <a16:creationId xmlns:a16="http://schemas.microsoft.com/office/drawing/2014/main" id="{81D69A94-A323-4B54-9188-A98899640B45}"/>
              </a:ext>
            </a:extLst>
          </p:cNvPr>
          <p:cNvSpPr>
            <a:spLocks xmlns:a="http://schemas.openxmlformats.org/drawingml/2006/main" noGrp="1"/>
          </p:cNvSpPr>
          <p:nvPr/>
        </p:nvSpPr>
        <p:spPr>
          <a:xfrm xmlns:a="http://schemas.openxmlformats.org/drawingml/2006/main" rot="16200000" flipH="0" flipV="0">
            <a:off x="7986624"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8" name="타원 97">
            <a:extLst xmlns:a="http://schemas.openxmlformats.org/drawingml/2006/main">
              <a:ext uri="{FF2B5EF4-FFF2-40B4-BE49-F238E27FC236}">
                <a16:creationId xmlns:a16="http://schemas.microsoft.com/office/drawing/2014/main" id="{49E4B4E9-9ADA-4CAD-84EA-B5E8A80EEE65}"/>
              </a:ext>
            </a:extLst>
          </p:cNvPr>
          <p:cNvSpPr>
            <a:spLocks xmlns:a="http://schemas.openxmlformats.org/drawingml/2006/main" noGrp="1"/>
          </p:cNvSpPr>
          <p:nvPr/>
        </p:nvSpPr>
        <p:spPr>
          <a:xfrm xmlns:a="http://schemas.openxmlformats.org/drawingml/2006/main" rot="16200000" flipH="0" flipV="0">
            <a:off x="8331583"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97" name="직선 연결선 98"/>
          <p:cNvCxnSpPr>
            <a:stCxn xmlns:a="http://schemas.openxmlformats.org/drawingml/2006/main" id="97" idx="4"/>
            <a:endCxn xmlns:a="http://schemas.openxmlformats.org/drawingml/2006/main" id="98" idx="0"/>
          </p:cNvCxnSpPr>
          <p:nvPr/>
        </p:nvCxnSpPr>
        <p:spPr>
          <a:xfrm xmlns:a="http://schemas.openxmlformats.org/drawingml/2006/main" rot="0" flipH="0" flipV="0">
            <a:off x="8016324" y="3186147"/>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0" name="직사각형 99">
            <a:extLst xmlns:a="http://schemas.openxmlformats.org/drawingml/2006/main">
              <a:ext uri="{FF2B5EF4-FFF2-40B4-BE49-F238E27FC236}">
                <a16:creationId xmlns:a16="http://schemas.microsoft.com/office/drawing/2014/main" id="{36B933CA-84F7-4C54-8C39-7923A8C73C0C}"/>
              </a:ext>
            </a:extLst>
          </p:cNvPr>
          <p:cNvSpPr>
            <a:spLocks xmlns:a="http://schemas.openxmlformats.org/drawingml/2006/main" noGrp="1"/>
          </p:cNvSpPr>
          <p:nvPr/>
        </p:nvSpPr>
        <p:spPr>
          <a:xfrm xmlns:a="http://schemas.openxmlformats.org/drawingml/2006/main" rot="0" flipH="0" flipV="0">
            <a:off x="8096137" y="3122358"/>
            <a:ext cx="161288" cy="299301"/>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1" name="직사각형 100">
            <a:extLst xmlns:a="http://schemas.openxmlformats.org/drawingml/2006/main">
              <a:ext uri="{FF2B5EF4-FFF2-40B4-BE49-F238E27FC236}">
                <a16:creationId xmlns:a16="http://schemas.microsoft.com/office/drawing/2014/main" id="{28B66E67-D359-4C5C-A5FD-3189ED1B276F}"/>
              </a:ext>
            </a:extLst>
          </p:cNvPr>
          <p:cNvSpPr>
            <a:spLocks xmlns:a="http://schemas.openxmlformats.org/drawingml/2006/main" noGrp="1"/>
          </p:cNvSpPr>
          <p:nvPr/>
        </p:nvSpPr>
        <p:spPr>
          <a:xfrm xmlns:a="http://schemas.openxmlformats.org/drawingml/2006/main" rot="0" flipH="0" flipV="0">
            <a:off x="8120953" y="3146364"/>
            <a:ext cx="110553" cy="249578"/>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3" name="직선 연결선 102">
            <a:extLst xmlns:a="http://schemas.openxmlformats.org/drawingml/2006/main">
              <a:ext uri="{FF2B5EF4-FFF2-40B4-BE49-F238E27FC236}">
                <a16:creationId xmlns:a16="http://schemas.microsoft.com/office/drawing/2014/main" id="{D94C3363-C2C5-40E1-A811-1B6BB460DA14}"/>
              </a:ext>
            </a:extLst>
          </p:cNvPr>
          <p:cNvSpPr>
            <a:spLocks xmlns:a="http://schemas.openxmlformats.org/drawingml/2006/main" noGrp="1"/>
          </p:cNvSpPr>
          <p:nvPr/>
        </p:nvSpPr>
        <p:spPr>
          <a:xfrm xmlns:a="http://schemas.openxmlformats.org/drawingml/2006/main" rot="0" flipH="0" flipV="0">
            <a:off x="7369915"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4" name="직선 연결선 103">
            <a:extLst xmlns:a="http://schemas.openxmlformats.org/drawingml/2006/main">
              <a:ext uri="{FF2B5EF4-FFF2-40B4-BE49-F238E27FC236}">
                <a16:creationId xmlns:a16="http://schemas.microsoft.com/office/drawing/2014/main" id="{023FC784-2860-4D80-9B2C-FFE8E459AA52}"/>
              </a:ext>
            </a:extLst>
          </p:cNvPr>
          <p:cNvSpPr>
            <a:spLocks xmlns:a="http://schemas.openxmlformats.org/drawingml/2006/main" noGrp="1"/>
          </p:cNvSpPr>
          <p:nvPr/>
        </p:nvSpPr>
        <p:spPr>
          <a:xfrm xmlns:a="http://schemas.openxmlformats.org/drawingml/2006/main" rot="0" flipH="0" flipV="0">
            <a:off x="7369915"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5" name="직선 연결선 104">
            <a:extLst xmlns:a="http://schemas.openxmlformats.org/drawingml/2006/main">
              <a:ext uri="{FF2B5EF4-FFF2-40B4-BE49-F238E27FC236}">
                <a16:creationId xmlns:a16="http://schemas.microsoft.com/office/drawing/2014/main" id="{CB87E7B3-1305-41ED-BA3C-4CE5C7060CB6}"/>
              </a:ext>
            </a:extLst>
          </p:cNvPr>
          <p:cNvSpPr>
            <a:spLocks xmlns:a="http://schemas.openxmlformats.org/drawingml/2006/main" noGrp="1"/>
          </p:cNvSpPr>
          <p:nvPr/>
        </p:nvSpPr>
        <p:spPr>
          <a:xfrm xmlns:a="http://schemas.openxmlformats.org/drawingml/2006/main" rot="0" flipH="0" flipV="0">
            <a:off x="7369915"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0" name="직선 연결선 109">
            <a:extLst xmlns:a="http://schemas.openxmlformats.org/drawingml/2006/main">
              <a:ext uri="{FF2B5EF4-FFF2-40B4-BE49-F238E27FC236}">
                <a16:creationId xmlns:a16="http://schemas.microsoft.com/office/drawing/2014/main" id="{5F29A346-7413-4B68-86F2-7864680D5A3E}"/>
              </a:ext>
            </a:extLst>
          </p:cNvPr>
          <p:cNvSpPr>
            <a:spLocks xmlns:a="http://schemas.openxmlformats.org/drawingml/2006/main" noGrp="1"/>
          </p:cNvSpPr>
          <p:nvPr/>
        </p:nvSpPr>
        <p:spPr>
          <a:xfrm xmlns:a="http://schemas.openxmlformats.org/drawingml/2006/main" rot="0" flipH="0" flipV="0">
            <a:off x="7371781"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1" name="직선 연결선 110">
            <a:extLst xmlns:a="http://schemas.openxmlformats.org/drawingml/2006/main">
              <a:ext uri="{FF2B5EF4-FFF2-40B4-BE49-F238E27FC236}">
                <a16:creationId xmlns:a16="http://schemas.microsoft.com/office/drawing/2014/main" id="{228D8904-7ED8-4B96-9FB2-241D9B46E5B2}"/>
              </a:ext>
            </a:extLst>
          </p:cNvPr>
          <p:cNvSpPr>
            <a:spLocks xmlns:a="http://schemas.openxmlformats.org/drawingml/2006/main" noGrp="1"/>
          </p:cNvSpPr>
          <p:nvPr/>
        </p:nvSpPr>
        <p:spPr>
          <a:xfrm xmlns:a="http://schemas.openxmlformats.org/drawingml/2006/main" rot="0" flipH="0" flipV="0">
            <a:off x="7371781"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2" name="직선 연결선 111">
            <a:extLst xmlns:a="http://schemas.openxmlformats.org/drawingml/2006/main">
              <a:ext uri="{FF2B5EF4-FFF2-40B4-BE49-F238E27FC236}">
                <a16:creationId xmlns:a16="http://schemas.microsoft.com/office/drawing/2014/main" id="{113E4E70-DBB4-4C7B-8770-4C8F1BC18D4A}"/>
              </a:ext>
            </a:extLst>
          </p:cNvPr>
          <p:cNvSpPr>
            <a:spLocks xmlns:a="http://schemas.openxmlformats.org/drawingml/2006/main" noGrp="1"/>
          </p:cNvSpPr>
          <p:nvPr/>
        </p:nvSpPr>
        <p:spPr>
          <a:xfrm xmlns:a="http://schemas.openxmlformats.org/drawingml/2006/main" rot="0" flipH="0" flipV="0">
            <a:off x="7371781"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7" name="모서리가 둥근 직사각형 106">
            <a:extLst xmlns:a="http://schemas.openxmlformats.org/drawingml/2006/main">
              <a:ext uri="{FF2B5EF4-FFF2-40B4-BE49-F238E27FC236}">
                <a16:creationId xmlns:a16="http://schemas.microsoft.com/office/drawing/2014/main" id="{147C6039-65E9-4658-A1C8-64FD35EF60B6}"/>
              </a:ext>
            </a:extLst>
          </p:cNvPr>
          <p:cNvSpPr>
            <a:spLocks xmlns:a="http://schemas.openxmlformats.org/drawingml/2006/main" noGrp="1"/>
          </p:cNvSpPr>
          <p:nvPr/>
        </p:nvSpPr>
        <p:spPr>
          <a:xfrm xmlns:a="http://schemas.openxmlformats.org/drawingml/2006/main" rot="0" flipH="0" flipV="0">
            <a:off x="7457335" y="4373858"/>
            <a:ext cx="253628" cy="252911"/>
          </a:xfrm>
          <a:prstGeom xmlns:a="http://schemas.openxmlformats.org/drawingml/2006/main" prst="roundRect">
            <a:avLst>
              <a:gd name="adj" fmla="val 989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8" name="육각형 107">
            <a:extLst xmlns:a="http://schemas.openxmlformats.org/drawingml/2006/main">
              <a:ext uri="{FF2B5EF4-FFF2-40B4-BE49-F238E27FC236}">
                <a16:creationId xmlns:a16="http://schemas.microsoft.com/office/drawing/2014/main" id="{B6B0BA2B-79DC-44E0-A804-DB5CAFAB1238}"/>
              </a:ext>
            </a:extLst>
          </p:cNvPr>
          <p:cNvSpPr>
            <a:spLocks xmlns:a="http://schemas.openxmlformats.org/drawingml/2006/main" noGrp="1"/>
          </p:cNvSpPr>
          <p:nvPr/>
        </p:nvSpPr>
        <p:spPr>
          <a:xfrm xmlns:a="http://schemas.openxmlformats.org/drawingml/2006/main" rot="0" flipH="0" flipV="0">
            <a:off x="7489508" y="4421029"/>
            <a:ext cx="188595" cy="162000"/>
          </a:xfrm>
          <a:prstGeom xmlns:a="http://schemas.openxmlformats.org/drawingml/2006/main" prst="hexagon">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9" name="다이아몬드 108">
            <a:extLst xmlns:a="http://schemas.openxmlformats.org/drawingml/2006/main">
              <a:ext uri="{FF2B5EF4-FFF2-40B4-BE49-F238E27FC236}">
                <a16:creationId xmlns:a16="http://schemas.microsoft.com/office/drawing/2014/main" id="{3BE3573F-3D87-4E73-A01F-F2D5A10F7E24}"/>
              </a:ext>
            </a:extLst>
          </p:cNvPr>
          <p:cNvSpPr>
            <a:spLocks xmlns:a="http://schemas.openxmlformats.org/drawingml/2006/main" noGrp="1"/>
          </p:cNvSpPr>
          <p:nvPr/>
        </p:nvSpPr>
        <p:spPr>
          <a:xfrm xmlns:a="http://schemas.openxmlformats.org/drawingml/2006/main" rot="0" flipH="0" flipV="0">
            <a:off x="7530402" y="4446812"/>
            <a:ext cx="107893" cy="107893"/>
          </a:xfrm>
          <a:prstGeom xmlns:a="http://schemas.openxmlformats.org/drawingml/2006/main" prst="diamond">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14" name="직선 연결선 113">
            <a:extLst xmlns:a="http://schemas.openxmlformats.org/drawingml/2006/main">
              <a:ext uri="{FF2B5EF4-FFF2-40B4-BE49-F238E27FC236}">
                <a16:creationId xmlns:a16="http://schemas.microsoft.com/office/drawing/2014/main" id="{0EE9A02F-AD1E-42B2-86D3-6394B3D2E203}"/>
              </a:ext>
            </a:extLst>
          </p:cNvPr>
          <p:cNvSpPr>
            <a:spLocks xmlns:a="http://schemas.openxmlformats.org/drawingml/2006/main" noGrp="1"/>
          </p:cNvSpPr>
          <p:nvPr/>
        </p:nvSpPr>
        <p:spPr>
          <a:xfrm xmlns:a="http://schemas.openxmlformats.org/drawingml/2006/main" rot="0" flipH="0" flipV="0">
            <a:off x="7503731"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5" name="직선 연결선 114">
            <a:extLst xmlns:a="http://schemas.openxmlformats.org/drawingml/2006/main">
              <a:ext uri="{FF2B5EF4-FFF2-40B4-BE49-F238E27FC236}">
                <a16:creationId xmlns:a16="http://schemas.microsoft.com/office/drawing/2014/main" id="{B1B18E76-E526-41ED-8D14-855B60FFF1E4}"/>
              </a:ext>
            </a:extLst>
          </p:cNvPr>
          <p:cNvSpPr>
            <a:spLocks xmlns:a="http://schemas.openxmlformats.org/drawingml/2006/main" noGrp="1"/>
          </p:cNvSpPr>
          <p:nvPr/>
        </p:nvSpPr>
        <p:spPr>
          <a:xfrm xmlns:a="http://schemas.openxmlformats.org/drawingml/2006/main" rot="0" flipH="0" flipV="0">
            <a:off x="7559452"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6" name="직선 연결선 115">
            <a:extLst xmlns:a="http://schemas.openxmlformats.org/drawingml/2006/main">
              <a:ext uri="{FF2B5EF4-FFF2-40B4-BE49-F238E27FC236}">
                <a16:creationId xmlns:a16="http://schemas.microsoft.com/office/drawing/2014/main" id="{FBC58948-AA2E-48F9-96DD-22795AB8C547}"/>
              </a:ext>
            </a:extLst>
          </p:cNvPr>
          <p:cNvSpPr>
            <a:spLocks xmlns:a="http://schemas.openxmlformats.org/drawingml/2006/main" noGrp="1"/>
          </p:cNvSpPr>
          <p:nvPr/>
        </p:nvSpPr>
        <p:spPr>
          <a:xfrm xmlns:a="http://schemas.openxmlformats.org/drawingml/2006/main" rot="0" flipH="0" flipV="0">
            <a:off x="7614754"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7" name="직선 연결선 116">
            <a:extLst xmlns:a="http://schemas.openxmlformats.org/drawingml/2006/main">
              <a:ext uri="{FF2B5EF4-FFF2-40B4-BE49-F238E27FC236}">
                <a16:creationId xmlns:a16="http://schemas.microsoft.com/office/drawing/2014/main" id="{4B554DB6-797A-4D21-AAB2-615B918EE2B5}"/>
              </a:ext>
            </a:extLst>
          </p:cNvPr>
          <p:cNvSpPr>
            <a:spLocks xmlns:a="http://schemas.openxmlformats.org/drawingml/2006/main" noGrp="1"/>
          </p:cNvSpPr>
          <p:nvPr/>
        </p:nvSpPr>
        <p:spPr>
          <a:xfrm xmlns:a="http://schemas.openxmlformats.org/drawingml/2006/main" rot="0" flipH="0" flipV="0">
            <a:off x="7670020"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8" name="직사각형 117">
            <a:extLst xmlns:a="http://schemas.openxmlformats.org/drawingml/2006/main">
              <a:ext uri="{FF2B5EF4-FFF2-40B4-BE49-F238E27FC236}">
                <a16:creationId xmlns:a16="http://schemas.microsoft.com/office/drawing/2014/main" id="{489C35B0-194F-404D-8C06-2B304C537B98}"/>
              </a:ext>
            </a:extLst>
          </p:cNvPr>
          <p:cNvSpPr>
            <a:spLocks xmlns:a="http://schemas.openxmlformats.org/drawingml/2006/main" noGrp="1"/>
          </p:cNvSpPr>
          <p:nvPr/>
        </p:nvSpPr>
        <p:spPr>
          <a:xfrm xmlns:a="http://schemas.openxmlformats.org/drawingml/2006/main" rot="0" flipH="0" flipV="0">
            <a:off x="7488015"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19" name="직사각형 118">
            <a:extLst xmlns:a="http://schemas.openxmlformats.org/drawingml/2006/main">
              <a:ext uri="{FF2B5EF4-FFF2-40B4-BE49-F238E27FC236}">
                <a16:creationId xmlns:a16="http://schemas.microsoft.com/office/drawing/2014/main" id="{C5A66A05-2155-47C1-8DCB-2A7E0B5CA2B1}"/>
              </a:ext>
            </a:extLst>
          </p:cNvPr>
          <p:cNvSpPr>
            <a:spLocks xmlns:a="http://schemas.openxmlformats.org/drawingml/2006/main" noGrp="1"/>
          </p:cNvSpPr>
          <p:nvPr/>
        </p:nvSpPr>
        <p:spPr>
          <a:xfrm xmlns:a="http://schemas.openxmlformats.org/drawingml/2006/main" rot="0" flipH="0" flipV="0">
            <a:off x="7542813"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0" name="직사각형 119">
            <a:extLst xmlns:a="http://schemas.openxmlformats.org/drawingml/2006/main">
              <a:ext uri="{FF2B5EF4-FFF2-40B4-BE49-F238E27FC236}">
                <a16:creationId xmlns:a16="http://schemas.microsoft.com/office/drawing/2014/main" id="{B74A646F-73BE-4419-A60F-F1F42FBD28B4}"/>
              </a:ext>
            </a:extLst>
          </p:cNvPr>
          <p:cNvSpPr>
            <a:spLocks xmlns:a="http://schemas.openxmlformats.org/drawingml/2006/main" noGrp="1"/>
          </p:cNvSpPr>
          <p:nvPr/>
        </p:nvSpPr>
        <p:spPr>
          <a:xfrm xmlns:a="http://schemas.openxmlformats.org/drawingml/2006/main" rot="0" flipH="0" flipV="0">
            <a:off x="7597610"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1" name="직사각형 120">
            <a:extLst xmlns:a="http://schemas.openxmlformats.org/drawingml/2006/main">
              <a:ext uri="{FF2B5EF4-FFF2-40B4-BE49-F238E27FC236}">
                <a16:creationId xmlns:a16="http://schemas.microsoft.com/office/drawing/2014/main" id="{79CD32FB-340D-48E7-AB0A-A0E4E5E82ABE}"/>
              </a:ext>
            </a:extLst>
          </p:cNvPr>
          <p:cNvSpPr>
            <a:spLocks xmlns:a="http://schemas.openxmlformats.org/drawingml/2006/main" noGrp="1"/>
          </p:cNvSpPr>
          <p:nvPr/>
        </p:nvSpPr>
        <p:spPr>
          <a:xfrm xmlns:a="http://schemas.openxmlformats.org/drawingml/2006/main" rot="0" flipH="0" flipV="0">
            <a:off x="7652408"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2" name="타원 121">
            <a:extLst xmlns:a="http://schemas.openxmlformats.org/drawingml/2006/main">
              <a:ext uri="{FF2B5EF4-FFF2-40B4-BE49-F238E27FC236}">
                <a16:creationId xmlns:a16="http://schemas.microsoft.com/office/drawing/2014/main" id="{A5258493-3523-4AE8-BF0E-E48AD124A5A3}"/>
              </a:ext>
            </a:extLst>
          </p:cNvPr>
          <p:cNvSpPr>
            <a:spLocks xmlns:a="http://schemas.openxmlformats.org/drawingml/2006/main" noGrp="1"/>
          </p:cNvSpPr>
          <p:nvPr/>
        </p:nvSpPr>
        <p:spPr>
          <a:xfrm xmlns:a="http://schemas.openxmlformats.org/drawingml/2006/main" rot="0" flipH="0" flipV="0">
            <a:off x="7488015" y="3792166"/>
            <a:ext cx="198682" cy="198681"/>
          </a:xfrm>
          <a:prstGeom xmlns:a="http://schemas.openxmlformats.org/drawingml/2006/main" prst="ellipse">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3" name="타원 122">
            <a:extLst xmlns:a="http://schemas.openxmlformats.org/drawingml/2006/main">
              <a:ext uri="{FF2B5EF4-FFF2-40B4-BE49-F238E27FC236}">
                <a16:creationId xmlns:a16="http://schemas.microsoft.com/office/drawing/2014/main" id="{647E8352-93F5-4A77-97BC-16044B82BF52}"/>
              </a:ext>
            </a:extLst>
          </p:cNvPr>
          <p:cNvSpPr>
            <a:spLocks xmlns:a="http://schemas.openxmlformats.org/drawingml/2006/main" noGrp="1"/>
          </p:cNvSpPr>
          <p:nvPr/>
        </p:nvSpPr>
        <p:spPr>
          <a:xfrm xmlns:a="http://schemas.openxmlformats.org/drawingml/2006/main" rot="0" flipH="0" flipV="0">
            <a:off x="7521958" y="3826110"/>
            <a:ext cx="130795" cy="130794"/>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pic>
        <p:nvPicPr>
          <p:cNvPr id="219" name="그림 123"/>
          <p:cNvPicPr>
            <a:picLocks xmlns:a="http://schemas.openxmlformats.org/drawingml/2006/main" noChangeAspect="1"/>
          </p:cNvPicPr>
          <p:nvPr/>
        </p:nvPicPr>
        <p:blipFill>
          <a:blip xmlns:r="http://schemas.openxmlformats.org/officeDocument/2006/relationships" xmlns:a="http://schemas.openxmlformats.org/drawingml/2006/main" r:embed="R62b093447d1949a3"/>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Tree>
  </p:cSld>
</p:sldLayout>
</file>

<file path=ppt/slideLayouts/slideLayout2.xml><?xml version="1.0" encoding="utf-8"?>
<p:sldLayout xmlns:p="http://schemas.openxmlformats.org/presentationml/2006/main" userDrawn="1">
  <p:cSld name="1_제목 및 내용">
    <p:spTree>
      <p:nvGrpSpPr>
        <p:cNvPr id="1" name=""/>
        <p:cNvGrpSpPr/>
        <p:nvPr/>
      </p:nvGrpSpPr>
      <p:grpSpPr>
        <a:xfrm xmlns:a="http://schemas.openxmlformats.org/drawingml/2006/main"/>
      </p:grpSpPr>
      <p:pic>
        <p:nvPicPr>
          <p:cNvPr id="123" name="그림 83"/>
          <p:cNvPicPr>
            <a:picLocks xmlns:a="http://schemas.openxmlformats.org/drawingml/2006/main" noChangeAspect="1"/>
          </p:cNvPicPr>
          <p:nvPr/>
        </p:nvPicPr>
        <p:blipFill>
          <a:blip xmlns:r="http://schemas.openxmlformats.org/officeDocument/2006/relationships" xmlns:a="http://schemas.openxmlformats.org/drawingml/2006/main" r:embed="R6af432689ebb475b"/>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32" name="액자 31">
            <a:extLst xmlns:a="http://schemas.openxmlformats.org/drawingml/2006/main">
              <a:ext uri="{FF2B5EF4-FFF2-40B4-BE49-F238E27FC236}">
                <a16:creationId xmlns:a16="http://schemas.microsoft.com/office/drawing/2014/main" id="{31427F08-0604-4C85-9178-D1F7C2E6DC81}"/>
              </a:ext>
            </a:extLst>
          </p:cNvPr>
          <p:cNvSpPr>
            <a:spLocks xmlns:a="http://schemas.openxmlformats.org/drawingml/2006/main" noGrp="1"/>
          </p:cNvSpPr>
          <p:nvPr/>
        </p:nvSpPr>
        <p:spPr>
          <a:xfrm xmlns:a="http://schemas.openxmlformats.org/drawingml/2006/main" rot="0" flipH="0" flipV="0">
            <a:off x="7456583" y="3144053"/>
            <a:ext cx="261461" cy="262261"/>
          </a:xfrm>
          <a:prstGeom xmlns:a="http://schemas.openxmlformats.org/drawingml/2006/main" prst="frame">
            <a:avLst/>
          </a:prstGeom>
          <a:solidFill xmlns:a="http://schemas.openxmlformats.org/drawingml/2006/main">
            <a:srgbClr val="EBF0FF"/>
          </a:solidFill>
          <a:ln xmlns:a="http://schemas.openxmlformats.org/drawingml/2006/main" w="12700">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solidFill>
                <a:schemeClr val="tx1"/>
              </a:solidFill>
            </a:endParaRPr>
          </a:p>
        </p:txBody>
      </p:sp>
      <p:sp>
        <p:nvSpPr>
          <p:cNvPr id="33" name="직선 연결선 32">
            <a:extLst xmlns:a="http://schemas.openxmlformats.org/drawingml/2006/main">
              <a:ext uri="{FF2B5EF4-FFF2-40B4-BE49-F238E27FC236}">
                <a16:creationId xmlns:a16="http://schemas.microsoft.com/office/drawing/2014/main" id="{EA6166F4-823A-47DF-B903-BFDE6BBD2C2E}"/>
              </a:ext>
            </a:extLst>
          </p:cNvPr>
          <p:cNvSpPr>
            <a:spLocks xmlns:a="http://schemas.openxmlformats.org/drawingml/2006/main" noGrp="1"/>
          </p:cNvSpPr>
          <p:nvPr/>
        </p:nvSpPr>
        <p:spPr>
          <a:xfrm xmlns:a="http://schemas.openxmlformats.org/drawingml/2006/main" rot="0" flipH="0" flipV="0">
            <a:off x="7523290"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4" name="직선 연결선 33">
            <a:extLst xmlns:a="http://schemas.openxmlformats.org/drawingml/2006/main">
              <a:ext uri="{FF2B5EF4-FFF2-40B4-BE49-F238E27FC236}">
                <a16:creationId xmlns:a16="http://schemas.microsoft.com/office/drawing/2014/main" id="{E22744BD-DFCA-4B48-A048-F757FDC792BF}"/>
              </a:ext>
            </a:extLst>
          </p:cNvPr>
          <p:cNvSpPr>
            <a:spLocks xmlns:a="http://schemas.openxmlformats.org/drawingml/2006/main" noGrp="1"/>
          </p:cNvSpPr>
          <p:nvPr/>
        </p:nvSpPr>
        <p:spPr>
          <a:xfrm xmlns:a="http://schemas.openxmlformats.org/drawingml/2006/main" rot="0" flipH="0" flipV="0">
            <a:off x="7587449"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직선 연결선 34">
            <a:extLst xmlns:a="http://schemas.openxmlformats.org/drawingml/2006/main">
              <a:ext uri="{FF2B5EF4-FFF2-40B4-BE49-F238E27FC236}">
                <a16:creationId xmlns:a16="http://schemas.microsoft.com/office/drawing/2014/main" id="{31C084F1-F948-4400-BCE5-DA617137B226}"/>
              </a:ext>
            </a:extLst>
          </p:cNvPr>
          <p:cNvSpPr>
            <a:spLocks xmlns:a="http://schemas.openxmlformats.org/drawingml/2006/main" noGrp="1"/>
          </p:cNvSpPr>
          <p:nvPr/>
        </p:nvSpPr>
        <p:spPr>
          <a:xfrm xmlns:a="http://schemas.openxmlformats.org/drawingml/2006/main" rot="0" flipH="0" flipV="0">
            <a:off x="7651607"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직선 연결선 35">
            <a:extLst xmlns:a="http://schemas.openxmlformats.org/drawingml/2006/main">
              <a:ext uri="{FF2B5EF4-FFF2-40B4-BE49-F238E27FC236}">
                <a16:creationId xmlns:a16="http://schemas.microsoft.com/office/drawing/2014/main" id="{BE79A3CD-89B6-408D-8035-2DF614FD9741}"/>
              </a:ext>
            </a:extLst>
          </p:cNvPr>
          <p:cNvSpPr>
            <a:spLocks xmlns:a="http://schemas.openxmlformats.org/drawingml/2006/main" noGrp="1"/>
          </p:cNvSpPr>
          <p:nvPr/>
        </p:nvSpPr>
        <p:spPr>
          <a:xfrm xmlns:a="http://schemas.openxmlformats.org/drawingml/2006/main" rot="0" flipH="0" flipV="0">
            <a:off x="7523290"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직선 연결선 36">
            <a:extLst xmlns:a="http://schemas.openxmlformats.org/drawingml/2006/main">
              <a:ext uri="{FF2B5EF4-FFF2-40B4-BE49-F238E27FC236}">
                <a16:creationId xmlns:a16="http://schemas.microsoft.com/office/drawing/2014/main" id="{A17EECF0-8F8B-409B-9171-C2B9D5AF12A9}"/>
              </a:ext>
            </a:extLst>
          </p:cNvPr>
          <p:cNvSpPr>
            <a:spLocks xmlns:a="http://schemas.openxmlformats.org/drawingml/2006/main" noGrp="1"/>
          </p:cNvSpPr>
          <p:nvPr/>
        </p:nvSpPr>
        <p:spPr>
          <a:xfrm xmlns:a="http://schemas.openxmlformats.org/drawingml/2006/main" rot="0" flipH="0" flipV="0">
            <a:off x="7587449"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직선 연결선 37">
            <a:extLst xmlns:a="http://schemas.openxmlformats.org/drawingml/2006/main">
              <a:ext uri="{FF2B5EF4-FFF2-40B4-BE49-F238E27FC236}">
                <a16:creationId xmlns:a16="http://schemas.microsoft.com/office/drawing/2014/main" id="{65D76B2B-D8FC-46FF-940A-127D2ED6684C}"/>
              </a:ext>
            </a:extLst>
          </p:cNvPr>
          <p:cNvSpPr>
            <a:spLocks xmlns:a="http://schemas.openxmlformats.org/drawingml/2006/main" noGrp="1"/>
          </p:cNvSpPr>
          <p:nvPr/>
        </p:nvSpPr>
        <p:spPr>
          <a:xfrm xmlns:a="http://schemas.openxmlformats.org/drawingml/2006/main" rot="0" flipH="0" flipV="0">
            <a:off x="7651607"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4" name="직선 연결선 43">
            <a:extLst xmlns:a="http://schemas.openxmlformats.org/drawingml/2006/main">
              <a:ext uri="{FF2B5EF4-FFF2-40B4-BE49-F238E27FC236}">
                <a16:creationId xmlns:a16="http://schemas.microsoft.com/office/drawing/2014/main" id="{B8259F27-B370-403D-89EE-1C3620055ABA}"/>
              </a:ext>
            </a:extLst>
          </p:cNvPr>
          <p:cNvSpPr>
            <a:spLocks xmlns:a="http://schemas.openxmlformats.org/drawingml/2006/main" noGrp="1"/>
          </p:cNvSpPr>
          <p:nvPr/>
        </p:nvSpPr>
        <p:spPr>
          <a:xfrm xmlns:a="http://schemas.openxmlformats.org/drawingml/2006/main" rot="0" flipH="0" flipV="0">
            <a:off x="769444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5" name="직선 연결선 44">
            <a:extLst xmlns:a="http://schemas.openxmlformats.org/drawingml/2006/main">
              <a:ext uri="{FF2B5EF4-FFF2-40B4-BE49-F238E27FC236}">
                <a16:creationId xmlns:a16="http://schemas.microsoft.com/office/drawing/2014/main" id="{C3DD7A92-56B7-423B-A117-1BA35F2557C2}"/>
              </a:ext>
            </a:extLst>
          </p:cNvPr>
          <p:cNvSpPr>
            <a:spLocks xmlns:a="http://schemas.openxmlformats.org/drawingml/2006/main" noGrp="1"/>
          </p:cNvSpPr>
          <p:nvPr/>
        </p:nvSpPr>
        <p:spPr>
          <a:xfrm xmlns:a="http://schemas.openxmlformats.org/drawingml/2006/main" rot="0" flipH="0" flipV="0">
            <a:off x="775860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직선 연결선 45">
            <a:extLst xmlns:a="http://schemas.openxmlformats.org/drawingml/2006/main">
              <a:ext uri="{FF2B5EF4-FFF2-40B4-BE49-F238E27FC236}">
                <a16:creationId xmlns:a16="http://schemas.microsoft.com/office/drawing/2014/main" id="{CA6251D0-C514-4078-8AD1-870D42E573CB}"/>
              </a:ext>
            </a:extLst>
          </p:cNvPr>
          <p:cNvSpPr>
            <a:spLocks xmlns:a="http://schemas.openxmlformats.org/drawingml/2006/main" noGrp="1"/>
          </p:cNvSpPr>
          <p:nvPr/>
        </p:nvSpPr>
        <p:spPr>
          <a:xfrm xmlns:a="http://schemas.openxmlformats.org/drawingml/2006/main" rot="0" flipH="0" flipV="0">
            <a:off x="7822763"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직선 연결선 40">
            <a:extLst xmlns:a="http://schemas.openxmlformats.org/drawingml/2006/main">
              <a:ext uri="{FF2B5EF4-FFF2-40B4-BE49-F238E27FC236}">
                <a16:creationId xmlns:a16="http://schemas.microsoft.com/office/drawing/2014/main" id="{FBCA1169-7AA4-41DC-836C-C791DB081352}"/>
              </a:ext>
            </a:extLst>
          </p:cNvPr>
          <p:cNvSpPr>
            <a:spLocks xmlns:a="http://schemas.openxmlformats.org/drawingml/2006/main" noGrp="1"/>
          </p:cNvSpPr>
          <p:nvPr/>
        </p:nvSpPr>
        <p:spPr>
          <a:xfrm xmlns:a="http://schemas.openxmlformats.org/drawingml/2006/main" rot="0" flipH="0" flipV="0">
            <a:off x="7346149"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2" name="직선 연결선 41">
            <a:extLst xmlns:a="http://schemas.openxmlformats.org/drawingml/2006/main">
              <a:ext uri="{FF2B5EF4-FFF2-40B4-BE49-F238E27FC236}">
                <a16:creationId xmlns:a16="http://schemas.microsoft.com/office/drawing/2014/main" id="{140B98B7-2CB9-47E7-80BA-A3CA65C521FE}"/>
              </a:ext>
            </a:extLst>
          </p:cNvPr>
          <p:cNvSpPr>
            <a:spLocks xmlns:a="http://schemas.openxmlformats.org/drawingml/2006/main" noGrp="1"/>
          </p:cNvSpPr>
          <p:nvPr/>
        </p:nvSpPr>
        <p:spPr>
          <a:xfrm xmlns:a="http://schemas.openxmlformats.org/drawingml/2006/main" rot="0" flipH="0" flipV="0">
            <a:off x="741030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직선 연결선 42">
            <a:extLst xmlns:a="http://schemas.openxmlformats.org/drawingml/2006/main">
              <a:ext uri="{FF2B5EF4-FFF2-40B4-BE49-F238E27FC236}">
                <a16:creationId xmlns:a16="http://schemas.microsoft.com/office/drawing/2014/main" id="{8C807F59-85EF-4F90-96D9-E56E9DD51E72}"/>
              </a:ext>
            </a:extLst>
          </p:cNvPr>
          <p:cNvSpPr>
            <a:spLocks xmlns:a="http://schemas.openxmlformats.org/drawingml/2006/main" noGrp="1"/>
          </p:cNvSpPr>
          <p:nvPr/>
        </p:nvSpPr>
        <p:spPr>
          <a:xfrm xmlns:a="http://schemas.openxmlformats.org/drawingml/2006/main" rot="0" flipH="0" flipV="0">
            <a:off x="747446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8" name="모서리가 둥근 직사각형 47">
            <a:extLst xmlns:a="http://schemas.openxmlformats.org/drawingml/2006/main">
              <a:ext uri="{FF2B5EF4-FFF2-40B4-BE49-F238E27FC236}">
                <a16:creationId xmlns:a16="http://schemas.microsoft.com/office/drawing/2014/main" id="{E7004B0E-9D30-476A-A2CB-55F6879C1A81}"/>
              </a:ext>
            </a:extLst>
          </p:cNvPr>
          <p:cNvSpPr>
            <a:spLocks xmlns:a="http://schemas.openxmlformats.org/drawingml/2006/main" noGrp="1"/>
          </p:cNvSpPr>
          <p:nvPr/>
        </p:nvSpPr>
        <p:spPr>
          <a:xfrm xmlns:a="http://schemas.openxmlformats.org/drawingml/2006/main" rot="0" flipH="0" flipV="0">
            <a:off x="809613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49" name="모서리가 둥근 직사각형 48">
            <a:extLst xmlns:a="http://schemas.openxmlformats.org/drawingml/2006/main">
              <a:ext uri="{FF2B5EF4-FFF2-40B4-BE49-F238E27FC236}">
                <a16:creationId xmlns:a16="http://schemas.microsoft.com/office/drawing/2014/main" id="{F0694E3B-7032-464F-8F29-0D1B8C13F654}"/>
              </a:ext>
            </a:extLst>
          </p:cNvPr>
          <p:cNvSpPr>
            <a:spLocks xmlns:a="http://schemas.openxmlformats.org/drawingml/2006/main" noGrp="1"/>
          </p:cNvSpPr>
          <p:nvPr/>
        </p:nvSpPr>
        <p:spPr>
          <a:xfrm xmlns:a="http://schemas.openxmlformats.org/drawingml/2006/main" rot="0" flipH="0" flipV="0">
            <a:off x="821152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0" name="타원 49">
            <a:extLst xmlns:a="http://schemas.openxmlformats.org/drawingml/2006/main">
              <a:ext uri="{FF2B5EF4-FFF2-40B4-BE49-F238E27FC236}">
                <a16:creationId xmlns:a16="http://schemas.microsoft.com/office/drawing/2014/main" id="{4C70B3C4-0AFE-46C4-AA6E-65BFE43F2EF0}"/>
              </a:ext>
            </a:extLst>
          </p:cNvPr>
          <p:cNvSpPr>
            <a:spLocks xmlns:a="http://schemas.openxmlformats.org/drawingml/2006/main" noGrp="1"/>
          </p:cNvSpPr>
          <p:nvPr/>
        </p:nvSpPr>
        <p:spPr>
          <a:xfrm xmlns:a="http://schemas.openxmlformats.org/drawingml/2006/main" rot="16200000" flipH="0" flipV="0">
            <a:off x="7986624"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1" name="타원 50">
            <a:extLst xmlns:a="http://schemas.openxmlformats.org/drawingml/2006/main">
              <a:ext uri="{FF2B5EF4-FFF2-40B4-BE49-F238E27FC236}">
                <a16:creationId xmlns:a16="http://schemas.microsoft.com/office/drawing/2014/main" id="{93E94FED-4CB6-4712-8FDE-EB08B0A9A0AF}"/>
              </a:ext>
            </a:extLst>
          </p:cNvPr>
          <p:cNvSpPr>
            <a:spLocks xmlns:a="http://schemas.openxmlformats.org/drawingml/2006/main" noGrp="1"/>
          </p:cNvSpPr>
          <p:nvPr/>
        </p:nvSpPr>
        <p:spPr>
          <a:xfrm xmlns:a="http://schemas.openxmlformats.org/drawingml/2006/main" rot="16200000" flipH="0" flipV="0">
            <a:off x="8331583"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41" name="직선 연결선 51"/>
          <p:cNvCxnSpPr>
            <a:stCxn xmlns:a="http://schemas.openxmlformats.org/drawingml/2006/main" id="50" idx="4"/>
            <a:endCxn xmlns:a="http://schemas.openxmlformats.org/drawingml/2006/main" id="51" idx="0"/>
          </p:cNvCxnSpPr>
          <p:nvPr/>
        </p:nvCxnSpPr>
        <p:spPr>
          <a:xfrm xmlns:a="http://schemas.openxmlformats.org/drawingml/2006/main" rot="0" flipH="0" flipV="0">
            <a:off x="8016324" y="3361824"/>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3" name="타원 52">
            <a:extLst xmlns:a="http://schemas.openxmlformats.org/drawingml/2006/main">
              <a:ext uri="{FF2B5EF4-FFF2-40B4-BE49-F238E27FC236}">
                <a16:creationId xmlns:a16="http://schemas.microsoft.com/office/drawing/2014/main" id="{EDA62767-03B9-4D5A-989D-D548C90C53A9}"/>
              </a:ext>
            </a:extLst>
          </p:cNvPr>
          <p:cNvSpPr>
            <a:spLocks xmlns:a="http://schemas.openxmlformats.org/drawingml/2006/main" noGrp="1"/>
          </p:cNvSpPr>
          <p:nvPr/>
        </p:nvSpPr>
        <p:spPr>
          <a:xfrm xmlns:a="http://schemas.openxmlformats.org/drawingml/2006/main" rot="16200000" flipH="0" flipV="0">
            <a:off x="7986624"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4" name="타원 53">
            <a:extLst xmlns:a="http://schemas.openxmlformats.org/drawingml/2006/main">
              <a:ext uri="{FF2B5EF4-FFF2-40B4-BE49-F238E27FC236}">
                <a16:creationId xmlns:a16="http://schemas.microsoft.com/office/drawing/2014/main" id="{00761FD3-05C6-4828-835C-BA01A4157AE3}"/>
              </a:ext>
            </a:extLst>
          </p:cNvPr>
          <p:cNvSpPr>
            <a:spLocks xmlns:a="http://schemas.openxmlformats.org/drawingml/2006/main" noGrp="1"/>
          </p:cNvSpPr>
          <p:nvPr/>
        </p:nvSpPr>
        <p:spPr>
          <a:xfrm xmlns:a="http://schemas.openxmlformats.org/drawingml/2006/main" rot="16200000" flipH="0" flipV="0">
            <a:off x="8331583"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44" name="직선 연결선 54"/>
          <p:cNvCxnSpPr>
            <a:stCxn xmlns:a="http://schemas.openxmlformats.org/drawingml/2006/main" id="53" idx="4"/>
            <a:endCxn xmlns:a="http://schemas.openxmlformats.org/drawingml/2006/main" id="54" idx="0"/>
          </p:cNvCxnSpPr>
          <p:nvPr/>
        </p:nvCxnSpPr>
        <p:spPr>
          <a:xfrm xmlns:a="http://schemas.openxmlformats.org/drawingml/2006/main" rot="0" flipH="0" flipV="0">
            <a:off x="8016324" y="3271649"/>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6" name="타원 55">
            <a:extLst xmlns:a="http://schemas.openxmlformats.org/drawingml/2006/main">
              <a:ext uri="{FF2B5EF4-FFF2-40B4-BE49-F238E27FC236}">
                <a16:creationId xmlns:a16="http://schemas.microsoft.com/office/drawing/2014/main" id="{64237746-A704-42AB-AA0C-519D27265597}"/>
              </a:ext>
            </a:extLst>
          </p:cNvPr>
          <p:cNvSpPr>
            <a:spLocks xmlns:a="http://schemas.openxmlformats.org/drawingml/2006/main" noGrp="1"/>
          </p:cNvSpPr>
          <p:nvPr/>
        </p:nvSpPr>
        <p:spPr>
          <a:xfrm xmlns:a="http://schemas.openxmlformats.org/drawingml/2006/main" rot="16200000" flipH="0" flipV="0">
            <a:off x="7986624"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7" name="타원 56">
            <a:extLst xmlns:a="http://schemas.openxmlformats.org/drawingml/2006/main">
              <a:ext uri="{FF2B5EF4-FFF2-40B4-BE49-F238E27FC236}">
                <a16:creationId xmlns:a16="http://schemas.microsoft.com/office/drawing/2014/main" id="{768846CB-FD3D-4C11-B18C-3F00F70948D1}"/>
              </a:ext>
            </a:extLst>
          </p:cNvPr>
          <p:cNvSpPr>
            <a:spLocks xmlns:a="http://schemas.openxmlformats.org/drawingml/2006/main" noGrp="1"/>
          </p:cNvSpPr>
          <p:nvPr/>
        </p:nvSpPr>
        <p:spPr>
          <a:xfrm xmlns:a="http://schemas.openxmlformats.org/drawingml/2006/main" rot="16200000" flipH="0" flipV="0">
            <a:off x="8331583"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47" name="직선 연결선 57"/>
          <p:cNvCxnSpPr>
            <a:stCxn xmlns:a="http://schemas.openxmlformats.org/drawingml/2006/main" id="56" idx="4"/>
            <a:endCxn xmlns:a="http://schemas.openxmlformats.org/drawingml/2006/main" id="57" idx="0"/>
          </p:cNvCxnSpPr>
          <p:nvPr/>
        </p:nvCxnSpPr>
        <p:spPr>
          <a:xfrm xmlns:a="http://schemas.openxmlformats.org/drawingml/2006/main" rot="0" flipH="0" flipV="0">
            <a:off x="8016324" y="3186147"/>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9" name="직사각형 58">
            <a:extLst xmlns:a="http://schemas.openxmlformats.org/drawingml/2006/main">
              <a:ext uri="{FF2B5EF4-FFF2-40B4-BE49-F238E27FC236}">
                <a16:creationId xmlns:a16="http://schemas.microsoft.com/office/drawing/2014/main" id="{550AB562-15C1-41A2-937C-78F5B65FF6BA}"/>
              </a:ext>
            </a:extLst>
          </p:cNvPr>
          <p:cNvSpPr>
            <a:spLocks xmlns:a="http://schemas.openxmlformats.org/drawingml/2006/main" noGrp="1"/>
          </p:cNvSpPr>
          <p:nvPr/>
        </p:nvSpPr>
        <p:spPr>
          <a:xfrm xmlns:a="http://schemas.openxmlformats.org/drawingml/2006/main" rot="0" flipH="0" flipV="0">
            <a:off x="8096137" y="3122358"/>
            <a:ext cx="161288" cy="299301"/>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0" name="직사각형 59">
            <a:extLst xmlns:a="http://schemas.openxmlformats.org/drawingml/2006/main">
              <a:ext uri="{FF2B5EF4-FFF2-40B4-BE49-F238E27FC236}">
                <a16:creationId xmlns:a16="http://schemas.microsoft.com/office/drawing/2014/main" id="{7300732A-D1B5-4BF2-B50B-9D754A3B679F}"/>
              </a:ext>
            </a:extLst>
          </p:cNvPr>
          <p:cNvSpPr>
            <a:spLocks xmlns:a="http://schemas.openxmlformats.org/drawingml/2006/main" noGrp="1"/>
          </p:cNvSpPr>
          <p:nvPr/>
        </p:nvSpPr>
        <p:spPr>
          <a:xfrm xmlns:a="http://schemas.openxmlformats.org/drawingml/2006/main" rot="0" flipH="0" flipV="0">
            <a:off x="8120953" y="3146364"/>
            <a:ext cx="110553" cy="249578"/>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2" name="직선 연결선 61">
            <a:extLst xmlns:a="http://schemas.openxmlformats.org/drawingml/2006/main">
              <a:ext uri="{FF2B5EF4-FFF2-40B4-BE49-F238E27FC236}">
                <a16:creationId xmlns:a16="http://schemas.microsoft.com/office/drawing/2014/main" id="{450C89F1-F4A4-45FD-9CD4-EF683C42F5C6}"/>
              </a:ext>
            </a:extLst>
          </p:cNvPr>
          <p:cNvSpPr>
            <a:spLocks xmlns:a="http://schemas.openxmlformats.org/drawingml/2006/main" noGrp="1"/>
          </p:cNvSpPr>
          <p:nvPr/>
        </p:nvSpPr>
        <p:spPr>
          <a:xfrm xmlns:a="http://schemas.openxmlformats.org/drawingml/2006/main" rot="0" flipH="0" flipV="0">
            <a:off x="7369915"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3" name="직선 연결선 62">
            <a:extLst xmlns:a="http://schemas.openxmlformats.org/drawingml/2006/main">
              <a:ext uri="{FF2B5EF4-FFF2-40B4-BE49-F238E27FC236}">
                <a16:creationId xmlns:a16="http://schemas.microsoft.com/office/drawing/2014/main" id="{B2D1D495-F90A-44A2-947D-1806DD3DFB87}"/>
              </a:ext>
            </a:extLst>
          </p:cNvPr>
          <p:cNvSpPr>
            <a:spLocks xmlns:a="http://schemas.openxmlformats.org/drawingml/2006/main" noGrp="1"/>
          </p:cNvSpPr>
          <p:nvPr/>
        </p:nvSpPr>
        <p:spPr>
          <a:xfrm xmlns:a="http://schemas.openxmlformats.org/drawingml/2006/main" rot="0" flipH="0" flipV="0">
            <a:off x="7369915"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4" name="직선 연결선 63">
            <a:extLst xmlns:a="http://schemas.openxmlformats.org/drawingml/2006/main">
              <a:ext uri="{FF2B5EF4-FFF2-40B4-BE49-F238E27FC236}">
                <a16:creationId xmlns:a16="http://schemas.microsoft.com/office/drawing/2014/main" id="{81914B9C-EB4D-4ED8-A3C9-038E297DF2E4}"/>
              </a:ext>
            </a:extLst>
          </p:cNvPr>
          <p:cNvSpPr>
            <a:spLocks xmlns:a="http://schemas.openxmlformats.org/drawingml/2006/main" noGrp="1"/>
          </p:cNvSpPr>
          <p:nvPr/>
        </p:nvSpPr>
        <p:spPr>
          <a:xfrm xmlns:a="http://schemas.openxmlformats.org/drawingml/2006/main" rot="0" flipH="0" flipV="0">
            <a:off x="7369915"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9" name="직선 연결선 68">
            <a:extLst xmlns:a="http://schemas.openxmlformats.org/drawingml/2006/main">
              <a:ext uri="{FF2B5EF4-FFF2-40B4-BE49-F238E27FC236}">
                <a16:creationId xmlns:a16="http://schemas.microsoft.com/office/drawing/2014/main" id="{C49C1DB4-F063-46F4-A553-FA5DB75BC039}"/>
              </a:ext>
            </a:extLst>
          </p:cNvPr>
          <p:cNvSpPr>
            <a:spLocks xmlns:a="http://schemas.openxmlformats.org/drawingml/2006/main" noGrp="1"/>
          </p:cNvSpPr>
          <p:nvPr/>
        </p:nvSpPr>
        <p:spPr>
          <a:xfrm xmlns:a="http://schemas.openxmlformats.org/drawingml/2006/main" rot="0" flipH="0" flipV="0">
            <a:off x="7371781"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0" name="직선 연결선 69">
            <a:extLst xmlns:a="http://schemas.openxmlformats.org/drawingml/2006/main">
              <a:ext uri="{FF2B5EF4-FFF2-40B4-BE49-F238E27FC236}">
                <a16:creationId xmlns:a16="http://schemas.microsoft.com/office/drawing/2014/main" id="{74888253-DE17-4910-B4E5-B965BFCDE3DD}"/>
              </a:ext>
            </a:extLst>
          </p:cNvPr>
          <p:cNvSpPr>
            <a:spLocks xmlns:a="http://schemas.openxmlformats.org/drawingml/2006/main" noGrp="1"/>
          </p:cNvSpPr>
          <p:nvPr/>
        </p:nvSpPr>
        <p:spPr>
          <a:xfrm xmlns:a="http://schemas.openxmlformats.org/drawingml/2006/main" rot="0" flipH="0" flipV="0">
            <a:off x="7371781"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1" name="직선 연결선 70">
            <a:extLst xmlns:a="http://schemas.openxmlformats.org/drawingml/2006/main">
              <a:ext uri="{FF2B5EF4-FFF2-40B4-BE49-F238E27FC236}">
                <a16:creationId xmlns:a16="http://schemas.microsoft.com/office/drawing/2014/main" id="{72A30CFC-48CA-45B1-9366-D9D61CFC2B6E}"/>
              </a:ext>
            </a:extLst>
          </p:cNvPr>
          <p:cNvSpPr>
            <a:spLocks xmlns:a="http://schemas.openxmlformats.org/drawingml/2006/main" noGrp="1"/>
          </p:cNvSpPr>
          <p:nvPr/>
        </p:nvSpPr>
        <p:spPr>
          <a:xfrm xmlns:a="http://schemas.openxmlformats.org/drawingml/2006/main" rot="0" flipH="0" flipV="0">
            <a:off x="7371781"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6" name="모서리가 둥근 직사각형 65">
            <a:extLst xmlns:a="http://schemas.openxmlformats.org/drawingml/2006/main">
              <a:ext uri="{FF2B5EF4-FFF2-40B4-BE49-F238E27FC236}">
                <a16:creationId xmlns:a16="http://schemas.microsoft.com/office/drawing/2014/main" id="{C2DB1857-9FB8-4CD7-A1BF-7F5C571030F7}"/>
              </a:ext>
            </a:extLst>
          </p:cNvPr>
          <p:cNvSpPr>
            <a:spLocks xmlns:a="http://schemas.openxmlformats.org/drawingml/2006/main" noGrp="1"/>
          </p:cNvSpPr>
          <p:nvPr/>
        </p:nvSpPr>
        <p:spPr>
          <a:xfrm xmlns:a="http://schemas.openxmlformats.org/drawingml/2006/main" rot="0" flipH="0" flipV="0">
            <a:off x="7457335" y="4373858"/>
            <a:ext cx="253628" cy="252911"/>
          </a:xfrm>
          <a:prstGeom xmlns:a="http://schemas.openxmlformats.org/drawingml/2006/main" prst="roundRect">
            <a:avLst>
              <a:gd name="adj" fmla="val 989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7" name="육각형 66">
            <a:extLst xmlns:a="http://schemas.openxmlformats.org/drawingml/2006/main">
              <a:ext uri="{FF2B5EF4-FFF2-40B4-BE49-F238E27FC236}">
                <a16:creationId xmlns:a16="http://schemas.microsoft.com/office/drawing/2014/main" id="{0B074F43-9645-498A-987D-E3D4CEB87C1A}"/>
              </a:ext>
            </a:extLst>
          </p:cNvPr>
          <p:cNvSpPr>
            <a:spLocks xmlns:a="http://schemas.openxmlformats.org/drawingml/2006/main" noGrp="1"/>
          </p:cNvSpPr>
          <p:nvPr/>
        </p:nvSpPr>
        <p:spPr>
          <a:xfrm xmlns:a="http://schemas.openxmlformats.org/drawingml/2006/main" rot="0" flipH="0" flipV="0">
            <a:off x="7489508" y="4421029"/>
            <a:ext cx="188595" cy="162000"/>
          </a:xfrm>
          <a:prstGeom xmlns:a="http://schemas.openxmlformats.org/drawingml/2006/main" prst="hexagon">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8" name="다이아몬드 67">
            <a:extLst xmlns:a="http://schemas.openxmlformats.org/drawingml/2006/main">
              <a:ext uri="{FF2B5EF4-FFF2-40B4-BE49-F238E27FC236}">
                <a16:creationId xmlns:a16="http://schemas.microsoft.com/office/drawing/2014/main" id="{979D5A0F-FFA9-45CD-8539-7E4B16A1E91E}"/>
              </a:ext>
            </a:extLst>
          </p:cNvPr>
          <p:cNvSpPr>
            <a:spLocks xmlns:a="http://schemas.openxmlformats.org/drawingml/2006/main" noGrp="1"/>
          </p:cNvSpPr>
          <p:nvPr/>
        </p:nvSpPr>
        <p:spPr>
          <a:xfrm xmlns:a="http://schemas.openxmlformats.org/drawingml/2006/main" rot="0" flipH="0" flipV="0">
            <a:off x="7530402" y="4446812"/>
            <a:ext cx="107893" cy="107893"/>
          </a:xfrm>
          <a:prstGeom xmlns:a="http://schemas.openxmlformats.org/drawingml/2006/main" prst="diamond">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3" name="직선 연결선 72">
            <a:extLst xmlns:a="http://schemas.openxmlformats.org/drawingml/2006/main">
              <a:ext uri="{FF2B5EF4-FFF2-40B4-BE49-F238E27FC236}">
                <a16:creationId xmlns:a16="http://schemas.microsoft.com/office/drawing/2014/main" id="{DABA0E31-5E34-40FB-9390-D858122506D2}"/>
              </a:ext>
            </a:extLst>
          </p:cNvPr>
          <p:cNvSpPr>
            <a:spLocks xmlns:a="http://schemas.openxmlformats.org/drawingml/2006/main" noGrp="1"/>
          </p:cNvSpPr>
          <p:nvPr/>
        </p:nvSpPr>
        <p:spPr>
          <a:xfrm xmlns:a="http://schemas.openxmlformats.org/drawingml/2006/main" rot="0" flipH="0" flipV="0">
            <a:off x="7503731"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4" name="직선 연결선 73">
            <a:extLst xmlns:a="http://schemas.openxmlformats.org/drawingml/2006/main">
              <a:ext uri="{FF2B5EF4-FFF2-40B4-BE49-F238E27FC236}">
                <a16:creationId xmlns:a16="http://schemas.microsoft.com/office/drawing/2014/main" id="{4D661DA3-E4AA-43BC-A80A-2409061EE2C7}"/>
              </a:ext>
            </a:extLst>
          </p:cNvPr>
          <p:cNvSpPr>
            <a:spLocks xmlns:a="http://schemas.openxmlformats.org/drawingml/2006/main" noGrp="1"/>
          </p:cNvSpPr>
          <p:nvPr/>
        </p:nvSpPr>
        <p:spPr>
          <a:xfrm xmlns:a="http://schemas.openxmlformats.org/drawingml/2006/main" rot="0" flipH="0" flipV="0">
            <a:off x="7559452"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5" name="직선 연결선 74">
            <a:extLst xmlns:a="http://schemas.openxmlformats.org/drawingml/2006/main">
              <a:ext uri="{FF2B5EF4-FFF2-40B4-BE49-F238E27FC236}">
                <a16:creationId xmlns:a16="http://schemas.microsoft.com/office/drawing/2014/main" id="{3044A837-E69A-4EEA-915E-27AAFA59112C}"/>
              </a:ext>
            </a:extLst>
          </p:cNvPr>
          <p:cNvSpPr>
            <a:spLocks xmlns:a="http://schemas.openxmlformats.org/drawingml/2006/main" noGrp="1"/>
          </p:cNvSpPr>
          <p:nvPr/>
        </p:nvSpPr>
        <p:spPr>
          <a:xfrm xmlns:a="http://schemas.openxmlformats.org/drawingml/2006/main" rot="0" flipH="0" flipV="0">
            <a:off x="7614754"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직선 연결선 75">
            <a:extLst xmlns:a="http://schemas.openxmlformats.org/drawingml/2006/main">
              <a:ext uri="{FF2B5EF4-FFF2-40B4-BE49-F238E27FC236}">
                <a16:creationId xmlns:a16="http://schemas.microsoft.com/office/drawing/2014/main" id="{F6E45A77-BF3B-4AA6-B708-D1DCEF07B936}"/>
              </a:ext>
            </a:extLst>
          </p:cNvPr>
          <p:cNvSpPr>
            <a:spLocks xmlns:a="http://schemas.openxmlformats.org/drawingml/2006/main" noGrp="1"/>
          </p:cNvSpPr>
          <p:nvPr/>
        </p:nvSpPr>
        <p:spPr>
          <a:xfrm xmlns:a="http://schemas.openxmlformats.org/drawingml/2006/main" rot="0" flipH="0" flipV="0">
            <a:off x="7670020"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직사각형 76">
            <a:extLst xmlns:a="http://schemas.openxmlformats.org/drawingml/2006/main">
              <a:ext uri="{FF2B5EF4-FFF2-40B4-BE49-F238E27FC236}">
                <a16:creationId xmlns:a16="http://schemas.microsoft.com/office/drawing/2014/main" id="{3327204B-8A63-4550-81CB-3D8BF92973D1}"/>
              </a:ext>
            </a:extLst>
          </p:cNvPr>
          <p:cNvSpPr>
            <a:spLocks xmlns:a="http://schemas.openxmlformats.org/drawingml/2006/main" noGrp="1"/>
          </p:cNvSpPr>
          <p:nvPr/>
        </p:nvSpPr>
        <p:spPr>
          <a:xfrm xmlns:a="http://schemas.openxmlformats.org/drawingml/2006/main" rot="0" flipH="0" flipV="0">
            <a:off x="7488015"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8" name="직사각형 77">
            <a:extLst xmlns:a="http://schemas.openxmlformats.org/drawingml/2006/main">
              <a:ext uri="{FF2B5EF4-FFF2-40B4-BE49-F238E27FC236}">
                <a16:creationId xmlns:a16="http://schemas.microsoft.com/office/drawing/2014/main" id="{21014D3D-DD0E-487E-B10C-74ED461D25D9}"/>
              </a:ext>
            </a:extLst>
          </p:cNvPr>
          <p:cNvSpPr>
            <a:spLocks xmlns:a="http://schemas.openxmlformats.org/drawingml/2006/main" noGrp="1"/>
          </p:cNvSpPr>
          <p:nvPr/>
        </p:nvSpPr>
        <p:spPr>
          <a:xfrm xmlns:a="http://schemas.openxmlformats.org/drawingml/2006/main" rot="0" flipH="0" flipV="0">
            <a:off x="7542813"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9" name="직사각형 78">
            <a:extLst xmlns:a="http://schemas.openxmlformats.org/drawingml/2006/main">
              <a:ext uri="{FF2B5EF4-FFF2-40B4-BE49-F238E27FC236}">
                <a16:creationId xmlns:a16="http://schemas.microsoft.com/office/drawing/2014/main" id="{349A390F-B59A-4B75-A9A6-439502F58CCA}"/>
              </a:ext>
            </a:extLst>
          </p:cNvPr>
          <p:cNvSpPr>
            <a:spLocks xmlns:a="http://schemas.openxmlformats.org/drawingml/2006/main" noGrp="1"/>
          </p:cNvSpPr>
          <p:nvPr/>
        </p:nvSpPr>
        <p:spPr>
          <a:xfrm xmlns:a="http://schemas.openxmlformats.org/drawingml/2006/main" rot="0" flipH="0" flipV="0">
            <a:off x="7597610"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0" name="직사각형 79">
            <a:extLst xmlns:a="http://schemas.openxmlformats.org/drawingml/2006/main">
              <a:ext uri="{FF2B5EF4-FFF2-40B4-BE49-F238E27FC236}">
                <a16:creationId xmlns:a16="http://schemas.microsoft.com/office/drawing/2014/main" id="{82EE31D9-4214-4B08-82B4-20C528C662A3}"/>
              </a:ext>
            </a:extLst>
          </p:cNvPr>
          <p:cNvSpPr>
            <a:spLocks xmlns:a="http://schemas.openxmlformats.org/drawingml/2006/main" noGrp="1"/>
          </p:cNvSpPr>
          <p:nvPr/>
        </p:nvSpPr>
        <p:spPr>
          <a:xfrm xmlns:a="http://schemas.openxmlformats.org/drawingml/2006/main" rot="0" flipH="0" flipV="0">
            <a:off x="7652408"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1" name="타원 80">
            <a:extLst xmlns:a="http://schemas.openxmlformats.org/drawingml/2006/main">
              <a:ext uri="{FF2B5EF4-FFF2-40B4-BE49-F238E27FC236}">
                <a16:creationId xmlns:a16="http://schemas.microsoft.com/office/drawing/2014/main" id="{753279CB-CBD1-49A3-880E-A2F3857F8EE1}"/>
              </a:ext>
            </a:extLst>
          </p:cNvPr>
          <p:cNvSpPr>
            <a:spLocks xmlns:a="http://schemas.openxmlformats.org/drawingml/2006/main" noGrp="1"/>
          </p:cNvSpPr>
          <p:nvPr/>
        </p:nvSpPr>
        <p:spPr>
          <a:xfrm xmlns:a="http://schemas.openxmlformats.org/drawingml/2006/main" rot="0" flipH="0" flipV="0">
            <a:off x="7488015" y="3792166"/>
            <a:ext cx="198682" cy="198681"/>
          </a:xfrm>
          <a:prstGeom xmlns:a="http://schemas.openxmlformats.org/drawingml/2006/main" prst="ellipse">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2" name="타원 81">
            <a:extLst xmlns:a="http://schemas.openxmlformats.org/drawingml/2006/main">
              <a:ext uri="{FF2B5EF4-FFF2-40B4-BE49-F238E27FC236}">
                <a16:creationId xmlns:a16="http://schemas.microsoft.com/office/drawing/2014/main" id="{6FF0F101-E342-40EE-86E2-60794FC8EAE8}"/>
              </a:ext>
            </a:extLst>
          </p:cNvPr>
          <p:cNvSpPr>
            <a:spLocks xmlns:a="http://schemas.openxmlformats.org/drawingml/2006/main" noGrp="1"/>
          </p:cNvSpPr>
          <p:nvPr/>
        </p:nvSpPr>
        <p:spPr>
          <a:xfrm xmlns:a="http://schemas.openxmlformats.org/drawingml/2006/main" rot="0" flipH="0" flipV="0">
            <a:off x="7521958" y="3826110"/>
            <a:ext cx="130795" cy="130794"/>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5" name="TextBox 84">
            <a:extLst xmlns:a="http://schemas.openxmlformats.org/drawingml/2006/main">
              <a:ext uri="{FF2B5EF4-FFF2-40B4-BE49-F238E27FC236}">
                <a16:creationId xmlns:a16="http://schemas.microsoft.com/office/drawing/2014/main" id="{05CFB6C3-DEB4-47D6-9E71-DAC2DD8CC227}"/>
              </a:ext>
            </a:extLst>
          </p:cNvPr>
          <p:cNvSpPr>
            <a:spLocks xmlns:a="http://schemas.openxmlformats.org/drawingml/2006/main" noGrp="1"/>
          </p:cNvSpPr>
          <p:nvPr/>
        </p:nvSpPr>
        <p:spPr>
          <a:xfrm xmlns:a="http://schemas.openxmlformats.org/drawingml/2006/main">
            <a:off x="2658889" y="1820488"/>
            <a:ext cx="847898"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b="1">
                <a:solidFill>
                  <a:srgbClr val="0000FF"/>
                </a:solidFill>
                <a:latin typeface="+mj-ea"/>
                <a:ea typeface="+mj-ea"/>
                <a:cs typeface="+mj-ea"/>
              </a:rPr>
              <a:t>Agenda</a:t>
            </a:r>
            <a:endParaRPr sz="1400" b="1">
              <a:solidFill>
                <a:srgbClr val="0000FF"/>
              </a:solidFill>
              <a:latin typeface="+mj-ea"/>
              <a:ea typeface="+mj-ea"/>
              <a:cs typeface="+mj-ea"/>
            </a:endParaRPr>
          </a:p>
        </p:txBody>
      </p:sp>
      <p:sp>
        <p:nvSpPr>
          <p:cNvPr id="86" name="직선 연결선 85">
            <a:extLst xmlns:a="http://schemas.openxmlformats.org/drawingml/2006/main">
              <a:ext uri="{FF2B5EF4-FFF2-40B4-BE49-F238E27FC236}">
                <a16:creationId xmlns:a16="http://schemas.microsoft.com/office/drawing/2014/main" id="{60915987-5AF8-4460-8F1B-F185C188C0AF}"/>
              </a:ext>
            </a:extLst>
          </p:cNvPr>
          <p:cNvSpPr>
            <a:spLocks xmlns:a="http://schemas.openxmlformats.org/drawingml/2006/main" noGrp="1"/>
          </p:cNvSpPr>
          <p:nvPr/>
        </p:nvSpPr>
        <p:spPr>
          <a:xfrm xmlns:a="http://schemas.openxmlformats.org/drawingml/2006/main">
            <a:off x="2679838" y="1744280"/>
            <a:ext cx="711827" cy="0"/>
          </a:xfrm>
          <a:prstGeom xmlns:a="http://schemas.openxmlformats.org/drawingml/2006/main" prst="line">
            <a:avLst/>
          </a:prstGeom>
          <a:ln xmlns:a="http://schemas.openxmlformats.org/drawingml/2006/main" w="63500">
            <a:solidFill>
              <a:srgbClr val="0000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7" name="직선 연결선 86">
            <a:extLst xmlns:a="http://schemas.openxmlformats.org/drawingml/2006/main">
              <a:ext uri="{FF2B5EF4-FFF2-40B4-BE49-F238E27FC236}">
                <a16:creationId xmlns:a16="http://schemas.microsoft.com/office/drawing/2014/main" id="{CEDD7CB0-B268-4062-AC3E-E5B3E46626C8}"/>
              </a:ext>
            </a:extLst>
          </p:cNvPr>
          <p:cNvSpPr>
            <a:spLocks xmlns:a="http://schemas.openxmlformats.org/drawingml/2006/main" noGrp="1"/>
          </p:cNvSpPr>
          <p:nvPr/>
        </p:nvSpPr>
        <p:spPr>
          <a:xfrm xmlns:a="http://schemas.openxmlformats.org/drawingml/2006/main">
            <a:off x="3535285" y="1744280"/>
            <a:ext cx="2030922" cy="0"/>
          </a:xfrm>
          <a:prstGeom xmlns:a="http://schemas.openxmlformats.org/drawingml/2006/main" prst="line">
            <a:avLst/>
          </a:prstGeom>
          <a:ln xmlns:a="http://schemas.openxmlformats.org/drawingml/2006/main" w="635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텍스트 개체 틀 6">
            <a:extLst xmlns:a="http://schemas.openxmlformats.org/drawingml/2006/main">
              <a:ext uri="{FF2B5EF4-FFF2-40B4-BE49-F238E27FC236}">
                <a16:creationId xmlns:a16="http://schemas.microsoft.com/office/drawing/2014/main" id="{E5E7A7A9-43FF-4BC3-A60C-09C0C9066723}"/>
              </a:ext>
            </a:extLst>
          </p:cNvPr>
          <p:cNvSpPr>
            <a:spLocks xmlns:a="http://schemas.openxmlformats.org/drawingml/2006/main" noGrp="1"/>
          </p:cNvSpPr>
          <p:nvPr>
            <p:ph type="body" idx="10" hasCustomPrompt="1"/>
          </p:nvPr>
        </p:nvSpPr>
        <p:spPr>
          <a:xfrm xmlns:a="http://schemas.openxmlformats.org/drawingml/2006/main">
            <a:off x="3456797" y="1632164"/>
            <a:ext cx="3534855" cy="2814648"/>
          </a:xfrm>
        </p:spPr>
        <p:txBody>
          <a:bodyPr xmlns:a="http://schemas.openxmlformats.org/drawingml/2006/main">
            <a:normAutofit/>
          </a:bodyPr>
          <a:lstStyle xmlns:a="http://schemas.openxmlformats.org/drawingml/2006/main">
            <a:lvl1pPr marL="257175" indent="-257175">
              <a:lnSpc>
                <a:spcPct val="250000"/>
              </a:lnSpc>
              <a:buFont typeface="+mj-lt"/>
              <a:buAutoNum type="arabicPeriod"/>
              <a:defRPr sz="1400">
                <a:latin typeface="+mj-ea"/>
                <a:ea typeface="+mj-ea"/>
                <a:cs typeface="+mj-ea"/>
              </a:defRPr>
            </a:lvl1pPr>
          </a:lstStyle>
          <a:p xmlns:a="http://schemas.openxmlformats.org/drawingml/2006/main">
            <a:pPr lvl="0">
              <a:buNone/>
            </a:pPr>
            <a:r>
              <a:t>Contents (</a:t>
            </a:r>
            <a:r>
              <a:t>맑은 고딕</a:t>
            </a:r>
            <a:r>
              <a:t>, 14)</a:t>
            </a:r>
          </a:p>
          <a:p xmlns:a="http://schemas.openxmlformats.org/drawingml/2006/main">
            <a:pPr lvl="0">
              <a:buNone/>
            </a:pPr>
            <a:r>
              <a:t>Contents (</a:t>
            </a:r>
            <a:r>
              <a:t>맑은 고딕</a:t>
            </a:r>
            <a:r>
              <a:t>, 14)</a:t>
            </a:r>
          </a:p>
          <a:p xmlns:a="http://schemas.openxmlformats.org/drawingml/2006/main">
            <a:pPr lvl="0">
              <a:buNone/>
            </a:pPr>
            <a:r>
              <a:t>Contents (</a:t>
            </a:r>
            <a:r>
              <a:t>맑은 고딕</a:t>
            </a:r>
            <a:r>
              <a:t>, 14)</a:t>
            </a:r>
          </a:p>
          <a:p xmlns:a="http://schemas.openxmlformats.org/drawingml/2006/main">
            <a:pPr lvl="0">
              <a:buNone/>
            </a:pPr>
            <a:r>
              <a:t>Contents (</a:t>
            </a:r>
            <a:r>
              <a:t>맑은 고딕</a:t>
            </a:r>
            <a:r>
              <a:t>, 14)</a:t>
            </a:r>
          </a:p>
        </p:txBody>
      </p:sp>
      <p:pic>
        <p:nvPicPr>
          <p:cNvPr id="173" name="그림 88"/>
          <p:cNvPicPr>
            <a:picLocks xmlns:a="http://schemas.openxmlformats.org/drawingml/2006/main" noChangeAspect="1"/>
          </p:cNvPicPr>
          <p:nvPr/>
        </p:nvPicPr>
        <p:blipFill>
          <a:blip xmlns:r="http://schemas.openxmlformats.org/officeDocument/2006/relationships" xmlns:a="http://schemas.openxmlformats.org/drawingml/2006/main" r:embed="Rae92de714a8444b1"/>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91" name="TextBox 90">
            <a:extLst xmlns:a="http://schemas.openxmlformats.org/drawingml/2006/main">
              <a:ext uri="{FF2B5EF4-FFF2-40B4-BE49-F238E27FC236}">
                <a16:creationId xmlns:a16="http://schemas.microsoft.com/office/drawing/2014/main" id="{B8B232A2-17A4-4452-91C1-58AFB176EF80}"/>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175" name="그림 93"/>
          <p:cNvPicPr>
            <a:picLocks xmlns:a="http://schemas.openxmlformats.org/drawingml/2006/main" noChangeAspect="1"/>
          </p:cNvPicPr>
          <p:nvPr/>
        </p:nvPicPr>
        <p:blipFill>
          <a:blip xmlns:r="http://schemas.openxmlformats.org/officeDocument/2006/relationships" xmlns:a="http://schemas.openxmlformats.org/drawingml/2006/main" r:embed="R99b16ad4ca314642"/>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83" name="텍스트 개체 틀 7">
            <a:extLst xmlns:a="http://schemas.openxmlformats.org/drawingml/2006/main">
              <a:ext uri="{FF2B5EF4-FFF2-40B4-BE49-F238E27FC236}">
                <a16:creationId xmlns:a16="http://schemas.microsoft.com/office/drawing/2014/main" id="{7DC14601-D554-4CE2-A752-EAF2A1C108FF}"/>
              </a:ext>
            </a:extLst>
          </p:cNvPr>
          <p:cNvSpPr>
            <a:spLocks xmlns:a="http://schemas.openxmlformats.org/drawingml/2006/main" noGrp="1"/>
          </p:cNvSpPr>
          <p:nvPr>
            <p:ph type="body" idx="12"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88" name="TextBox 4">
            <a:extLst xmlns:a="http://schemas.openxmlformats.org/drawingml/2006/main">
              <a:ext uri="{FF2B5EF4-FFF2-40B4-BE49-F238E27FC236}">
                <a16:creationId xmlns:a16="http://schemas.microsoft.com/office/drawing/2014/main" id="{B419AF52-6C8B-42ED-8B84-35E86A848CC6}"/>
              </a:ext>
            </a:extLst>
          </p:cNvPr>
          <p:cNvSpPr>
            <a:spLocks xmlns:a="http://schemas.openxmlformats.org/drawingml/2006/main" noGrp="1"/>
          </p:cNvSpPr>
          <p:nvPr/>
        </p:nvSpPr>
        <p:spPr>
          <a:xfrm xmlns:a="http://schemas.openxmlformats.org/drawingml/2006/main">
            <a:off x="4114800" y="4810125"/>
            <a:ext cx="914400" cy="2476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defTabSz="685767">
              <a:spcBef>
                <a:spcPct val="0"/>
              </a:spcBef>
              <a:spcAft>
                <a:spcPct val="0"/>
              </a:spcAft>
              <a:buNone/>
            </a:pPr>
            <a:fld id="{F445441D-5648-4C4E-924F-9D5109CAF161}" type="slidenum">
              <a:rPr sz="1050" b="0">
                <a:solidFill>
                  <a:schemeClr val="bg1">
                    <a:lumMod val="65000"/>
                  </a:schemeClr>
                </a:solidFill>
                <a:latin typeface="+mj-lt"/>
                <a:ea typeface="+mj-lt"/>
                <a:cs typeface="+mj-lt"/>
              </a:rPr>
              <a:t>‹#›</a:t>
            </a:fld>
            <a:r>
              <a:rPr sz="1050" b="0">
                <a:solidFill>
                  <a:schemeClr val="bg1">
                    <a:lumMod val="65000"/>
                  </a:schemeClr>
                </a:solidFill>
                <a:latin typeface="+mj-lt"/>
                <a:ea typeface="+mj-lt"/>
                <a:cs typeface="+mj-lt"/>
              </a:rPr>
              <a:t>/</a:t>
            </a:r>
            <a:r>
              <a:rPr sz="1050" b="0">
                <a:solidFill>
                  <a:schemeClr val="bg1">
                    <a:lumMod val="65000"/>
                  </a:schemeClr>
                </a:solidFill>
                <a:latin typeface="+mj-lt"/>
                <a:ea typeface="+mj-lt"/>
                <a:cs typeface="+mj-lt"/>
              </a:rPr>
              <a:t>29</a:t>
            </a:r>
            <a:endParaRPr sz="1050" b="0">
              <a:solidFill>
                <a:schemeClr val="bg1">
                  <a:lumMod val="65000"/>
                </a:schemeClr>
              </a:solidFill>
              <a:latin typeface="+mj-lt"/>
              <a:ea typeface="+mj-lt"/>
              <a:cs typeface="+mj-lt"/>
            </a:endParaRPr>
          </a:p>
        </p:txBody>
      </p:sp>
    </p:spTree>
  </p:cSld>
</p:sldLayout>
</file>

<file path=ppt/slideLayouts/slideLayout3.xml><?xml version="1.0" encoding="utf-8"?>
<p:sldLayout xmlns:p="http://schemas.openxmlformats.org/presentationml/2006/main" userDrawn="1">
  <p:cSld name="2_제목 및 내용">
    <p:spTree>
      <p:nvGrpSpPr>
        <p:cNvPr id="1" name=""/>
        <p:cNvGrpSpPr/>
        <p:nvPr/>
      </p:nvGrpSpPr>
      <p:grpSpPr>
        <a:xfrm xmlns:a="http://schemas.openxmlformats.org/drawingml/2006/main"/>
      </p:grpSpPr>
      <p:graphicFrame>
        <p:nvGraphicFramePr>
          <p:cNvPr id="45" name="표 24"/>
          <p:cNvGraphicFramePr/>
          <p:nvPr/>
        </p:nvGraphicFramePr>
        <p:xfrm>
          <a:off xmlns:a="http://schemas.openxmlformats.org/drawingml/2006/main" x="283845" y="822484"/>
          <a:ext xmlns:a="http://schemas.openxmlformats.org/drawingml/2006/main" cx="8563425" cy="4021444"/>
        </p:xfrm>
        <a:graphic xmlns:a="http://schemas.openxmlformats.org/drawingml/2006/main">
          <a:graphicData uri="http://schemas.openxmlformats.org/drawingml/2006/table">
            <a:tbl>
              <a:tblPr firstRow="1" bandRow="1">
                <a:tableStyleId>{5C22544A-7EE6-4342-B048-85BDC9FD1C3A}</a:tableStyleId>
              </a:tblPr>
              <a:tblGrid>
                <a:gridCol w="1299210"/>
                <a:gridCol w="7264215"/>
              </a:tblGrid>
              <a:tr h="583406">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00075">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588645">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1555470">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r>
                        <a:rPr sz="1100" b="0">
                          <a:solidFill>
                            <a:schemeClr val="tx1"/>
                          </a:solidFill>
                        </a:rPr>
                        <a:t> </a:t>
                      </a: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25268">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8" name="텍스트 개체 틀 7">
            <a:extLst xmlns:a="http://schemas.openxmlformats.org/drawingml/2006/main">
              <a:ext uri="{FF2B5EF4-FFF2-40B4-BE49-F238E27FC236}">
                <a16:creationId xmlns:a16="http://schemas.microsoft.com/office/drawing/2014/main" id="{CF20E281-2CB7-40D8-B9C8-2F1624C1F780}"/>
              </a:ext>
            </a:extLst>
          </p:cNvPr>
          <p:cNvSpPr>
            <a:spLocks xmlns:a="http://schemas.openxmlformats.org/drawingml/2006/main" noGrp="1"/>
          </p:cNvSpPr>
          <p:nvPr>
            <p:ph type="body" idx="10" hasCustomPrompt="1"/>
          </p:nvPr>
        </p:nvSpPr>
        <p:spPr>
          <a:xfrm xmlns:a="http://schemas.openxmlformats.org/drawingml/2006/main">
            <a:off x="1657350" y="836332"/>
            <a:ext cx="7083029" cy="580766"/>
          </a:xfrm>
        </p:spPr>
        <p:txBody>
          <a:bodyPr xmlns:a="http://schemas.openxmlformats.org/drawingml/2006/main" anchor="ctr">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ᆞ"/>
              <a:defRPr sz="1100"/>
            </a:lvl1pPr>
          </a:lstStyle>
          <a:p xmlns:a="http://schemas.openxmlformats.org/drawingml/2006/main">
            <a:pPr marL="214313" marR="0" lvl="0" indent="-214313" algn="l" defTabSz="685800">
              <a:lnSpc>
                <a:spcPct val="90000"/>
              </a:lnSpc>
              <a:spcBef>
                <a:spcPts val="750"/>
              </a:spcBef>
              <a:spcAft>
                <a:spcPts val="0"/>
              </a:spcAft>
              <a:buClrTx/>
              <a:buSzTx/>
              <a:buNone/>
            </a:pPr>
            <a:r>
              <a:t>본 보고</a:t>
            </a:r>
            <a:r>
              <a:t>(</a:t>
            </a:r>
            <a:r>
              <a:t>또는 회의</a:t>
            </a:r>
            <a:r>
              <a:t>)</a:t>
            </a:r>
            <a:r>
              <a:t>의 목적 </a:t>
            </a:r>
            <a:r>
              <a:t>(</a:t>
            </a:r>
            <a:r>
              <a:t>맑은 고딕</a:t>
            </a:r>
            <a:r>
              <a:t>, 11)</a:t>
            </a:r>
          </a:p>
          <a:p xmlns:a="http://schemas.openxmlformats.org/drawingml/2006/main">
            <a:pPr marL="214313" marR="0" lvl="0" indent="-214313" algn="l" defTabSz="685800">
              <a:lnSpc>
                <a:spcPct val="90000"/>
              </a:lnSpc>
              <a:spcBef>
                <a:spcPts val="750"/>
              </a:spcBef>
              <a:spcAft>
                <a:spcPts val="0"/>
              </a:spcAft>
              <a:buClrTx/>
              <a:buSzTx/>
              <a:buNone/>
            </a:pPr>
            <a:r>
              <a:t>본 보고</a:t>
            </a:r>
            <a:r>
              <a:t>(</a:t>
            </a:r>
            <a:r>
              <a:t>또는 회의</a:t>
            </a:r>
            <a:r>
              <a:t>)</a:t>
            </a:r>
            <a:r>
              <a:t>의 목적</a:t>
            </a:r>
            <a:endParaRPr/>
          </a:p>
        </p:txBody>
      </p:sp>
      <p:sp>
        <p:nvSpPr>
          <p:cNvPr id="39" name="텍스트 개체 틀 7">
            <a:extLst xmlns:a="http://schemas.openxmlformats.org/drawingml/2006/main">
              <a:ext uri="{FF2B5EF4-FFF2-40B4-BE49-F238E27FC236}">
                <a16:creationId xmlns:a16="http://schemas.microsoft.com/office/drawing/2014/main" id="{2699B958-EDF8-4FFE-A801-8EC9C125BA9F}"/>
              </a:ext>
            </a:extLst>
          </p:cNvPr>
          <p:cNvSpPr>
            <a:spLocks xmlns:a="http://schemas.openxmlformats.org/drawingml/2006/main" noGrp="1"/>
          </p:cNvSpPr>
          <p:nvPr>
            <p:ph type="body" idx="11" hasCustomPrompt="1"/>
          </p:nvPr>
        </p:nvSpPr>
        <p:spPr>
          <a:xfrm xmlns:a="http://schemas.openxmlformats.org/drawingml/2006/main">
            <a:off x="1657350" y="1417098"/>
            <a:ext cx="7083029" cy="590844"/>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현황 및 문제점 </a:t>
            </a:r>
            <a:r>
              <a:t>(</a:t>
            </a:r>
            <a:r>
              <a:t>맑은 고딕</a:t>
            </a:r>
            <a:r>
              <a:t>, 11)</a:t>
            </a:r>
            <a:endParaRPr/>
          </a:p>
          <a:p xmlns:a="http://schemas.openxmlformats.org/drawingml/2006/main">
            <a:pPr lvl="0">
              <a:buNone/>
            </a:pPr>
            <a:r>
              <a:t>현황 및 문제점</a:t>
            </a:r>
            <a:endParaRPr/>
          </a:p>
        </p:txBody>
      </p:sp>
      <p:sp>
        <p:nvSpPr>
          <p:cNvPr id="40" name="텍스트 개체 틀 7">
            <a:extLst xmlns:a="http://schemas.openxmlformats.org/drawingml/2006/main">
              <a:ext uri="{FF2B5EF4-FFF2-40B4-BE49-F238E27FC236}">
                <a16:creationId xmlns:a16="http://schemas.microsoft.com/office/drawing/2014/main" id="{854C7C91-CA78-46E2-BFDF-24738AF85B1E}"/>
              </a:ext>
            </a:extLst>
          </p:cNvPr>
          <p:cNvSpPr>
            <a:spLocks xmlns:a="http://schemas.openxmlformats.org/drawingml/2006/main" noGrp="1"/>
          </p:cNvSpPr>
          <p:nvPr>
            <p:ph type="body" idx="12" hasCustomPrompt="1"/>
          </p:nvPr>
        </p:nvSpPr>
        <p:spPr>
          <a:xfrm xmlns:a="http://schemas.openxmlformats.org/drawingml/2006/main">
            <a:off x="1656150" y="2007942"/>
            <a:ext cx="7083029" cy="580766"/>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결론 및 제언 </a:t>
            </a:r>
            <a:r>
              <a:t>(</a:t>
            </a:r>
            <a:r>
              <a:t>맑은 고딕</a:t>
            </a:r>
            <a:r>
              <a:t>, 11)</a:t>
            </a:r>
            <a:endParaRPr/>
          </a:p>
          <a:p xmlns:a="http://schemas.openxmlformats.org/drawingml/2006/main">
            <a:pPr lvl="0">
              <a:buNone/>
            </a:pPr>
            <a:r>
              <a:t>결론 및 제언</a:t>
            </a:r>
            <a:endParaRPr/>
          </a:p>
        </p:txBody>
      </p:sp>
      <p:sp>
        <p:nvSpPr>
          <p:cNvPr id="41" name="텍스트 개체 틀 7">
            <a:extLst xmlns:a="http://schemas.openxmlformats.org/drawingml/2006/main">
              <a:ext uri="{FF2B5EF4-FFF2-40B4-BE49-F238E27FC236}">
                <a16:creationId xmlns:a16="http://schemas.microsoft.com/office/drawing/2014/main" id="{3981CECD-15CF-4A9C-A57F-76CD08DEEA3E}"/>
              </a:ext>
            </a:extLst>
          </p:cNvPr>
          <p:cNvSpPr>
            <a:spLocks xmlns:a="http://schemas.openxmlformats.org/drawingml/2006/main" noGrp="1"/>
          </p:cNvSpPr>
          <p:nvPr>
            <p:ph type="body" idx="13" hasCustomPrompt="1"/>
          </p:nvPr>
        </p:nvSpPr>
        <p:spPr>
          <a:xfrm xmlns:a="http://schemas.openxmlformats.org/drawingml/2006/main">
            <a:off x="1656150" y="2598786"/>
            <a:ext cx="7083029" cy="318307"/>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주요 내용 요약</a:t>
            </a:r>
            <a:r>
              <a:t> (</a:t>
            </a:r>
            <a:r>
              <a:t>맑은 고딕</a:t>
            </a:r>
            <a:r>
              <a:t>, 11)</a:t>
            </a:r>
            <a:endParaRPr/>
          </a:p>
        </p:txBody>
      </p:sp>
      <p:pic>
        <p:nvPicPr>
          <p:cNvPr id="50" name="그림 32"/>
          <p:cNvPicPr>
            <a:picLocks xmlns:a="http://schemas.openxmlformats.org/drawingml/2006/main" noChangeAspect="1"/>
          </p:cNvPicPr>
          <p:nvPr/>
        </p:nvPicPr>
        <p:blipFill>
          <a:blip xmlns:r="http://schemas.openxmlformats.org/officeDocument/2006/relationships" xmlns:a="http://schemas.openxmlformats.org/drawingml/2006/main" r:embed="Re16e0fa0ad6f4480"/>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22" name="TextBox 21">
            <a:extLst xmlns:a="http://schemas.openxmlformats.org/drawingml/2006/main">
              <a:ext uri="{FF2B5EF4-FFF2-40B4-BE49-F238E27FC236}">
                <a16:creationId xmlns:a16="http://schemas.microsoft.com/office/drawing/2014/main" id="{DE3AC5D2-3539-44A9-8B5B-A375619380A7}"/>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sp>
        <p:nvSpPr>
          <p:cNvPr id="23" name="텍스트 개체 틀 7">
            <a:extLst xmlns:a="http://schemas.openxmlformats.org/drawingml/2006/main">
              <a:ext uri="{FF2B5EF4-FFF2-40B4-BE49-F238E27FC236}">
                <a16:creationId xmlns:a16="http://schemas.microsoft.com/office/drawing/2014/main" id="{34F5D55A-C409-4C84-9888-59CCAFE0C649}"/>
              </a:ext>
            </a:extLst>
          </p:cNvPr>
          <p:cNvSpPr>
            <a:spLocks xmlns:a="http://schemas.openxmlformats.org/drawingml/2006/main" noGrp="1"/>
          </p:cNvSpPr>
          <p:nvPr>
            <p:ph type="body" idx="29" hasCustomPrompt="1"/>
          </p:nvPr>
        </p:nvSpPr>
        <p:spPr>
          <a:xfrm xmlns:a="http://schemas.openxmlformats.org/drawingml/2006/main">
            <a:off x="1881087" y="2917094"/>
            <a:ext cx="6858091" cy="487046"/>
          </a:xfrm>
        </p:spPr>
        <p:txBody>
          <a:bodyPr xmlns:a="http://schemas.openxmlformats.org/drawingml/2006/main" anchor="t">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ￚ"/>
              <a:defRPr sz="900"/>
            </a:lvl1pPr>
          </a:lstStyle>
          <a:p xmlns:a="http://schemas.openxmlformats.org/drawingml/2006/main">
            <a:pPr lvl="0">
              <a:buNone/>
            </a:pPr>
            <a:r>
              <a:t>주요 내용 요약 </a:t>
            </a:r>
            <a:r>
              <a:t>(</a:t>
            </a:r>
            <a:r>
              <a:t>맑은 고딕</a:t>
            </a:r>
            <a:r>
              <a:t>, 9)</a:t>
            </a:r>
          </a:p>
          <a:p xmlns:a="http://schemas.openxmlformats.org/drawingml/2006/main">
            <a:pPr lvl="0">
              <a:buNone/>
            </a:pPr>
            <a:r>
              <a:t>주요 내용 요약</a:t>
            </a:r>
            <a:endParaRPr/>
          </a:p>
          <a:p xmlns:a="http://schemas.openxmlformats.org/drawingml/2006/main">
            <a:pPr lvl="0">
              <a:buNone/>
            </a:pPr>
            <a:endParaRPr/>
          </a:p>
        </p:txBody>
      </p:sp>
      <p:sp>
        <p:nvSpPr>
          <p:cNvPr id="27" name="직선 연결선 26">
            <a:extLst xmlns:a="http://schemas.openxmlformats.org/drawingml/2006/main">
              <a:ext uri="{FF2B5EF4-FFF2-40B4-BE49-F238E27FC236}">
                <a16:creationId xmlns:a16="http://schemas.microsoft.com/office/drawing/2014/main" id="{636DAB63-6C34-4E10-BAA8-4F9FC2FE8012}"/>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8" name="텍스트 개체 틀 7">
            <a:extLst xmlns:a="http://schemas.openxmlformats.org/drawingml/2006/main">
              <a:ext uri="{FF2B5EF4-FFF2-40B4-BE49-F238E27FC236}">
                <a16:creationId xmlns:a16="http://schemas.microsoft.com/office/drawing/2014/main" id="{8ECD1843-3EC2-4FE2-BF74-9572904AC37B}"/>
              </a:ext>
            </a:extLst>
          </p:cNvPr>
          <p:cNvSpPr>
            <a:spLocks xmlns:a="http://schemas.openxmlformats.org/drawingml/2006/main" noGrp="1"/>
          </p:cNvSpPr>
          <p:nvPr>
            <p:ph type="body" idx="32" hasCustomPrompt="1"/>
          </p:nvPr>
        </p:nvSpPr>
        <p:spPr>
          <a:xfrm xmlns:a="http://schemas.openxmlformats.org/drawingml/2006/main">
            <a:off x="1656148" y="4228891"/>
            <a:ext cx="7083029" cy="625114"/>
          </a:xfrm>
        </p:spPr>
        <p:txBody>
          <a:bodyPr xmlns:a="http://schemas.openxmlformats.org/drawingml/2006/main" anchor="ctr">
            <a:no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향후 계획 </a:t>
            </a:r>
            <a:r>
              <a:t>(</a:t>
            </a:r>
            <a:r>
              <a:t>맑은 고딕</a:t>
            </a:r>
            <a:r>
              <a:t>, 11)</a:t>
            </a:r>
            <a:endParaRPr/>
          </a:p>
          <a:p xmlns:a="http://schemas.openxmlformats.org/drawingml/2006/main">
            <a:pPr lvl="0">
              <a:buNone/>
            </a:pPr>
            <a:r>
              <a:t>향후 계획</a:t>
            </a:r>
            <a:endParaRPr/>
          </a:p>
        </p:txBody>
      </p:sp>
      <p:sp>
        <p:nvSpPr>
          <p:cNvPr id="2" name="TextBox 1">
            <a:extLst xmlns:a="http://schemas.openxmlformats.org/drawingml/2006/main">
              <a:ext uri="{FF2B5EF4-FFF2-40B4-BE49-F238E27FC236}">
                <a16:creationId xmlns:a16="http://schemas.microsoft.com/office/drawing/2014/main" id="{EB48FE31-A6C4-4F53-938C-C8944F8A85CF}"/>
              </a:ext>
            </a:extLst>
          </p:cNvPr>
          <p:cNvSpPr>
            <a:spLocks xmlns:a="http://schemas.openxmlformats.org/drawingml/2006/main" noGrp="1"/>
          </p:cNvSpPr>
          <p:nvPr/>
        </p:nvSpPr>
        <p:spPr>
          <a:xfrm xmlns:a="http://schemas.openxmlformats.org/drawingml/2006/main">
            <a:off x="199141" y="96139"/>
            <a:ext cx="8648129" cy="5770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100" b="1" i="0" u="none" cap="none" spc="0">
                <a:ln>
                  <a:noFill/>
                </a:ln>
                <a:solidFill>
                  <a:prstClr val="black"/>
                </a:solidFill>
                <a:latin typeface="맑은 고딕"/>
                <a:ea typeface="맑은 고딕"/>
                <a:cs typeface="맑은 고딕"/>
              </a:rPr>
              <a:t>Summary</a:t>
            </a:r>
            <a:endParaRPr sz="2100" b="1"/>
          </a:p>
        </p:txBody>
      </p:sp>
      <p:sp>
        <p:nvSpPr>
          <p:cNvPr id="29" name="TextBox 28">
            <a:extLst xmlns:a="http://schemas.openxmlformats.org/drawingml/2006/main">
              <a:ext uri="{FF2B5EF4-FFF2-40B4-BE49-F238E27FC236}">
                <a16:creationId xmlns:a16="http://schemas.microsoft.com/office/drawing/2014/main" id="{9DD7BA91-55B2-435B-80AF-12B4099EC463}"/>
              </a:ext>
            </a:extLst>
          </p:cNvPr>
          <p:cNvSpPr>
            <a:spLocks xmlns:a="http://schemas.openxmlformats.org/drawingml/2006/main" noGrp="1"/>
          </p:cNvSpPr>
          <p:nvPr/>
        </p:nvSpPr>
        <p:spPr>
          <a:xfrm xmlns:a="http://schemas.openxmlformats.org/drawingml/2006/main">
            <a:off x="294739" y="949670"/>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보고</a:t>
            </a:r>
            <a:r>
              <a:rPr sz="1200" b="1" i="0" u="none" cap="none" spc="0">
                <a:ln>
                  <a:noFill/>
                </a:ln>
                <a:solidFill>
                  <a:prstClr val="black"/>
                </a:solidFill>
                <a:latin typeface="맑은 고딕"/>
                <a:ea typeface="맑은 고딕"/>
                <a:cs typeface="맑은 고딕"/>
              </a:rPr>
              <a:t>(</a:t>
            </a:r>
            <a:r>
              <a:rPr sz="1200" b="1" i="0" u="none" cap="none" spc="0">
                <a:ln>
                  <a:noFill/>
                </a:ln>
                <a:solidFill>
                  <a:prstClr val="black"/>
                </a:solidFill>
                <a:latin typeface="맑은 고딕"/>
                <a:ea typeface="맑은 고딕"/>
                <a:cs typeface="맑은 고딕"/>
              </a:rPr>
              <a:t>회의</a:t>
            </a:r>
            <a:r>
              <a:rPr sz="1200" b="1" i="0" u="none" cap="none" spc="0">
                <a:ln>
                  <a:noFill/>
                </a:ln>
                <a:solidFill>
                  <a:prstClr val="black"/>
                </a:solidFill>
                <a:latin typeface="맑은 고딕"/>
                <a:ea typeface="맑은 고딕"/>
                <a:cs typeface="맑은 고딕"/>
              </a:rPr>
              <a:t>) </a:t>
            </a:r>
            <a:r>
              <a:rPr sz="1200" b="1" i="0" u="none" cap="none" spc="0">
                <a:ln>
                  <a:noFill/>
                </a:ln>
                <a:solidFill>
                  <a:prstClr val="black"/>
                </a:solidFill>
                <a:latin typeface="맑은 고딕"/>
                <a:ea typeface="맑은 고딕"/>
                <a:cs typeface="맑은 고딕"/>
              </a:rPr>
              <a:t>목적</a:t>
            </a:r>
            <a:endParaRPr sz="1200" b="1"/>
          </a:p>
        </p:txBody>
      </p:sp>
      <p:sp>
        <p:nvSpPr>
          <p:cNvPr id="30" name="TextBox 29">
            <a:extLst xmlns:a="http://schemas.openxmlformats.org/drawingml/2006/main">
              <a:ext uri="{FF2B5EF4-FFF2-40B4-BE49-F238E27FC236}">
                <a16:creationId xmlns:a16="http://schemas.microsoft.com/office/drawing/2014/main" id="{D891C6E2-B0E2-4128-B26B-8E9C94756990}"/>
              </a:ext>
            </a:extLst>
          </p:cNvPr>
          <p:cNvSpPr>
            <a:spLocks xmlns:a="http://schemas.openxmlformats.org/drawingml/2006/main" noGrp="1"/>
          </p:cNvSpPr>
          <p:nvPr/>
        </p:nvSpPr>
        <p:spPr>
          <a:xfrm xmlns:a="http://schemas.openxmlformats.org/drawingml/2006/main">
            <a:off x="294739" y="1523619"/>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현황 및 문제점</a:t>
            </a:r>
            <a:endParaRPr sz="1200" b="1"/>
          </a:p>
        </p:txBody>
      </p:sp>
      <p:sp>
        <p:nvSpPr>
          <p:cNvPr id="31" name="TextBox 30">
            <a:extLst xmlns:a="http://schemas.openxmlformats.org/drawingml/2006/main">
              <a:ext uri="{FF2B5EF4-FFF2-40B4-BE49-F238E27FC236}">
                <a16:creationId xmlns:a16="http://schemas.microsoft.com/office/drawing/2014/main" id="{F2DA6880-A027-48EC-A683-5946A38A88F4}"/>
              </a:ext>
            </a:extLst>
          </p:cNvPr>
          <p:cNvSpPr>
            <a:spLocks xmlns:a="http://schemas.openxmlformats.org/drawingml/2006/main" noGrp="1"/>
          </p:cNvSpPr>
          <p:nvPr/>
        </p:nvSpPr>
        <p:spPr>
          <a:xfrm xmlns:a="http://schemas.openxmlformats.org/drawingml/2006/main">
            <a:off x="294739" y="2118234"/>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결론 및 제언</a:t>
            </a:r>
            <a:endParaRPr sz="1200" b="1"/>
          </a:p>
        </p:txBody>
      </p:sp>
      <p:sp>
        <p:nvSpPr>
          <p:cNvPr id="34" name="TextBox 33">
            <a:extLst xmlns:a="http://schemas.openxmlformats.org/drawingml/2006/main">
              <a:ext uri="{FF2B5EF4-FFF2-40B4-BE49-F238E27FC236}">
                <a16:creationId xmlns:a16="http://schemas.microsoft.com/office/drawing/2014/main" id="{9574AFE7-2757-4536-8D01-AFDF6D7FD2A7}"/>
              </a:ext>
            </a:extLst>
          </p:cNvPr>
          <p:cNvSpPr>
            <a:spLocks xmlns:a="http://schemas.openxmlformats.org/drawingml/2006/main" noGrp="1"/>
          </p:cNvSpPr>
          <p:nvPr/>
        </p:nvSpPr>
        <p:spPr>
          <a:xfrm xmlns:a="http://schemas.openxmlformats.org/drawingml/2006/main">
            <a:off x="294739" y="3155357"/>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주요 내용</a:t>
            </a:r>
            <a:endParaRPr sz="1200" b="1"/>
          </a:p>
        </p:txBody>
      </p:sp>
      <p:sp>
        <p:nvSpPr>
          <p:cNvPr id="35" name="TextBox 34">
            <a:extLst xmlns:a="http://schemas.openxmlformats.org/drawingml/2006/main">
              <a:ext uri="{FF2B5EF4-FFF2-40B4-BE49-F238E27FC236}">
                <a16:creationId xmlns:a16="http://schemas.microsoft.com/office/drawing/2014/main" id="{1AA9D743-CED1-486C-987D-D0F54BCBC6F1}"/>
              </a:ext>
            </a:extLst>
          </p:cNvPr>
          <p:cNvSpPr>
            <a:spLocks xmlns:a="http://schemas.openxmlformats.org/drawingml/2006/main" noGrp="1"/>
          </p:cNvSpPr>
          <p:nvPr/>
        </p:nvSpPr>
        <p:spPr>
          <a:xfrm xmlns:a="http://schemas.openxmlformats.org/drawingml/2006/main">
            <a:off x="294739" y="4351345"/>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향후 계획</a:t>
            </a:r>
            <a:endParaRPr sz="1200" b="1"/>
          </a:p>
        </p:txBody>
      </p:sp>
      <p:pic>
        <p:nvPicPr>
          <p:cNvPr id="61" name="그림 37"/>
          <p:cNvPicPr>
            <a:picLocks xmlns:a="http://schemas.openxmlformats.org/drawingml/2006/main" noChangeAspect="1"/>
          </p:cNvPicPr>
          <p:nvPr/>
        </p:nvPicPr>
        <p:blipFill>
          <a:blip xmlns:r="http://schemas.openxmlformats.org/officeDocument/2006/relationships" xmlns:a="http://schemas.openxmlformats.org/drawingml/2006/main" r:embed="Rae75566bb87e4841"/>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32" name="텍스트 개체 틀 7">
            <a:extLst xmlns:a="http://schemas.openxmlformats.org/drawingml/2006/main">
              <a:ext uri="{FF2B5EF4-FFF2-40B4-BE49-F238E27FC236}">
                <a16:creationId xmlns:a16="http://schemas.microsoft.com/office/drawing/2014/main" id="{F1DDB4F1-3258-4802-AB12-54C06EF8248D}"/>
              </a:ext>
            </a:extLst>
          </p:cNvPr>
          <p:cNvSpPr>
            <a:spLocks xmlns:a="http://schemas.openxmlformats.org/drawingml/2006/main" noGrp="1"/>
          </p:cNvSpPr>
          <p:nvPr>
            <p:ph type="body" idx="33"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36" name="텍스트 개체 틀 7">
            <a:extLst xmlns:a="http://schemas.openxmlformats.org/drawingml/2006/main">
              <a:ext uri="{FF2B5EF4-FFF2-40B4-BE49-F238E27FC236}">
                <a16:creationId xmlns:a16="http://schemas.microsoft.com/office/drawing/2014/main" id="{9EE62F9F-791C-4CEE-A5F5-7D514DCBDC6A}"/>
              </a:ext>
            </a:extLst>
          </p:cNvPr>
          <p:cNvSpPr>
            <a:spLocks xmlns:a="http://schemas.openxmlformats.org/drawingml/2006/main" noGrp="1"/>
          </p:cNvSpPr>
          <p:nvPr>
            <p:ph type="body" idx="34" hasCustomPrompt="1"/>
          </p:nvPr>
        </p:nvSpPr>
        <p:spPr>
          <a:xfrm xmlns:a="http://schemas.openxmlformats.org/drawingml/2006/main">
            <a:off x="1656150" y="3414217"/>
            <a:ext cx="7083029" cy="318307"/>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주요 내용 요약</a:t>
            </a:r>
            <a:r>
              <a:t> (</a:t>
            </a:r>
            <a:r>
              <a:t>맑은 고딕</a:t>
            </a:r>
            <a:r>
              <a:t>, 11)</a:t>
            </a:r>
            <a:endParaRPr/>
          </a:p>
        </p:txBody>
      </p:sp>
      <p:sp>
        <p:nvSpPr>
          <p:cNvPr id="37" name="텍스트 개체 틀 7">
            <a:extLst xmlns:a="http://schemas.openxmlformats.org/drawingml/2006/main">
              <a:ext uri="{FF2B5EF4-FFF2-40B4-BE49-F238E27FC236}">
                <a16:creationId xmlns:a16="http://schemas.microsoft.com/office/drawing/2014/main" id="{615ED33C-49F3-4BEE-8A78-A20F7ACE8070}"/>
              </a:ext>
            </a:extLst>
          </p:cNvPr>
          <p:cNvSpPr>
            <a:spLocks xmlns:a="http://schemas.openxmlformats.org/drawingml/2006/main" noGrp="1"/>
          </p:cNvSpPr>
          <p:nvPr>
            <p:ph type="body" idx="35" hasCustomPrompt="1"/>
          </p:nvPr>
        </p:nvSpPr>
        <p:spPr>
          <a:xfrm xmlns:a="http://schemas.openxmlformats.org/drawingml/2006/main">
            <a:off x="1881087" y="3732525"/>
            <a:ext cx="6858091" cy="487046"/>
          </a:xfrm>
        </p:spPr>
        <p:txBody>
          <a:bodyPr xmlns:a="http://schemas.openxmlformats.org/drawingml/2006/main" anchor="t">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ￚ"/>
              <a:defRPr sz="900"/>
            </a:lvl1pPr>
          </a:lstStyle>
          <a:p xmlns:a="http://schemas.openxmlformats.org/drawingml/2006/main">
            <a:pPr lvl="0">
              <a:buNone/>
            </a:pPr>
            <a:r>
              <a:t>주요 내용 요약 </a:t>
            </a:r>
            <a:r>
              <a:t>(</a:t>
            </a:r>
            <a:r>
              <a:t>맑은 고딕</a:t>
            </a:r>
            <a:r>
              <a:t>, 9)</a:t>
            </a:r>
          </a:p>
          <a:p xmlns:a="http://schemas.openxmlformats.org/drawingml/2006/main">
            <a:pPr lvl="0">
              <a:buNone/>
            </a:pPr>
            <a:r>
              <a:t>주요 내용 요약</a:t>
            </a:r>
            <a:endParaRPr/>
          </a:p>
          <a:p xmlns:a="http://schemas.openxmlformats.org/drawingml/2006/main">
            <a:pPr lvl="0">
              <a:buNone/>
            </a:pPr>
            <a:endParaRPr/>
          </a:p>
        </p:txBody>
      </p:sp>
    </p:spTree>
  </p:cSld>
</p:sldLayout>
</file>

<file path=ppt/slideLayouts/slideLayout4.xml><?xml version="1.0" encoding="utf-8"?>
<p:sldLayout xmlns:p="http://schemas.openxmlformats.org/presentationml/2006/main" userDrawn="1">
  <p:cSld name="3_제목 및 내용">
    <p:spTree>
      <p:nvGrpSpPr>
        <p:cNvPr id="1" name=""/>
        <p:cNvGrpSpPr/>
        <p:nvPr/>
      </p:nvGrpSpPr>
      <p:grpSpPr>
        <a:xfrm xmlns:a="http://schemas.openxmlformats.org/drawingml/2006/main"/>
      </p:grpSpPr>
      <p:sp>
        <p:nvSpPr>
          <p:cNvPr id="4" name="제목 3">
            <a:extLst xmlns:a="http://schemas.openxmlformats.org/drawingml/2006/main">
              <a:ext uri="{FF2B5EF4-FFF2-40B4-BE49-F238E27FC236}">
                <a16:creationId xmlns:a16="http://schemas.microsoft.com/office/drawing/2014/main" id="{32F2226B-A68A-4893-88C9-45EDC5688390}"/>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pic>
        <p:nvPicPr>
          <p:cNvPr id="26" name="그림 32"/>
          <p:cNvPicPr>
            <a:picLocks xmlns:a="http://schemas.openxmlformats.org/drawingml/2006/main" noChangeAspect="1"/>
          </p:cNvPicPr>
          <p:nvPr/>
        </p:nvPicPr>
        <p:blipFill>
          <a:blip xmlns:r="http://schemas.openxmlformats.org/officeDocument/2006/relationships" xmlns:a="http://schemas.openxmlformats.org/drawingml/2006/main" r:embed="Rf72daec1cb334e40"/>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22" name="텍스트 개체 틀 4">
            <a:extLst xmlns:a="http://schemas.openxmlformats.org/drawingml/2006/main">
              <a:ext uri="{FF2B5EF4-FFF2-40B4-BE49-F238E27FC236}">
                <a16:creationId xmlns:a16="http://schemas.microsoft.com/office/drawing/2014/main" id="{56873362-C420-43FA-8E02-77227DAB276E}"/>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14" name="직선 연결선 13">
            <a:extLst xmlns:a="http://schemas.openxmlformats.org/drawingml/2006/main">
              <a:ext uri="{FF2B5EF4-FFF2-40B4-BE49-F238E27FC236}">
                <a16:creationId xmlns:a16="http://schemas.microsoft.com/office/drawing/2014/main" id="{5E493376-3880-43C4-B224-59D5EC3CA62E}"/>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텍스트 개체 틀 7">
            <a:extLst xmlns:a="http://schemas.openxmlformats.org/drawingml/2006/main">
              <a:ext uri="{FF2B5EF4-FFF2-40B4-BE49-F238E27FC236}">
                <a16:creationId xmlns:a16="http://schemas.microsoft.com/office/drawing/2014/main" id="{6D159FA5-9F56-435A-B80B-B965461CA718}"/>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16" name="TextBox 15">
            <a:extLst xmlns:a="http://schemas.openxmlformats.org/drawingml/2006/main">
              <a:ext uri="{FF2B5EF4-FFF2-40B4-BE49-F238E27FC236}">
                <a16:creationId xmlns:a16="http://schemas.microsoft.com/office/drawing/2014/main" id="{B7AD5805-B8BA-44E0-A793-D4392F023B8D}"/>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31" name="그림 17"/>
          <p:cNvPicPr>
            <a:picLocks xmlns:a="http://schemas.openxmlformats.org/drawingml/2006/main" noChangeAspect="1"/>
          </p:cNvPicPr>
          <p:nvPr/>
        </p:nvPicPr>
        <p:blipFill>
          <a:blip xmlns:r="http://schemas.openxmlformats.org/officeDocument/2006/relationships" xmlns:a="http://schemas.openxmlformats.org/drawingml/2006/main" r:embed="R49970510011d4890"/>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17" name="텍스트 개체 틀 7">
            <a:extLst xmlns:a="http://schemas.openxmlformats.org/drawingml/2006/main">
              <a:ext uri="{FF2B5EF4-FFF2-40B4-BE49-F238E27FC236}">
                <a16:creationId xmlns:a16="http://schemas.microsoft.com/office/drawing/2014/main" id="{665D691A-1FAB-44E0-904E-167866C94513}"/>
              </a:ext>
            </a:extLst>
          </p:cNvPr>
          <p:cNvSpPr>
            <a:spLocks xmlns:a="http://schemas.openxmlformats.org/drawingml/2006/main" noGrp="1"/>
          </p:cNvSpPr>
          <p:nvPr>
            <p:ph type="body" idx="13"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Tree>
  </p:cSld>
</p:sldLayout>
</file>

<file path=ppt/slideLayouts/slideLayout5.xml><?xml version="1.0" encoding="utf-8"?>
<p:sldLayout xmlns:p="http://schemas.openxmlformats.org/presentationml/2006/main" userDrawn="1">
  <p:cSld name="6_제목 및 내용">
    <p:spTree>
      <p:nvGrpSpPr>
        <p:cNvPr id="1" name=""/>
        <p:cNvGrpSpPr/>
        <p:nvPr/>
      </p:nvGrpSpPr>
      <p:grpSpPr>
        <a:xfrm xmlns:a="http://schemas.openxmlformats.org/drawingml/2006/main"/>
      </p:grpSpPr>
      <p:pic>
        <p:nvPicPr>
          <p:cNvPr id="49" name="그림 16"/>
          <p:cNvPicPr>
            <a:picLocks xmlns:a="http://schemas.openxmlformats.org/drawingml/2006/main" noChangeAspect="1"/>
          </p:cNvPicPr>
          <p:nvPr/>
        </p:nvPicPr>
        <p:blipFill>
          <a:blip xmlns:r="http://schemas.openxmlformats.org/officeDocument/2006/relationships" xmlns:a="http://schemas.openxmlformats.org/drawingml/2006/main" r:embed="R35b1ecaf84bf4718"/>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E1394257-732A-4AD4-AFCA-3A0BE92CFEAF}"/>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65FF12DB-A52D-47F3-94E3-D9BA21BA66FE}"/>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2" name="그림 26"/>
          <p:cNvPicPr>
            <a:picLocks xmlns:a="http://schemas.openxmlformats.org/drawingml/2006/main" noChangeAspect="1"/>
          </p:cNvPicPr>
          <p:nvPr/>
        </p:nvPicPr>
        <p:blipFill>
          <a:blip xmlns:r="http://schemas.openxmlformats.org/officeDocument/2006/relationships" xmlns:a="http://schemas.openxmlformats.org/drawingml/2006/main" r:embed="R816ae983f5424c62"/>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23" name="텍스트 개체 틀 7">
            <a:extLst xmlns:a="http://schemas.openxmlformats.org/drawingml/2006/main">
              <a:ext uri="{FF2B5EF4-FFF2-40B4-BE49-F238E27FC236}">
                <a16:creationId xmlns:a16="http://schemas.microsoft.com/office/drawing/2014/main" id="{9F5955CA-3C57-481B-8CCC-D77E6051B20A}"/>
              </a:ext>
            </a:extLst>
          </p:cNvPr>
          <p:cNvSpPr>
            <a:spLocks xmlns:a="http://schemas.openxmlformats.org/drawingml/2006/main" noGrp="1"/>
          </p:cNvSpPr>
          <p:nvPr>
            <p:ph type="body" idx="36"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11" name="제목 3">
            <a:extLst xmlns:a="http://schemas.openxmlformats.org/drawingml/2006/main">
              <a:ext uri="{FF2B5EF4-FFF2-40B4-BE49-F238E27FC236}">
                <a16:creationId xmlns:a16="http://schemas.microsoft.com/office/drawing/2014/main" id="{52CE38FB-E6FB-4C88-A21E-0133C28CC345}"/>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12" name="텍스트 개체 틀 4">
            <a:extLst xmlns:a="http://schemas.openxmlformats.org/drawingml/2006/main">
              <a:ext uri="{FF2B5EF4-FFF2-40B4-BE49-F238E27FC236}">
                <a16:creationId xmlns:a16="http://schemas.microsoft.com/office/drawing/2014/main" id="{892F79B5-EC2E-42DF-B450-D514F8D638C7}"/>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13" name="텍스트 개체 틀 7">
            <a:extLst xmlns:a="http://schemas.openxmlformats.org/drawingml/2006/main">
              <a:ext uri="{FF2B5EF4-FFF2-40B4-BE49-F238E27FC236}">
                <a16:creationId xmlns:a16="http://schemas.microsoft.com/office/drawing/2014/main" id="{8BD55703-7307-48F8-A503-023D97CED39C}"/>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14" name="텍스트 개체 틀 4">
            <a:extLst xmlns:a="http://schemas.openxmlformats.org/drawingml/2006/main">
              <a:ext uri="{FF2B5EF4-FFF2-40B4-BE49-F238E27FC236}">
                <a16:creationId xmlns:a16="http://schemas.microsoft.com/office/drawing/2014/main" id="{D0C1EC94-D4FF-49E9-BB6D-091B09C8D3DD}"/>
              </a:ext>
            </a:extLst>
          </p:cNvPr>
          <p:cNvSpPr>
            <a:spLocks xmlns:a="http://schemas.openxmlformats.org/drawingml/2006/main" noGrp="1"/>
          </p:cNvSpPr>
          <p:nvPr>
            <p:ph type="body" idx="37"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6.xml><?xml version="1.0" encoding="utf-8"?>
<p:sldLayout xmlns:p="http://schemas.openxmlformats.org/presentationml/2006/main" preserve="1" userDrawn="1">
  <p:cSld name="7_제목 및 내용">
    <p:spTree>
      <p:nvGrpSpPr>
        <p:cNvPr id="1" name=""/>
        <p:cNvGrpSpPr/>
        <p:nvPr/>
      </p:nvGrpSpPr>
      <p:grpSpPr>
        <a:xfrm xmlns:a="http://schemas.openxmlformats.org/drawingml/2006/main"/>
      </p:grpSpPr>
      <p:pic>
        <p:nvPicPr>
          <p:cNvPr id="50" name="그림 16"/>
          <p:cNvPicPr>
            <a:picLocks xmlns:a="http://schemas.openxmlformats.org/drawingml/2006/main" noChangeAspect="1"/>
          </p:cNvPicPr>
          <p:nvPr/>
        </p:nvPicPr>
        <p:blipFill>
          <a:blip xmlns:r="http://schemas.openxmlformats.org/officeDocument/2006/relationships" xmlns:a="http://schemas.openxmlformats.org/drawingml/2006/main" r:embed="R61374debf7e2472d"/>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1E08E81F-9027-4F45-9032-130D1805813C}"/>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CFCFFC35-76E5-495A-8858-DBB584684DD4}"/>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3" name="그림 26"/>
          <p:cNvPicPr>
            <a:picLocks xmlns:a="http://schemas.openxmlformats.org/drawingml/2006/main" noChangeAspect="1"/>
          </p:cNvPicPr>
          <p:nvPr/>
        </p:nvPicPr>
        <p:blipFill>
          <a:blip xmlns:r="http://schemas.openxmlformats.org/officeDocument/2006/relationships" xmlns:a="http://schemas.openxmlformats.org/drawingml/2006/main" r:embed="R69e097b5f5074867"/>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23" name="텍스트 개체 틀 7">
            <a:extLst xmlns:a="http://schemas.openxmlformats.org/drawingml/2006/main">
              <a:ext uri="{FF2B5EF4-FFF2-40B4-BE49-F238E27FC236}">
                <a16:creationId xmlns:a16="http://schemas.microsoft.com/office/drawing/2014/main" id="{F79AD0D5-DB2D-428D-9FD6-3DA031BD4AAD}"/>
              </a:ext>
            </a:extLst>
          </p:cNvPr>
          <p:cNvSpPr>
            <a:spLocks xmlns:a="http://schemas.openxmlformats.org/drawingml/2006/main" noGrp="1"/>
          </p:cNvSpPr>
          <p:nvPr>
            <p:ph type="body" idx="36"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55" name="표 10"/>
          <p:cNvGraphicFramePr/>
          <p:nvPr/>
        </p:nvGraphicFramePr>
        <p:xfrm>
          <a:off xmlns:a="http://schemas.openxmlformats.org/drawingml/2006/main" x="353247" y="2224178"/>
          <a:ext xmlns:a="http://schemas.openxmlformats.org/drawingml/2006/main" cx="4934463" cy="2451140"/>
        </p:xfrm>
        <a:graphic xmlns:a="http://schemas.openxmlformats.org/drawingml/2006/main">
          <a:graphicData uri="http://schemas.openxmlformats.org/drawingml/2006/table">
            <a:tbl>
              <a:tblPr firstRow="1" bandRow="1">
                <a:tableStyleId>{5C22544A-7EE6-4342-B048-85BDC9FD1C3A}</a:tableStyleId>
              </a:tblPr>
              <a:tblGrid>
                <a:gridCol w="1243240"/>
                <a:gridCol w="369122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5">
            <a:extLst xmlns:a="http://schemas.openxmlformats.org/drawingml/2006/main">
              <a:ext uri="{FF2B5EF4-FFF2-40B4-BE49-F238E27FC236}">
                <a16:creationId xmlns:a16="http://schemas.microsoft.com/office/drawing/2014/main" id="{F171E161-8187-49E6-A12E-D2D3DEFB91D3}"/>
              </a:ext>
            </a:extLst>
          </p:cNvPr>
          <p:cNvSpPr>
            <a:spLocks xmlns:a="http://schemas.openxmlformats.org/drawingml/2006/main" noGrp="1"/>
          </p:cNvSpPr>
          <p:nvPr>
            <p:ph type="body" idx="13" hasCustomPrompt="1"/>
          </p:nvPr>
        </p:nvSpPr>
        <p:spPr>
          <a:xfrm xmlns:a="http://schemas.openxmlformats.org/drawingml/2006/main">
            <a:off x="1607735" y="2224178"/>
            <a:ext cx="3422602" cy="61655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13" name="텍스트 개체 틀 2">
            <a:extLst xmlns:a="http://schemas.openxmlformats.org/drawingml/2006/main">
              <a:ext uri="{FF2B5EF4-FFF2-40B4-BE49-F238E27FC236}">
                <a16:creationId xmlns:a16="http://schemas.microsoft.com/office/drawing/2014/main" id="{F54CBA2F-005F-41A7-9FB4-808723425349}"/>
              </a:ext>
            </a:extLst>
          </p:cNvPr>
          <p:cNvSpPr>
            <a:spLocks xmlns:a="http://schemas.openxmlformats.org/drawingml/2006/main" noGrp="1"/>
          </p:cNvSpPr>
          <p:nvPr>
            <p:ph type="body" idx="28" hasCustomPrompt="1"/>
          </p:nvPr>
        </p:nvSpPr>
        <p:spPr>
          <a:xfrm xmlns:a="http://schemas.openxmlformats.org/drawingml/2006/main">
            <a:off x="384449" y="2247797"/>
            <a:ext cx="1177839" cy="559194"/>
          </a:xfrm>
        </p:spPr>
        <p:txBody>
          <a:bodyPr xmlns:a="http://schemas.openxmlformats.org/drawingml/2006/main" anchor="ctr">
            <a:noAutofit/>
          </a:bodyPr>
          <a:lstStyle xmlns:a="http://schemas.openxmlformats.org/drawingml/2006/main">
            <a:lvl1pPr marL="0" indent="-180000" algn="ctr">
              <a:lnSpc>
                <a:spcPct val="120000"/>
              </a:lnSpc>
              <a:spcBef>
                <a:spcPts val="600"/>
              </a:spcBef>
              <a:buNone/>
              <a:defRPr sz="1200" b="1" baseline="0"/>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14" name="텍스트 개체 틀 2">
            <a:extLst xmlns:a="http://schemas.openxmlformats.org/drawingml/2006/main">
              <a:ext uri="{FF2B5EF4-FFF2-40B4-BE49-F238E27FC236}">
                <a16:creationId xmlns:a16="http://schemas.microsoft.com/office/drawing/2014/main" id="{632F2B55-CBA1-40EE-A01A-75A9F10475B3}"/>
              </a:ext>
            </a:extLst>
          </p:cNvPr>
          <p:cNvSpPr>
            <a:spLocks xmlns:a="http://schemas.openxmlformats.org/drawingml/2006/main" noGrp="1"/>
          </p:cNvSpPr>
          <p:nvPr>
            <p:ph type="body" idx="29" hasCustomPrompt="1"/>
          </p:nvPr>
        </p:nvSpPr>
        <p:spPr>
          <a:xfrm xmlns:a="http://schemas.openxmlformats.org/drawingml/2006/main">
            <a:off x="384449" y="2852211"/>
            <a:ext cx="1177839" cy="570858"/>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C9E57269-0E13-4A3D-B8D3-9AD6FDD3FB3F}"/>
              </a:ext>
            </a:extLst>
          </p:cNvPr>
          <p:cNvSpPr>
            <a:spLocks xmlns:a="http://schemas.openxmlformats.org/drawingml/2006/main" noGrp="1"/>
          </p:cNvSpPr>
          <p:nvPr>
            <p:ph type="body" idx="30" hasCustomPrompt="1"/>
          </p:nvPr>
        </p:nvSpPr>
        <p:spPr>
          <a:xfrm xmlns:a="http://schemas.openxmlformats.org/drawingml/2006/main">
            <a:off x="384450" y="3461089"/>
            <a:ext cx="1177839" cy="60513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6" name="텍스트 개체 틀 2">
            <a:extLst xmlns:a="http://schemas.openxmlformats.org/drawingml/2006/main">
              <a:ext uri="{FF2B5EF4-FFF2-40B4-BE49-F238E27FC236}">
                <a16:creationId xmlns:a16="http://schemas.microsoft.com/office/drawing/2014/main" id="{0A4E1DA3-3C88-408B-8DFB-71795C083E2E}"/>
              </a:ext>
            </a:extLst>
          </p:cNvPr>
          <p:cNvSpPr>
            <a:spLocks xmlns:a="http://schemas.openxmlformats.org/drawingml/2006/main" noGrp="1"/>
          </p:cNvSpPr>
          <p:nvPr>
            <p:ph type="body" idx="31" hasCustomPrompt="1"/>
          </p:nvPr>
        </p:nvSpPr>
        <p:spPr>
          <a:xfrm xmlns:a="http://schemas.openxmlformats.org/drawingml/2006/main">
            <a:off x="384450" y="4077167"/>
            <a:ext cx="1177839" cy="598151"/>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8" name="텍스트 개체 틀 5">
            <a:extLst xmlns:a="http://schemas.openxmlformats.org/drawingml/2006/main">
              <a:ext uri="{FF2B5EF4-FFF2-40B4-BE49-F238E27FC236}">
                <a16:creationId xmlns:a16="http://schemas.microsoft.com/office/drawing/2014/main" id="{9945A58C-502F-4CEF-8055-CBA9B462D222}"/>
              </a:ext>
            </a:extLst>
          </p:cNvPr>
          <p:cNvSpPr>
            <a:spLocks xmlns:a="http://schemas.openxmlformats.org/drawingml/2006/main" noGrp="1"/>
          </p:cNvSpPr>
          <p:nvPr>
            <p:ph type="body" idx="33" hasCustomPrompt="1"/>
          </p:nvPr>
        </p:nvSpPr>
        <p:spPr>
          <a:xfrm xmlns:a="http://schemas.openxmlformats.org/drawingml/2006/main">
            <a:off x="1607735" y="2840734"/>
            <a:ext cx="3434203" cy="609562"/>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1" name="텍스트 개체 틀 5">
            <a:extLst xmlns:a="http://schemas.openxmlformats.org/drawingml/2006/main">
              <a:ext uri="{FF2B5EF4-FFF2-40B4-BE49-F238E27FC236}">
                <a16:creationId xmlns:a16="http://schemas.microsoft.com/office/drawing/2014/main" id="{40EEC395-4BE2-4878-A9BE-463D170ACFBE}"/>
              </a:ext>
            </a:extLst>
          </p:cNvPr>
          <p:cNvSpPr>
            <a:spLocks xmlns:a="http://schemas.openxmlformats.org/drawingml/2006/main" noGrp="1"/>
          </p:cNvSpPr>
          <p:nvPr>
            <p:ph type="body" idx="37" hasCustomPrompt="1"/>
          </p:nvPr>
        </p:nvSpPr>
        <p:spPr>
          <a:xfrm xmlns:a="http://schemas.openxmlformats.org/drawingml/2006/main">
            <a:off x="1607735" y="3457289"/>
            <a:ext cx="3422602" cy="61987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2" name="텍스트 개체 틀 5">
            <a:extLst xmlns:a="http://schemas.openxmlformats.org/drawingml/2006/main">
              <a:ext uri="{FF2B5EF4-FFF2-40B4-BE49-F238E27FC236}">
                <a16:creationId xmlns:a16="http://schemas.microsoft.com/office/drawing/2014/main" id="{AA0077F8-F303-4AA5-B74E-24D00153D20F}"/>
              </a:ext>
            </a:extLst>
          </p:cNvPr>
          <p:cNvSpPr>
            <a:spLocks xmlns:a="http://schemas.openxmlformats.org/drawingml/2006/main" noGrp="1"/>
          </p:cNvSpPr>
          <p:nvPr>
            <p:ph type="body" idx="38" hasCustomPrompt="1"/>
          </p:nvPr>
        </p:nvSpPr>
        <p:spPr>
          <a:xfrm xmlns:a="http://schemas.openxmlformats.org/drawingml/2006/main">
            <a:off x="1607735" y="4066222"/>
            <a:ext cx="3422602" cy="61608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0" name="제목 3">
            <a:extLst xmlns:a="http://schemas.openxmlformats.org/drawingml/2006/main">
              <a:ext uri="{FF2B5EF4-FFF2-40B4-BE49-F238E27FC236}">
                <a16:creationId xmlns:a16="http://schemas.microsoft.com/office/drawing/2014/main" id="{63D75E8D-2854-467C-9CE1-E4933F530A94}"/>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26" name="텍스트 개체 틀 4">
            <a:extLst xmlns:a="http://schemas.openxmlformats.org/drawingml/2006/main">
              <a:ext uri="{FF2B5EF4-FFF2-40B4-BE49-F238E27FC236}">
                <a16:creationId xmlns:a16="http://schemas.microsoft.com/office/drawing/2014/main" id="{E806D3D8-EB32-440E-A77B-5585FF898582}"/>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29" name="텍스트 개체 틀 7">
            <a:extLst xmlns:a="http://schemas.openxmlformats.org/drawingml/2006/main">
              <a:ext uri="{FF2B5EF4-FFF2-40B4-BE49-F238E27FC236}">
                <a16:creationId xmlns:a16="http://schemas.microsoft.com/office/drawing/2014/main" id="{B1E173EB-79B2-4759-AD36-8D4B595ED18D}"/>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30" name="텍스트 개체 틀 4">
            <a:extLst xmlns:a="http://schemas.openxmlformats.org/drawingml/2006/main">
              <a:ext uri="{FF2B5EF4-FFF2-40B4-BE49-F238E27FC236}">
                <a16:creationId xmlns:a16="http://schemas.microsoft.com/office/drawing/2014/main" id="{D783E060-3932-4EAF-A386-E58AE4D82D56}"/>
              </a:ext>
            </a:extLst>
          </p:cNvPr>
          <p:cNvSpPr>
            <a:spLocks xmlns:a="http://schemas.openxmlformats.org/drawingml/2006/main" noGrp="1"/>
          </p:cNvSpPr>
          <p:nvPr>
            <p:ph type="body" idx="39"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7.xml><?xml version="1.0" encoding="utf-8"?>
<p:sldLayout xmlns:p="http://schemas.openxmlformats.org/presentationml/2006/main" userDrawn="1">
  <p:cSld name="4_제목 및 내용">
    <p:spTree>
      <p:nvGrpSpPr>
        <p:cNvPr id="1" name=""/>
        <p:cNvGrpSpPr/>
        <p:nvPr/>
      </p:nvGrpSpPr>
      <p:grpSpPr>
        <a:xfrm xmlns:a="http://schemas.openxmlformats.org/drawingml/2006/main"/>
      </p:grpSpPr>
      <p:pic>
        <p:nvPicPr>
          <p:cNvPr id="52" name="그림 16"/>
          <p:cNvPicPr>
            <a:picLocks xmlns:a="http://schemas.openxmlformats.org/drawingml/2006/main" noChangeAspect="1"/>
          </p:cNvPicPr>
          <p:nvPr/>
        </p:nvPicPr>
        <p:blipFill>
          <a:blip xmlns:r="http://schemas.openxmlformats.org/officeDocument/2006/relationships" xmlns:a="http://schemas.openxmlformats.org/drawingml/2006/main" r:embed="R5c56b004c7d14bb8"/>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D82F1D29-2B77-4BC9-9813-A8DC980E53EB}"/>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AB54CA3F-9E23-4D5E-AD00-A6C6491838C0}"/>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5" name="그림 48"/>
          <p:cNvPicPr>
            <a:picLocks xmlns:a="http://schemas.openxmlformats.org/drawingml/2006/main" noChangeAspect="1"/>
          </p:cNvPicPr>
          <p:nvPr/>
        </p:nvPicPr>
        <p:blipFill>
          <a:blip xmlns:r="http://schemas.openxmlformats.org/officeDocument/2006/relationships" xmlns:a="http://schemas.openxmlformats.org/drawingml/2006/main" r:embed="Rf2f12cdf3af140b0"/>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47" name="텍스트 개체 틀 7">
            <a:extLst xmlns:a="http://schemas.openxmlformats.org/drawingml/2006/main">
              <a:ext uri="{FF2B5EF4-FFF2-40B4-BE49-F238E27FC236}">
                <a16:creationId xmlns:a16="http://schemas.microsoft.com/office/drawing/2014/main" id="{50C5F763-EBAB-40E9-B101-FB103285612C}"/>
              </a:ext>
            </a:extLst>
          </p:cNvPr>
          <p:cNvSpPr>
            <a:spLocks xmlns:a="http://schemas.openxmlformats.org/drawingml/2006/main" noGrp="1"/>
          </p:cNvSpPr>
          <p:nvPr>
            <p:ph type="body" idx="44"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57" name="표 10"/>
          <p:cNvGraphicFramePr/>
          <p:nvPr/>
        </p:nvGraphicFramePr>
        <p:xfrm>
          <a:off xmlns:a="http://schemas.openxmlformats.org/drawingml/2006/main" x="353247" y="2166578"/>
          <a:ext xmlns:a="http://schemas.openxmlformats.org/drawingml/2006/main" cx="4165342" cy="2451140"/>
        </p:xfrm>
        <a:graphic xmlns:a="http://schemas.openxmlformats.org/drawingml/2006/main">
          <a:graphicData uri="http://schemas.openxmlformats.org/drawingml/2006/table">
            <a:tbl>
              <a:tblPr firstRow="1" bandRow="1">
                <a:tableStyleId>{5C22544A-7EE6-4342-B048-85BDC9FD1C3A}</a:tableStyleId>
              </a:tblPr>
              <a:tblGrid>
                <a:gridCol w="1049459"/>
                <a:gridCol w="311588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5">
            <a:extLst xmlns:a="http://schemas.openxmlformats.org/drawingml/2006/main">
              <a:ext uri="{FF2B5EF4-FFF2-40B4-BE49-F238E27FC236}">
                <a16:creationId xmlns:a16="http://schemas.microsoft.com/office/drawing/2014/main" id="{86BC261C-70EC-4C9D-828D-491D419DBF55}"/>
              </a:ext>
            </a:extLst>
          </p:cNvPr>
          <p:cNvSpPr>
            <a:spLocks xmlns:a="http://schemas.openxmlformats.org/drawingml/2006/main" noGrp="1"/>
          </p:cNvSpPr>
          <p:nvPr>
            <p:ph type="body" idx="13" hasCustomPrompt="1"/>
          </p:nvPr>
        </p:nvSpPr>
        <p:spPr>
          <a:xfrm xmlns:a="http://schemas.openxmlformats.org/drawingml/2006/main">
            <a:off x="1417685" y="2166578"/>
            <a:ext cx="2838184" cy="58551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13" name="텍스트 개체 틀 2">
            <a:extLst xmlns:a="http://schemas.openxmlformats.org/drawingml/2006/main">
              <a:ext uri="{FF2B5EF4-FFF2-40B4-BE49-F238E27FC236}">
                <a16:creationId xmlns:a16="http://schemas.microsoft.com/office/drawing/2014/main" id="{964AA6D9-7BB9-4A7E-AE15-BB5FAD6B016A}"/>
              </a:ext>
            </a:extLst>
          </p:cNvPr>
          <p:cNvSpPr>
            <a:spLocks xmlns:a="http://schemas.openxmlformats.org/drawingml/2006/main" noGrp="1"/>
          </p:cNvSpPr>
          <p:nvPr>
            <p:ph type="body" idx="28" hasCustomPrompt="1"/>
          </p:nvPr>
        </p:nvSpPr>
        <p:spPr>
          <a:xfrm xmlns:a="http://schemas.openxmlformats.org/drawingml/2006/main">
            <a:off x="381207" y="2166578"/>
            <a:ext cx="994589" cy="626111"/>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14" name="텍스트 개체 틀 2">
            <a:extLst xmlns:a="http://schemas.openxmlformats.org/drawingml/2006/main">
              <a:ext uri="{FF2B5EF4-FFF2-40B4-BE49-F238E27FC236}">
                <a16:creationId xmlns:a16="http://schemas.microsoft.com/office/drawing/2014/main" id="{0AD13E8A-33B2-4457-BB77-9C6F90412C86}"/>
              </a:ext>
            </a:extLst>
          </p:cNvPr>
          <p:cNvSpPr>
            <a:spLocks xmlns:a="http://schemas.openxmlformats.org/drawingml/2006/main" noGrp="1"/>
          </p:cNvSpPr>
          <p:nvPr>
            <p:ph type="body" idx="29" hasCustomPrompt="1"/>
          </p:nvPr>
        </p:nvSpPr>
        <p:spPr>
          <a:xfrm xmlns:a="http://schemas.openxmlformats.org/drawingml/2006/main">
            <a:off x="381207" y="2792689"/>
            <a:ext cx="991441" cy="61113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56F7CF9F-D5DC-4728-B928-BF1623A85929}"/>
              </a:ext>
            </a:extLst>
          </p:cNvPr>
          <p:cNvSpPr>
            <a:spLocks xmlns:a="http://schemas.openxmlformats.org/drawingml/2006/main" noGrp="1"/>
          </p:cNvSpPr>
          <p:nvPr>
            <p:ph type="body" idx="30" hasCustomPrompt="1"/>
          </p:nvPr>
        </p:nvSpPr>
        <p:spPr>
          <a:xfrm xmlns:a="http://schemas.openxmlformats.org/drawingml/2006/main">
            <a:off x="384355" y="3429354"/>
            <a:ext cx="991441" cy="54961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6" name="텍스트 개체 틀 2">
            <a:extLst xmlns:a="http://schemas.openxmlformats.org/drawingml/2006/main">
              <a:ext uri="{FF2B5EF4-FFF2-40B4-BE49-F238E27FC236}">
                <a16:creationId xmlns:a16="http://schemas.microsoft.com/office/drawing/2014/main" id="{A3B1CD87-853C-4952-B759-C52EFB46DC84}"/>
              </a:ext>
            </a:extLst>
          </p:cNvPr>
          <p:cNvSpPr>
            <a:spLocks xmlns:a="http://schemas.openxmlformats.org/drawingml/2006/main" noGrp="1"/>
          </p:cNvSpPr>
          <p:nvPr>
            <p:ph type="body" idx="31" hasCustomPrompt="1"/>
          </p:nvPr>
        </p:nvSpPr>
        <p:spPr>
          <a:xfrm xmlns:a="http://schemas.openxmlformats.org/drawingml/2006/main">
            <a:off x="381207" y="4026771"/>
            <a:ext cx="991441" cy="575144"/>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graphicFrame>
        <p:nvGraphicFramePr>
          <p:cNvPr id="63" name="표 20"/>
          <p:cNvGraphicFramePr/>
          <p:nvPr/>
        </p:nvGraphicFramePr>
        <p:xfrm>
          <a:off xmlns:a="http://schemas.openxmlformats.org/drawingml/2006/main" x="4652133" y="2166578"/>
          <a:ext xmlns:a="http://schemas.openxmlformats.org/drawingml/2006/main" cx="4165342" cy="2451140"/>
        </p:xfrm>
        <a:graphic xmlns:a="http://schemas.openxmlformats.org/drawingml/2006/main">
          <a:graphicData uri="http://schemas.openxmlformats.org/drawingml/2006/table">
            <a:tbl>
              <a:tblPr firstRow="1" bandRow="1">
                <a:tableStyleId>{5C22544A-7EE6-4342-B048-85BDC9FD1C3A}</a:tableStyleId>
              </a:tblPr>
              <a:tblGrid>
                <a:gridCol w="1049459"/>
                <a:gridCol w="311588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34" name="텍스트 개체 틀 5">
            <a:extLst xmlns:a="http://schemas.openxmlformats.org/drawingml/2006/main">
              <a:ext uri="{FF2B5EF4-FFF2-40B4-BE49-F238E27FC236}">
                <a16:creationId xmlns:a16="http://schemas.microsoft.com/office/drawing/2014/main" id="{39525ABF-1BD9-424F-B3E4-23212D54E7C3}"/>
              </a:ext>
            </a:extLst>
          </p:cNvPr>
          <p:cNvSpPr>
            <a:spLocks xmlns:a="http://schemas.openxmlformats.org/drawingml/2006/main" noGrp="1"/>
          </p:cNvSpPr>
          <p:nvPr>
            <p:ph type="body" idx="45" hasCustomPrompt="1"/>
          </p:nvPr>
        </p:nvSpPr>
        <p:spPr>
          <a:xfrm xmlns:a="http://schemas.openxmlformats.org/drawingml/2006/main">
            <a:off x="1417685" y="2792688"/>
            <a:ext cx="2838184" cy="60099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5" name="텍스트 개체 틀 5">
            <a:extLst xmlns:a="http://schemas.openxmlformats.org/drawingml/2006/main">
              <a:ext uri="{FF2B5EF4-FFF2-40B4-BE49-F238E27FC236}">
                <a16:creationId xmlns:a16="http://schemas.microsoft.com/office/drawing/2014/main" id="{1D531356-A2B2-4461-97FB-C3BF15030AB4}"/>
              </a:ext>
            </a:extLst>
          </p:cNvPr>
          <p:cNvSpPr>
            <a:spLocks xmlns:a="http://schemas.openxmlformats.org/drawingml/2006/main" noGrp="1"/>
          </p:cNvSpPr>
          <p:nvPr>
            <p:ph type="body" idx="46" hasCustomPrompt="1"/>
          </p:nvPr>
        </p:nvSpPr>
        <p:spPr>
          <a:xfrm xmlns:a="http://schemas.openxmlformats.org/drawingml/2006/main">
            <a:off x="1417685" y="3393683"/>
            <a:ext cx="2838184" cy="585281"/>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6" name="텍스트 개체 틀 5">
            <a:extLst xmlns:a="http://schemas.openxmlformats.org/drawingml/2006/main">
              <a:ext uri="{FF2B5EF4-FFF2-40B4-BE49-F238E27FC236}">
                <a16:creationId xmlns:a16="http://schemas.microsoft.com/office/drawing/2014/main" id="{5B4BD05B-98C3-40FE-84F4-1D1FD0793358}"/>
              </a:ext>
            </a:extLst>
          </p:cNvPr>
          <p:cNvSpPr>
            <a:spLocks xmlns:a="http://schemas.openxmlformats.org/drawingml/2006/main" noGrp="1"/>
          </p:cNvSpPr>
          <p:nvPr>
            <p:ph type="body" idx="47" hasCustomPrompt="1"/>
          </p:nvPr>
        </p:nvSpPr>
        <p:spPr>
          <a:xfrm xmlns:a="http://schemas.openxmlformats.org/drawingml/2006/main">
            <a:off x="1417685" y="4004499"/>
            <a:ext cx="2838184" cy="61321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7" name="텍스트 개체 틀 5">
            <a:extLst xmlns:a="http://schemas.openxmlformats.org/drawingml/2006/main">
              <a:ext uri="{FF2B5EF4-FFF2-40B4-BE49-F238E27FC236}">
                <a16:creationId xmlns:a16="http://schemas.microsoft.com/office/drawing/2014/main" id="{3F7D8BEA-3262-4101-AA98-758078C54823}"/>
              </a:ext>
            </a:extLst>
          </p:cNvPr>
          <p:cNvSpPr>
            <a:spLocks xmlns:a="http://schemas.openxmlformats.org/drawingml/2006/main" noGrp="1"/>
          </p:cNvSpPr>
          <p:nvPr>
            <p:ph type="body" idx="48" hasCustomPrompt="1"/>
          </p:nvPr>
        </p:nvSpPr>
        <p:spPr>
          <a:xfrm xmlns:a="http://schemas.openxmlformats.org/drawingml/2006/main">
            <a:off x="5712790" y="2166578"/>
            <a:ext cx="2838184" cy="58551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8" name="텍스트 개체 틀 2">
            <a:extLst xmlns:a="http://schemas.openxmlformats.org/drawingml/2006/main">
              <a:ext uri="{FF2B5EF4-FFF2-40B4-BE49-F238E27FC236}">
                <a16:creationId xmlns:a16="http://schemas.microsoft.com/office/drawing/2014/main" id="{B87A76FF-3F23-4E71-95C3-7BBF8BD833AE}"/>
              </a:ext>
            </a:extLst>
          </p:cNvPr>
          <p:cNvSpPr>
            <a:spLocks xmlns:a="http://schemas.openxmlformats.org/drawingml/2006/main" noGrp="1"/>
          </p:cNvSpPr>
          <p:nvPr>
            <p:ph type="body" idx="49" hasCustomPrompt="1"/>
          </p:nvPr>
        </p:nvSpPr>
        <p:spPr>
          <a:xfrm xmlns:a="http://schemas.openxmlformats.org/drawingml/2006/main">
            <a:off x="4676312" y="2166578"/>
            <a:ext cx="994589" cy="639825"/>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39" name="텍스트 개체 틀 2">
            <a:extLst xmlns:a="http://schemas.openxmlformats.org/drawingml/2006/main">
              <a:ext uri="{FF2B5EF4-FFF2-40B4-BE49-F238E27FC236}">
                <a16:creationId xmlns:a16="http://schemas.microsoft.com/office/drawing/2014/main" id="{B3B3E279-A43F-488E-A423-E292FFB27ADB}"/>
              </a:ext>
            </a:extLst>
          </p:cNvPr>
          <p:cNvSpPr>
            <a:spLocks xmlns:a="http://schemas.openxmlformats.org/drawingml/2006/main" noGrp="1"/>
          </p:cNvSpPr>
          <p:nvPr>
            <p:ph type="body" idx="50" hasCustomPrompt="1"/>
          </p:nvPr>
        </p:nvSpPr>
        <p:spPr>
          <a:xfrm xmlns:a="http://schemas.openxmlformats.org/drawingml/2006/main">
            <a:off x="4676312" y="2792689"/>
            <a:ext cx="991441" cy="61113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0" name="텍스트 개체 틀 2">
            <a:extLst xmlns:a="http://schemas.openxmlformats.org/drawingml/2006/main">
              <a:ext uri="{FF2B5EF4-FFF2-40B4-BE49-F238E27FC236}">
                <a16:creationId xmlns:a16="http://schemas.microsoft.com/office/drawing/2014/main" id="{6BE2ECD9-FA49-4804-993B-9D3D8A0574FF}"/>
              </a:ext>
            </a:extLst>
          </p:cNvPr>
          <p:cNvSpPr>
            <a:spLocks xmlns:a="http://schemas.openxmlformats.org/drawingml/2006/main" noGrp="1"/>
          </p:cNvSpPr>
          <p:nvPr>
            <p:ph type="body" idx="51" hasCustomPrompt="1"/>
          </p:nvPr>
        </p:nvSpPr>
        <p:spPr>
          <a:xfrm xmlns:a="http://schemas.openxmlformats.org/drawingml/2006/main">
            <a:off x="4679460" y="3429354"/>
            <a:ext cx="991441" cy="54961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1" name="텍스트 개체 틀 2">
            <a:extLst xmlns:a="http://schemas.openxmlformats.org/drawingml/2006/main">
              <a:ext uri="{FF2B5EF4-FFF2-40B4-BE49-F238E27FC236}">
                <a16:creationId xmlns:a16="http://schemas.microsoft.com/office/drawing/2014/main" id="{51443458-8034-4678-8C35-376C53D9D182}"/>
              </a:ext>
            </a:extLst>
          </p:cNvPr>
          <p:cNvSpPr>
            <a:spLocks xmlns:a="http://schemas.openxmlformats.org/drawingml/2006/main" noGrp="1"/>
          </p:cNvSpPr>
          <p:nvPr>
            <p:ph type="body" idx="52" hasCustomPrompt="1"/>
          </p:nvPr>
        </p:nvSpPr>
        <p:spPr>
          <a:xfrm xmlns:a="http://schemas.openxmlformats.org/drawingml/2006/main">
            <a:off x="4676312" y="4026771"/>
            <a:ext cx="991441" cy="575144"/>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2" name="텍스트 개체 틀 5">
            <a:extLst xmlns:a="http://schemas.openxmlformats.org/drawingml/2006/main">
              <a:ext uri="{FF2B5EF4-FFF2-40B4-BE49-F238E27FC236}">
                <a16:creationId xmlns:a16="http://schemas.microsoft.com/office/drawing/2014/main" id="{DA58A586-4DEE-4B7A-8FAA-ED0744EF5B79}"/>
              </a:ext>
            </a:extLst>
          </p:cNvPr>
          <p:cNvSpPr>
            <a:spLocks xmlns:a="http://schemas.openxmlformats.org/drawingml/2006/main" noGrp="1"/>
          </p:cNvSpPr>
          <p:nvPr>
            <p:ph type="body" idx="53" hasCustomPrompt="1"/>
          </p:nvPr>
        </p:nvSpPr>
        <p:spPr>
          <a:xfrm xmlns:a="http://schemas.openxmlformats.org/drawingml/2006/main">
            <a:off x="5712790" y="2792688"/>
            <a:ext cx="2838184" cy="60099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43" name="텍스트 개체 틀 5">
            <a:extLst xmlns:a="http://schemas.openxmlformats.org/drawingml/2006/main">
              <a:ext uri="{FF2B5EF4-FFF2-40B4-BE49-F238E27FC236}">
                <a16:creationId xmlns:a16="http://schemas.microsoft.com/office/drawing/2014/main" id="{402F4653-462D-46C7-8900-26C5D931F88C}"/>
              </a:ext>
            </a:extLst>
          </p:cNvPr>
          <p:cNvSpPr>
            <a:spLocks xmlns:a="http://schemas.openxmlformats.org/drawingml/2006/main" noGrp="1"/>
          </p:cNvSpPr>
          <p:nvPr>
            <p:ph type="body" idx="54" hasCustomPrompt="1"/>
          </p:nvPr>
        </p:nvSpPr>
        <p:spPr>
          <a:xfrm xmlns:a="http://schemas.openxmlformats.org/drawingml/2006/main">
            <a:off x="5712790" y="3393683"/>
            <a:ext cx="2838184" cy="585281"/>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44" name="텍스트 개체 틀 5">
            <a:extLst xmlns:a="http://schemas.openxmlformats.org/drawingml/2006/main">
              <a:ext uri="{FF2B5EF4-FFF2-40B4-BE49-F238E27FC236}">
                <a16:creationId xmlns:a16="http://schemas.microsoft.com/office/drawing/2014/main" id="{C802459C-58A9-448D-A68C-3DA1B782C087}"/>
              </a:ext>
            </a:extLst>
          </p:cNvPr>
          <p:cNvSpPr>
            <a:spLocks xmlns:a="http://schemas.openxmlformats.org/drawingml/2006/main" noGrp="1"/>
          </p:cNvSpPr>
          <p:nvPr>
            <p:ph type="body" idx="55" hasCustomPrompt="1"/>
          </p:nvPr>
        </p:nvSpPr>
        <p:spPr>
          <a:xfrm xmlns:a="http://schemas.openxmlformats.org/drawingml/2006/main">
            <a:off x="5712790" y="4004499"/>
            <a:ext cx="2838184" cy="61321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9" name="제목 3">
            <a:extLst xmlns:a="http://schemas.openxmlformats.org/drawingml/2006/main">
              <a:ext uri="{FF2B5EF4-FFF2-40B4-BE49-F238E27FC236}">
                <a16:creationId xmlns:a16="http://schemas.microsoft.com/office/drawing/2014/main" id="{EE076914-D549-493D-BA96-EC44930BB399}"/>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30" name="텍스트 개체 틀 4">
            <a:extLst xmlns:a="http://schemas.openxmlformats.org/drawingml/2006/main">
              <a:ext uri="{FF2B5EF4-FFF2-40B4-BE49-F238E27FC236}">
                <a16:creationId xmlns:a16="http://schemas.microsoft.com/office/drawing/2014/main" id="{49296983-35F6-4456-8398-DE2FD68D077C}"/>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31" name="텍스트 개체 틀 7">
            <a:extLst xmlns:a="http://schemas.openxmlformats.org/drawingml/2006/main">
              <a:ext uri="{FF2B5EF4-FFF2-40B4-BE49-F238E27FC236}">
                <a16:creationId xmlns:a16="http://schemas.microsoft.com/office/drawing/2014/main" id="{62B9D4A3-216D-4708-8263-7F9BD64AE0AD}"/>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45" name="텍스트 개체 틀 4">
            <a:extLst xmlns:a="http://schemas.openxmlformats.org/drawingml/2006/main">
              <a:ext uri="{FF2B5EF4-FFF2-40B4-BE49-F238E27FC236}">
                <a16:creationId xmlns:a16="http://schemas.microsoft.com/office/drawing/2014/main" id="{CA5D3E31-D6D7-4ED8-B2E9-22402BEB0A9B}"/>
              </a:ext>
            </a:extLst>
          </p:cNvPr>
          <p:cNvSpPr>
            <a:spLocks xmlns:a="http://schemas.openxmlformats.org/drawingml/2006/main" noGrp="1"/>
          </p:cNvSpPr>
          <p:nvPr>
            <p:ph type="body" idx="37"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8.xml><?xml version="1.0" encoding="utf-8"?>
<p:sldLayout xmlns:p="http://schemas.openxmlformats.org/presentationml/2006/main" userDrawn="1">
  <p:cSld name="5_제목 및 내용">
    <p:spTree>
      <p:nvGrpSpPr>
        <p:cNvPr id="1" name=""/>
        <p:cNvGrpSpPr/>
        <p:nvPr/>
      </p:nvGrpSpPr>
      <p:grpSpPr>
        <a:xfrm xmlns:a="http://schemas.openxmlformats.org/drawingml/2006/main"/>
      </p:grpSpPr>
      <p:pic>
        <p:nvPicPr>
          <p:cNvPr id="41" name="그림 39"/>
          <p:cNvPicPr>
            <a:picLocks xmlns:a="http://schemas.openxmlformats.org/drawingml/2006/main" noChangeAspect="1"/>
          </p:cNvPicPr>
          <p:nvPr/>
        </p:nvPicPr>
        <p:blipFill>
          <a:blip xmlns:r="http://schemas.openxmlformats.org/officeDocument/2006/relationships" xmlns:a="http://schemas.openxmlformats.org/drawingml/2006/main" r:embed="Rd560c5c5d5bb41fb"/>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4506D3D2-B8F0-4C50-8F38-0F23753856D6}"/>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53EED380-727C-4150-BB23-62F65C5AD563}"/>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44" name="그림 36"/>
          <p:cNvPicPr>
            <a:picLocks xmlns:a="http://schemas.openxmlformats.org/drawingml/2006/main" noChangeAspect="1"/>
          </p:cNvPicPr>
          <p:nvPr/>
        </p:nvPicPr>
        <p:blipFill>
          <a:blip xmlns:r="http://schemas.openxmlformats.org/officeDocument/2006/relationships" xmlns:a="http://schemas.openxmlformats.org/drawingml/2006/main" r:embed="Rb89fd75c0a044c39"/>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36" name="텍스트 개체 틀 7">
            <a:extLst xmlns:a="http://schemas.openxmlformats.org/drawingml/2006/main">
              <a:ext uri="{FF2B5EF4-FFF2-40B4-BE49-F238E27FC236}">
                <a16:creationId xmlns:a16="http://schemas.microsoft.com/office/drawing/2014/main" id="{B7CEED3E-0304-4E02-B4EE-3DCB84397606}"/>
              </a:ext>
            </a:extLst>
          </p:cNvPr>
          <p:cNvSpPr>
            <a:spLocks xmlns:a="http://schemas.openxmlformats.org/drawingml/2006/main" noGrp="1"/>
          </p:cNvSpPr>
          <p:nvPr>
            <p:ph type="body" idx="38"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46" name="표 9"/>
          <p:cNvGraphicFramePr/>
          <p:nvPr/>
        </p:nvGraphicFramePr>
        <p:xfrm>
          <a:off xmlns:a="http://schemas.openxmlformats.org/drawingml/2006/main" x="321195" y="1762122"/>
          <a:ext xmlns:a="http://schemas.openxmlformats.org/drawingml/2006/main" cx="4121707" cy="2936997"/>
        </p:xfrm>
        <a:graphic xmlns:a="http://schemas.openxmlformats.org/drawingml/2006/main">
          <a:graphicData uri="http://schemas.openxmlformats.org/drawingml/2006/table">
            <a:tbl>
              <a:tblPr firstRow="1" bandRow="1">
                <a:tableStyleId>{5C22544A-7EE6-4342-B048-85BDC9FD1C3A}</a:tableStyleId>
              </a:tblPr>
              <a:tblGrid>
                <a:gridCol w="4121707"/>
              </a:tblGrid>
              <a:tr h="325242">
                <a:tc>
                  <a:txBody>
                    <a:bodyPr/>
                    <a:lstStyle/>
                    <a:p>
                      <a:pPr algn="ctr">
                        <a:buNone/>
                      </a:pPr>
                      <a:endParaRPr sz="1200" b="0">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r>
              <a:tr h="2611755">
                <a:tc>
                  <a:txBody>
                    <a:bodyPr/>
                    <a:lstStyle/>
                    <a:p>
                      <a:pPr algn="l">
                        <a:lnSpc>
                          <a:spcPct val="150000"/>
                        </a:lnSpc>
                        <a:buNone/>
                      </a:pPr>
                      <a:endParaRPr sz="10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graphicFrame>
        <p:nvGraphicFramePr>
          <p:cNvPr id="47" name="표 10"/>
          <p:cNvGraphicFramePr/>
          <p:nvPr/>
        </p:nvGraphicFramePr>
        <p:xfrm>
          <a:off xmlns:a="http://schemas.openxmlformats.org/drawingml/2006/main" x="4660851" y="1762122"/>
          <a:ext xmlns:a="http://schemas.openxmlformats.org/drawingml/2006/main" cx="4121707" cy="2936997"/>
        </p:xfrm>
        <a:graphic xmlns:a="http://schemas.openxmlformats.org/drawingml/2006/main">
          <a:graphicData uri="http://schemas.openxmlformats.org/drawingml/2006/table">
            <a:tbl>
              <a:tblPr firstRow="1" bandRow="1">
                <a:tableStyleId>{5C22544A-7EE6-4342-B048-85BDC9FD1C3A}</a:tableStyleId>
              </a:tblPr>
              <a:tblGrid>
                <a:gridCol w="4121707"/>
              </a:tblGrid>
              <a:tr h="325242">
                <a:tc>
                  <a:txBody>
                    <a:bodyPr/>
                    <a:lstStyle/>
                    <a:p>
                      <a:pPr algn="ctr">
                        <a:buNone/>
                      </a:pPr>
                      <a:endParaRPr sz="1200" b="0">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r>
              <a:tr h="2611755">
                <a:tc>
                  <a:txBody>
                    <a:bodyPr/>
                    <a:lstStyle/>
                    <a:p>
                      <a:pPr algn="l">
                        <a:lnSpc>
                          <a:spcPct val="150000"/>
                        </a:lnSpc>
                        <a:buNone/>
                      </a:pPr>
                      <a:endParaRPr sz="10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4">
            <a:extLst xmlns:a="http://schemas.openxmlformats.org/drawingml/2006/main">
              <a:ext uri="{FF2B5EF4-FFF2-40B4-BE49-F238E27FC236}">
                <a16:creationId xmlns:a16="http://schemas.microsoft.com/office/drawing/2014/main" id="{E7591ACB-EAD4-493F-9D03-ECCEE8F0FD9A}"/>
              </a:ext>
            </a:extLst>
          </p:cNvPr>
          <p:cNvSpPr>
            <a:spLocks xmlns:a="http://schemas.openxmlformats.org/drawingml/2006/main" noGrp="1"/>
          </p:cNvSpPr>
          <p:nvPr>
            <p:ph type="body" idx="13" hasCustomPrompt="1"/>
          </p:nvPr>
        </p:nvSpPr>
        <p:spPr>
          <a:xfrm xmlns:a="http://schemas.openxmlformats.org/drawingml/2006/main">
            <a:off x="340686" y="2098406"/>
            <a:ext cx="3915760" cy="37075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3" name="텍스트 개체 틀 7">
            <a:extLst xmlns:a="http://schemas.openxmlformats.org/drawingml/2006/main">
              <a:ext uri="{FF2B5EF4-FFF2-40B4-BE49-F238E27FC236}">
                <a16:creationId xmlns:a16="http://schemas.microsoft.com/office/drawing/2014/main" id="{EAE8BC3E-1E68-4583-AC59-CF51383581FD}"/>
              </a:ext>
            </a:extLst>
          </p:cNvPr>
          <p:cNvSpPr>
            <a:spLocks xmlns:a="http://schemas.openxmlformats.org/drawingml/2006/main" noGrp="1"/>
          </p:cNvSpPr>
          <p:nvPr>
            <p:ph type="body" idx="14" hasCustomPrompt="1"/>
          </p:nvPr>
        </p:nvSpPr>
        <p:spPr>
          <a:xfrm xmlns:a="http://schemas.openxmlformats.org/drawingml/2006/main">
            <a:off x="472738" y="2507213"/>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14" name="텍스트 개체 틀 2">
            <a:extLst xmlns:a="http://schemas.openxmlformats.org/drawingml/2006/main">
              <a:ext uri="{FF2B5EF4-FFF2-40B4-BE49-F238E27FC236}">
                <a16:creationId xmlns:a16="http://schemas.microsoft.com/office/drawing/2014/main" id="{422411ED-51F9-44A2-B8C4-A96D45D7B46E}"/>
              </a:ext>
            </a:extLst>
          </p:cNvPr>
          <p:cNvSpPr>
            <a:spLocks xmlns:a="http://schemas.openxmlformats.org/drawingml/2006/main" noGrp="1"/>
          </p:cNvSpPr>
          <p:nvPr>
            <p:ph type="body" idx="30" hasCustomPrompt="1"/>
          </p:nvPr>
        </p:nvSpPr>
        <p:spPr>
          <a:xfrm xmlns:a="http://schemas.openxmlformats.org/drawingml/2006/main">
            <a:off x="313164" y="1754781"/>
            <a:ext cx="4123199" cy="33628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 </a:t>
            </a:r>
            <a:r>
              <a:rPr sz="1200" b="1">
                <a:solidFill>
                  <a:schemeClr val="tx1"/>
                </a:solidFill>
              </a:rPr>
              <a:t>(</a:t>
            </a:r>
            <a:r>
              <a:rPr sz="1200" b="1">
                <a:solidFill>
                  <a:schemeClr val="tx1"/>
                </a:solidFill>
              </a:rPr>
              <a:t>맑은 고딕 </a:t>
            </a:r>
            <a:r>
              <a:t>Bold</a:t>
            </a:r>
            <a:r>
              <a:rPr sz="1200" b="1">
                <a:solidFill>
                  <a:schemeClr val="tx1"/>
                </a:solidFill>
              </a:rPr>
              <a:t>, 12)</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90B94B7E-1CC8-4F16-8F1E-7EE864ADDC1A}"/>
              </a:ext>
            </a:extLst>
          </p:cNvPr>
          <p:cNvSpPr>
            <a:spLocks xmlns:a="http://schemas.openxmlformats.org/drawingml/2006/main" noGrp="1"/>
          </p:cNvSpPr>
          <p:nvPr>
            <p:ph type="body" idx="31" hasCustomPrompt="1"/>
          </p:nvPr>
        </p:nvSpPr>
        <p:spPr>
          <a:xfrm xmlns:a="http://schemas.openxmlformats.org/drawingml/2006/main">
            <a:off x="4669014" y="1762122"/>
            <a:ext cx="4123199" cy="33628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 </a:t>
            </a:r>
            <a:r>
              <a:rPr sz="1200" b="1">
                <a:solidFill>
                  <a:schemeClr val="tx1"/>
                </a:solidFill>
              </a:rPr>
              <a:t>(</a:t>
            </a:r>
            <a:r>
              <a:rPr sz="1200" b="1">
                <a:solidFill>
                  <a:schemeClr val="tx1"/>
                </a:solidFill>
              </a:rPr>
              <a:t>맑은 고딕 </a:t>
            </a:r>
            <a:r>
              <a:t>Bold</a:t>
            </a:r>
            <a:r>
              <a:rPr sz="1200" b="1">
                <a:solidFill>
                  <a:schemeClr val="tx1"/>
                </a:solidFill>
              </a:rPr>
              <a:t>, 12)</a:t>
            </a:r>
            <a:endParaRPr sz="1200" b="1">
              <a:solidFill>
                <a:schemeClr val="tx1"/>
              </a:solidFill>
            </a:endParaRPr>
          </a:p>
        </p:txBody>
      </p:sp>
      <p:sp>
        <p:nvSpPr>
          <p:cNvPr id="16" name="텍스트 개체 틀 4">
            <a:extLst xmlns:a="http://schemas.openxmlformats.org/drawingml/2006/main">
              <a:ext uri="{FF2B5EF4-FFF2-40B4-BE49-F238E27FC236}">
                <a16:creationId xmlns:a16="http://schemas.microsoft.com/office/drawing/2014/main" id="{B3B699BB-23F8-4DDE-87BB-5963091F5C9E}"/>
              </a:ext>
            </a:extLst>
          </p:cNvPr>
          <p:cNvSpPr>
            <a:spLocks xmlns:a="http://schemas.openxmlformats.org/drawingml/2006/main" noGrp="1"/>
          </p:cNvSpPr>
          <p:nvPr>
            <p:ph type="body" idx="32" hasCustomPrompt="1"/>
          </p:nvPr>
        </p:nvSpPr>
        <p:spPr>
          <a:xfrm xmlns:a="http://schemas.openxmlformats.org/drawingml/2006/main">
            <a:off x="340686" y="3383387"/>
            <a:ext cx="3915760" cy="33086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7" name="텍스트 개체 틀 7">
            <a:extLst xmlns:a="http://schemas.openxmlformats.org/drawingml/2006/main">
              <a:ext uri="{FF2B5EF4-FFF2-40B4-BE49-F238E27FC236}">
                <a16:creationId xmlns:a16="http://schemas.microsoft.com/office/drawing/2014/main" id="{A20B9239-AB20-48F6-A5DD-6C86BAA1F20D}"/>
              </a:ext>
            </a:extLst>
          </p:cNvPr>
          <p:cNvSpPr>
            <a:spLocks xmlns:a="http://schemas.openxmlformats.org/drawingml/2006/main" noGrp="1"/>
          </p:cNvSpPr>
          <p:nvPr>
            <p:ph type="body" idx="33" hasCustomPrompt="1"/>
          </p:nvPr>
        </p:nvSpPr>
        <p:spPr>
          <a:xfrm xmlns:a="http://schemas.openxmlformats.org/drawingml/2006/main">
            <a:off x="472738" y="3752304"/>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18" name="텍스트 개체 틀 4">
            <a:extLst xmlns:a="http://schemas.openxmlformats.org/drawingml/2006/main">
              <a:ext uri="{FF2B5EF4-FFF2-40B4-BE49-F238E27FC236}">
                <a16:creationId xmlns:a16="http://schemas.microsoft.com/office/drawing/2014/main" id="{F51684D5-E979-431C-BF8A-055CBF291888}"/>
              </a:ext>
            </a:extLst>
          </p:cNvPr>
          <p:cNvSpPr>
            <a:spLocks xmlns:a="http://schemas.openxmlformats.org/drawingml/2006/main" noGrp="1"/>
          </p:cNvSpPr>
          <p:nvPr>
            <p:ph type="body" idx="34" hasCustomPrompt="1"/>
          </p:nvPr>
        </p:nvSpPr>
        <p:spPr>
          <a:xfrm xmlns:a="http://schemas.openxmlformats.org/drawingml/2006/main">
            <a:off x="4665021" y="2098406"/>
            <a:ext cx="3915760" cy="37075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9" name="텍스트 개체 틀 7">
            <a:extLst xmlns:a="http://schemas.openxmlformats.org/drawingml/2006/main">
              <a:ext uri="{FF2B5EF4-FFF2-40B4-BE49-F238E27FC236}">
                <a16:creationId xmlns:a16="http://schemas.microsoft.com/office/drawing/2014/main" id="{2C5340D5-2261-4342-87A1-B87F3D6E2265}"/>
              </a:ext>
            </a:extLst>
          </p:cNvPr>
          <p:cNvSpPr>
            <a:spLocks xmlns:a="http://schemas.openxmlformats.org/drawingml/2006/main" noGrp="1"/>
          </p:cNvSpPr>
          <p:nvPr>
            <p:ph type="body" idx="35" hasCustomPrompt="1"/>
          </p:nvPr>
        </p:nvSpPr>
        <p:spPr>
          <a:xfrm xmlns:a="http://schemas.openxmlformats.org/drawingml/2006/main">
            <a:off x="4797072" y="2507213"/>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20" name="텍스트 개체 틀 4">
            <a:extLst xmlns:a="http://schemas.openxmlformats.org/drawingml/2006/main">
              <a:ext uri="{FF2B5EF4-FFF2-40B4-BE49-F238E27FC236}">
                <a16:creationId xmlns:a16="http://schemas.microsoft.com/office/drawing/2014/main" id="{3C2B3BC4-875B-48EE-B8C9-36790E27CAC8}"/>
              </a:ext>
            </a:extLst>
          </p:cNvPr>
          <p:cNvSpPr>
            <a:spLocks xmlns:a="http://schemas.openxmlformats.org/drawingml/2006/main" noGrp="1"/>
          </p:cNvSpPr>
          <p:nvPr>
            <p:ph type="body" idx="36" hasCustomPrompt="1"/>
          </p:nvPr>
        </p:nvSpPr>
        <p:spPr>
          <a:xfrm xmlns:a="http://schemas.openxmlformats.org/drawingml/2006/main">
            <a:off x="4665021" y="3383387"/>
            <a:ext cx="3915760" cy="33086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21" name="텍스트 개체 틀 7">
            <a:extLst xmlns:a="http://schemas.openxmlformats.org/drawingml/2006/main">
              <a:ext uri="{FF2B5EF4-FFF2-40B4-BE49-F238E27FC236}">
                <a16:creationId xmlns:a16="http://schemas.microsoft.com/office/drawing/2014/main" id="{504E9FAF-806C-4482-9581-555F70834072}"/>
              </a:ext>
            </a:extLst>
          </p:cNvPr>
          <p:cNvSpPr>
            <a:spLocks xmlns:a="http://schemas.openxmlformats.org/drawingml/2006/main" noGrp="1"/>
          </p:cNvSpPr>
          <p:nvPr>
            <p:ph type="body" idx="37" hasCustomPrompt="1"/>
          </p:nvPr>
        </p:nvSpPr>
        <p:spPr>
          <a:xfrm xmlns:a="http://schemas.openxmlformats.org/drawingml/2006/main">
            <a:off x="4797072" y="3752304"/>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22" name="제목 3">
            <a:extLst xmlns:a="http://schemas.openxmlformats.org/drawingml/2006/main">
              <a:ext uri="{FF2B5EF4-FFF2-40B4-BE49-F238E27FC236}">
                <a16:creationId xmlns:a16="http://schemas.microsoft.com/office/drawing/2014/main" id="{9152230F-AD82-4276-86BB-1DC026395D0F}"/>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23" name="텍스트 개체 틀 4">
            <a:extLst xmlns:a="http://schemas.openxmlformats.org/drawingml/2006/main">
              <a:ext uri="{FF2B5EF4-FFF2-40B4-BE49-F238E27FC236}">
                <a16:creationId xmlns:a16="http://schemas.microsoft.com/office/drawing/2014/main" id="{AF41D262-B147-44C8-99B8-1A0957A7F29C}"/>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24" name="텍스트 개체 틀 7">
            <a:extLst xmlns:a="http://schemas.openxmlformats.org/drawingml/2006/main">
              <a:ext uri="{FF2B5EF4-FFF2-40B4-BE49-F238E27FC236}">
                <a16:creationId xmlns:a16="http://schemas.microsoft.com/office/drawing/2014/main" id="{B826DDA5-2A24-428D-95E5-DC3B3B7D0A50}"/>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Tree>
  </p:cSld>
</p:sldLayout>
</file>

<file path=ppt/slideLayouts/slideLayout9.xml><?xml version="1.0" encoding="utf-8"?>
<p:sldLayout xmlns:p="http://schemas.openxmlformats.org/presentationml/2006/main" preserve="1" userDrawn="1">
  <p:cSld name="사용자 지정 레이아웃">
    <p:spTree>
      <p:nvGrpSpPr>
        <p:cNvPr id="1" name=""/>
        <p:cNvGrpSpPr/>
        <p:nvPr/>
      </p:nvGrpSpPr>
      <p:grpSpPr>
        <a:xfrm xmlns:a="http://schemas.openxmlformats.org/drawingml/2006/main"/>
      </p:grpSpPr>
      <p:pic>
        <p:nvPicPr>
          <p:cNvPr id="22" name="그림 17"/>
          <p:cNvPicPr>
            <a:picLocks xmlns:a="http://schemas.openxmlformats.org/drawingml/2006/main" noChangeAspect="1"/>
          </p:cNvPicPr>
          <p:nvPr/>
        </p:nvPicPr>
        <p:blipFill>
          <a:blip xmlns:r="http://schemas.openxmlformats.org/officeDocument/2006/relationships" xmlns:a="http://schemas.openxmlformats.org/drawingml/2006/main" r:embed="R663a5212726a4b08"/>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19" name="TextBox 18">
            <a:extLst xmlns:a="http://schemas.openxmlformats.org/drawingml/2006/main">
              <a:ext uri="{FF2B5EF4-FFF2-40B4-BE49-F238E27FC236}">
                <a16:creationId xmlns:a16="http://schemas.microsoft.com/office/drawing/2014/main" id="{11EE7457-EACA-4A93-8E41-168E00CDFC92}"/>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sp>
        <p:nvSpPr>
          <p:cNvPr id="20" name="텍스트 개체 틀 7">
            <a:extLst xmlns:a="http://schemas.openxmlformats.org/drawingml/2006/main">
              <a:ext uri="{FF2B5EF4-FFF2-40B4-BE49-F238E27FC236}">
                <a16:creationId xmlns:a16="http://schemas.microsoft.com/office/drawing/2014/main" id="{BC128B15-4B2F-44E9-9654-5F4AEC7DEC64}"/>
              </a:ext>
            </a:extLst>
          </p:cNvPr>
          <p:cNvSpPr>
            <a:spLocks xmlns:a="http://schemas.openxmlformats.org/drawingml/2006/main" noGrp="1"/>
          </p:cNvSpPr>
          <p:nvPr>
            <p:ph type="body" idx="38"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6" name="TextBox 5">
            <a:extLst xmlns:a="http://schemas.openxmlformats.org/drawingml/2006/main">
              <a:ext uri="{FF2B5EF4-FFF2-40B4-BE49-F238E27FC236}">
                <a16:creationId xmlns:a16="http://schemas.microsoft.com/office/drawing/2014/main" id="{45BDD2DF-42F3-45F2-B8CD-D6A921C5E162}"/>
              </a:ext>
            </a:extLst>
          </p:cNvPr>
          <p:cNvSpPr>
            <a:spLocks xmlns:a="http://schemas.openxmlformats.org/drawingml/2006/main" noGrp="1"/>
          </p:cNvSpPr>
          <p:nvPr/>
        </p:nvSpPr>
        <p:spPr>
          <a:xfrm xmlns:a="http://schemas.openxmlformats.org/drawingml/2006/main">
            <a:off x="2032484" y="1566135"/>
            <a:ext cx="5079031"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a:solidFill>
                  <a:srgbClr val="1429A0"/>
                </a:solidFill>
                <a:latin typeface="+mn-ea"/>
                <a:ea typeface="+mn-ea"/>
                <a:cs typeface="+mn-ea"/>
              </a:rPr>
              <a:t>Thank</a:t>
            </a:r>
            <a:r>
              <a:rPr sz="5400" b="1">
                <a:solidFill>
                  <a:srgbClr val="1429A0"/>
                </a:solidFill>
                <a:latin typeface="+mn-ea"/>
                <a:ea typeface="+mn-ea"/>
                <a:cs typeface="+mn-ea"/>
              </a:rPr>
              <a:t> You.</a:t>
            </a:r>
            <a:endParaRPr sz="5400" b="1">
              <a:solidFill>
                <a:srgbClr val="1429A0"/>
              </a:solidFill>
              <a:latin typeface="+mn-ea"/>
              <a:ea typeface="+mn-ea"/>
              <a:cs typeface="+mn-ea"/>
            </a:endParaRPr>
          </a:p>
        </p:txBody>
      </p:sp>
      <p:sp>
        <p:nvSpPr>
          <p:cNvPr id="8" name="TextBox 7">
            <a:extLst xmlns:a="http://schemas.openxmlformats.org/drawingml/2006/main">
              <a:ext uri="{FF2B5EF4-FFF2-40B4-BE49-F238E27FC236}">
                <a16:creationId xmlns:a16="http://schemas.microsoft.com/office/drawing/2014/main" id="{DE29119D-D46C-47F7-AB7E-4C5BB70954F7}"/>
              </a:ext>
            </a:extLst>
          </p:cNvPr>
          <p:cNvSpPr>
            <a:spLocks xmlns:a="http://schemas.openxmlformats.org/drawingml/2006/main" noGrp="1"/>
          </p:cNvSpPr>
          <p:nvPr/>
        </p:nvSpPr>
        <p:spPr>
          <a:xfrm xmlns:a="http://schemas.openxmlformats.org/drawingml/2006/main">
            <a:off x="2362366" y="3013444"/>
            <a:ext cx="4256240" cy="7848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ctr">
              <a:lnSpc>
                <a:spcPct val="150000"/>
              </a:lnSpc>
              <a:buNone/>
            </a:pPr>
            <a:r>
              <a:rPr sz="1000" b="1">
                <a:solidFill>
                  <a:srgbClr val="000000"/>
                </a:solidFill>
                <a:latin typeface="+mn-ea"/>
                <a:ea typeface="+mn-ea"/>
                <a:cs typeface="+mn-ea"/>
              </a:rPr>
              <a:t>Vision.</a:t>
            </a:r>
            <a:r>
              <a:rPr sz="1000" b="1">
                <a:solidFill>
                  <a:srgbClr val="000000"/>
                </a:solidFill>
                <a:latin typeface="+mn-ea"/>
                <a:ea typeface="+mn-ea"/>
                <a:cs typeface="+mn-ea"/>
              </a:rPr>
              <a:t> </a:t>
            </a:r>
            <a:r>
              <a:rPr sz="1000" b="1">
                <a:solidFill>
                  <a:srgbClr val="000000"/>
                </a:solidFill>
                <a:latin typeface="+mn-ea"/>
                <a:ea typeface="+mn-ea"/>
                <a:cs typeface="+mn-ea"/>
              </a:rPr>
              <a:t>초일류 기술로 새로운 가능성을 열어가는 진정한 </a:t>
            </a:r>
            <a:r>
              <a:rPr sz="1000" b="1">
                <a:solidFill>
                  <a:srgbClr val="000000"/>
                </a:solidFill>
                <a:latin typeface="+mn-ea"/>
                <a:ea typeface="+mn-ea"/>
                <a:cs typeface="+mn-ea"/>
              </a:rPr>
              <a:t>1</a:t>
            </a:r>
            <a:r>
              <a:rPr sz="1000" b="1">
                <a:solidFill>
                  <a:srgbClr val="000000"/>
                </a:solidFill>
                <a:latin typeface="+mn-ea"/>
                <a:ea typeface="+mn-ea"/>
                <a:cs typeface="+mn-ea"/>
              </a:rPr>
              <a:t>등이 되자</a:t>
            </a:r>
            <a:r>
              <a:rPr sz="1000" b="1">
                <a:solidFill>
                  <a:srgbClr val="000000"/>
                </a:solidFill>
                <a:latin typeface="+mn-ea"/>
                <a:ea typeface="+mn-ea"/>
                <a:cs typeface="+mn-ea"/>
              </a:rPr>
              <a:t>.</a:t>
            </a:r>
          </a:p>
          <a:p xmlns:a="http://schemas.openxmlformats.org/drawingml/2006/main">
            <a:pPr marL="0" marR="0" lvl="0" indent="0" algn="ctr" defTabSz="457200">
              <a:lnSpc>
                <a:spcPct val="150000"/>
              </a:lnSpc>
              <a:spcBef>
                <a:spcPts val="0"/>
              </a:spcBef>
              <a:spcAft>
                <a:spcPts val="0"/>
              </a:spcAft>
              <a:buClrTx/>
              <a:buSzTx/>
              <a:buFontTx/>
              <a:buNone/>
            </a:pPr>
            <a:r>
              <a:rPr sz="1000" b="1">
                <a:solidFill>
                  <a:srgbClr val="000000"/>
                </a:solidFill>
                <a:latin typeface="+mn-ea"/>
                <a:ea typeface="+mn-ea"/>
                <a:cs typeface="+mn-ea"/>
              </a:rPr>
              <a:t>Mission.</a:t>
            </a:r>
            <a:r>
              <a:rPr sz="1000" b="1">
                <a:solidFill>
                  <a:srgbClr val="000000"/>
                </a:solidFill>
                <a:latin typeface="+mn-ea"/>
                <a:ea typeface="+mn-ea"/>
                <a:cs typeface="+mn-ea"/>
              </a:rPr>
              <a:t> </a:t>
            </a:r>
            <a:r>
              <a:rPr sz="1000" b="1">
                <a:solidFill>
                  <a:srgbClr val="000000"/>
                </a:solidFill>
                <a:latin typeface="+mn-ea"/>
                <a:ea typeface="+mn-ea"/>
                <a:cs typeface="+mn-ea"/>
              </a:rPr>
              <a:t>함께 지속 성장하는 </a:t>
            </a:r>
            <a:r>
              <a:rPr sz="1000" b="1">
                <a:solidFill>
                  <a:srgbClr val="000000"/>
                </a:solidFill>
                <a:latin typeface="+mn-ea"/>
                <a:ea typeface="+mn-ea"/>
                <a:cs typeface="+mn-ea"/>
              </a:rPr>
              <a:t>No.1 </a:t>
            </a:r>
            <a:r>
              <a:rPr sz="1000" b="1">
                <a:solidFill>
                  <a:srgbClr val="000000"/>
                </a:solidFill>
                <a:latin typeface="+mn-ea"/>
                <a:ea typeface="+mn-ea"/>
                <a:cs typeface="+mn-ea"/>
              </a:rPr>
              <a:t>메모리 솔루션 </a:t>
            </a:r>
            <a:r>
              <a:rPr sz="1000" b="1">
                <a:solidFill>
                  <a:srgbClr val="000000"/>
                </a:solidFill>
                <a:latin typeface="+mn-ea"/>
                <a:ea typeface="+mn-ea"/>
                <a:cs typeface="+mn-ea"/>
              </a:rPr>
              <a:t>Provider</a:t>
            </a:r>
            <a:r>
              <a:rPr sz="1000" b="1">
                <a:solidFill>
                  <a:srgbClr val="000000"/>
                </a:solidFill>
                <a:latin typeface="+mn-ea"/>
                <a:ea typeface="+mn-ea"/>
                <a:cs typeface="+mn-ea"/>
              </a:rPr>
              <a:t> </a:t>
            </a:r>
          </a:p>
          <a:p xmlns:a="http://schemas.openxmlformats.org/drawingml/2006/main">
            <a:pPr marL="0" indent="0" algn="ctr">
              <a:lnSpc>
                <a:spcPct val="150000"/>
              </a:lnSpc>
              <a:buNone/>
            </a:pPr>
            <a:r>
              <a:rPr sz="1000" b="1">
                <a:solidFill>
                  <a:srgbClr val="000000"/>
                </a:solidFill>
                <a:latin typeface="+mn-ea"/>
                <a:ea typeface="+mn-ea"/>
                <a:cs typeface="+mn-ea"/>
              </a:rPr>
              <a:t>Catchphrase. </a:t>
            </a:r>
            <a:r>
              <a:rPr sz="1000" b="1">
                <a:solidFill>
                  <a:srgbClr val="000000"/>
                </a:solidFill>
                <a:latin typeface="+mn-ea"/>
                <a:ea typeface="+mn-ea"/>
                <a:cs typeface="+mn-ea"/>
              </a:rPr>
              <a:t>함께 성장하는 행복한 메모리사업부</a:t>
            </a:r>
            <a:r>
              <a:rPr sz="1000" b="1">
                <a:solidFill>
                  <a:srgbClr val="000000"/>
                </a:solidFill>
                <a:latin typeface="+mn-ea"/>
                <a:ea typeface="+mn-ea"/>
                <a:cs typeface="+mn-ea"/>
              </a:rPr>
              <a:t> </a:t>
            </a:r>
            <a:endParaRPr sz="1000" b="1">
              <a:solidFill>
                <a:srgbClr val="000000"/>
              </a:solidFill>
              <a:latin typeface="+mn-ea"/>
              <a:ea typeface="+mn-ea"/>
              <a:cs typeface="+mn-ea"/>
            </a:endParaRPr>
          </a:p>
        </p:txBody>
      </p:sp>
      <p:sp>
        <p:nvSpPr>
          <p:cNvPr id="9" name="모서리가 둥근 직사각형 8">
            <a:extLst xmlns:a="http://schemas.openxmlformats.org/drawingml/2006/main">
              <a:ext uri="{FF2B5EF4-FFF2-40B4-BE49-F238E27FC236}">
                <a16:creationId xmlns:a16="http://schemas.microsoft.com/office/drawing/2014/main" id="{D004FFB9-8F57-4F63-B191-22553CFB017C}"/>
              </a:ext>
            </a:extLst>
          </p:cNvPr>
          <p:cNvSpPr>
            <a:spLocks xmlns:a="http://schemas.openxmlformats.org/drawingml/2006/main" noGrp="1"/>
          </p:cNvSpPr>
          <p:nvPr/>
        </p:nvSpPr>
        <p:spPr>
          <a:xfrm xmlns:a="http://schemas.openxmlformats.org/drawingml/2006/main">
            <a:off x="2141935" y="2901245"/>
            <a:ext cx="4860131" cy="986003"/>
          </a:xfrm>
          <a:prstGeom xmlns:a="http://schemas.openxmlformats.org/drawingml/2006/main" prst="roundRect">
            <a:avLst>
              <a:gd name="adj" fmla="val 1617"/>
            </a:avLst>
          </a:prstGeom>
          <a:noFill xmlns:a="http://schemas.openxmlformats.org/drawingml/2006/main"/>
          <a:ln xmlns:a="http://schemas.openxmlformats.org/drawingml/2006/main" w="12700" cmpd="sng">
            <a:solidFill>
              <a:schemeClr val="bg1">
                <a:lumMod val="85000"/>
              </a:schemeClr>
            </a:solidFill>
            <a:prstDash val="solid"/>
          </a:ln>
        </p:spPr>
        <p:txBody>
          <a:bodyPr xmlns:a="http://schemas.openxmlformats.org/drawingml/2006/main" anchor="ctr"/>
          <a:lstStyle xmlns:a="http://schemas.openxmlformats.org/drawingml/2006/main">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xmlns:a="http://schemas.openxmlformats.org/drawingml/2006/main">
            <a:pPr algn="ctr" defTabSz="1219109">
              <a:spcBef>
                <a:spcPct val="0"/>
              </a:spcBef>
              <a:spcAft>
                <a:spcPct val="0"/>
              </a:spcAft>
              <a:buNone/>
            </a:pPr>
            <a:endParaRPr sz="2100" b="1">
              <a:solidFill>
                <a:prstClr val="white"/>
              </a:solidFill>
              <a:latin typeface="Arial"/>
              <a:ea typeface="Arial"/>
              <a:cs typeface="Arial"/>
            </a:endParaRPr>
          </a:p>
        </p:txBody>
      </p:sp>
      <p:sp>
        <p:nvSpPr>
          <p:cNvPr id="10" name="직사각형 9">
            <a:extLst xmlns:a="http://schemas.openxmlformats.org/drawingml/2006/main">
              <a:ext uri="{FF2B5EF4-FFF2-40B4-BE49-F238E27FC236}">
                <a16:creationId xmlns:a16="http://schemas.microsoft.com/office/drawing/2014/main" id="{CF65713E-FE30-4A3E-BE9F-642C49B91D12}"/>
              </a:ext>
            </a:extLst>
          </p:cNvPr>
          <p:cNvSpPr>
            <a:spLocks xmlns:a="http://schemas.openxmlformats.org/drawingml/2006/main" noGrp="1"/>
          </p:cNvSpPr>
          <p:nvPr/>
        </p:nvSpPr>
        <p:spPr>
          <a:xfrm xmlns:a="http://schemas.openxmlformats.org/drawingml/2006/main">
            <a:off x="3960300" y="2762743"/>
            <a:ext cx="1223413" cy="300082"/>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pPr marL="0" indent="0" algn="ctr">
              <a:lnSpc>
                <a:spcPct val="100000"/>
              </a:lnSpc>
              <a:spcAft>
                <a:spcPts val="600"/>
              </a:spcAft>
              <a:buNone/>
            </a:pPr>
            <a:r>
              <a:rPr sz="1350" b="1">
                <a:solidFill>
                  <a:srgbClr val="1429A0"/>
                </a:solidFill>
                <a:latin typeface="+mn-ea"/>
                <a:ea typeface="+mn-ea"/>
                <a:cs typeface="+mn-ea"/>
              </a:rPr>
              <a:t>메모리사업부</a:t>
            </a:r>
            <a:endParaRPr sz="1350" b="1">
              <a:solidFill>
                <a:srgbClr val="1429A0"/>
              </a:solidFill>
              <a:latin typeface="+mn-ea"/>
              <a:ea typeface="+mn-ea"/>
              <a:cs typeface="+mn-ea"/>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ab75091dcc480f" /><Relationship Type="http://schemas.openxmlformats.org/officeDocument/2006/relationships/slideLayout" Target="/ppt/slideLayouts/slideLayout1.xml" Id="R4b448bfbb4424b72" /><Relationship Type="http://schemas.openxmlformats.org/officeDocument/2006/relationships/slideLayout" Target="/ppt/slideLayouts/slideLayout2.xml" Id="R96b800fd0edd438e" /><Relationship Type="http://schemas.openxmlformats.org/officeDocument/2006/relationships/slideLayout" Target="/ppt/slideLayouts/slideLayout3.xml" Id="R6abe45beab534958" /><Relationship Type="http://schemas.openxmlformats.org/officeDocument/2006/relationships/slideLayout" Target="/ppt/slideLayouts/slideLayout4.xml" Id="Re5492a1ecf984a0f" /><Relationship Type="http://schemas.openxmlformats.org/officeDocument/2006/relationships/slideLayout" Target="/ppt/slideLayouts/slideLayout5.xml" Id="Rb0be0700272e4989" /><Relationship Type="http://schemas.openxmlformats.org/officeDocument/2006/relationships/slideLayout" Target="/ppt/slideLayouts/slideLayout6.xml" Id="Rd02b5b2a985b4fa3" /><Relationship Type="http://schemas.openxmlformats.org/officeDocument/2006/relationships/slideLayout" Target="/ppt/slideLayouts/slideLayout7.xml" Id="Rde56dad58a1e4f49" /><Relationship Type="http://schemas.openxmlformats.org/officeDocument/2006/relationships/slideLayout" Target="/ppt/slideLayouts/slideLayout8.xml" Id="R1add4d118224452a" /><Relationship Type="http://schemas.openxmlformats.org/officeDocument/2006/relationships/slideLayout" Target="/ppt/slideLayouts/slideLayout9.xml" Id="R48bdf221ef1447e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9FC7D2E-E73B-4F79-A3EB-BAECAC167844}"/>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Text Placeholder 2">
            <a:extLst xmlns:a="http://schemas.openxmlformats.org/drawingml/2006/main">
              <a:ext uri="{FF2B5EF4-FFF2-40B4-BE49-F238E27FC236}">
                <a16:creationId xmlns:a16="http://schemas.microsoft.com/office/drawing/2014/main" id="{0215DC4A-B48B-43E3-9A55-9B91681BF4E6}"/>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Date Placeholder 3">
            <a:extLst xmlns:a="http://schemas.openxmlformats.org/drawingml/2006/main">
              <a:ext uri="{FF2B5EF4-FFF2-40B4-BE49-F238E27FC236}">
                <a16:creationId xmlns:a16="http://schemas.microsoft.com/office/drawing/2014/main" id="{EF738A6E-A57C-4C2C-B6E3-E7F2A3571049}"/>
              </a:ext>
            </a:extLst>
          </p:cNvPr>
          <p:cNvSpPr>
            <a:spLocks xmlns:a="http://schemas.openxmlformats.org/drawingml/2006/main" noGrp="1"/>
          </p:cNvSpPr>
          <p:nvPr>
            <p:ph type="dt" idx="2"/>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07608B8B-0477-473C-A7CC-1C576949BA1A}"/>
              </a:ext>
            </a:extLst>
          </p:cNvPr>
          <p:cNvSpPr>
            <a:spLocks xmlns:a="http://schemas.openxmlformats.org/drawingml/2006/main" noGrp="1"/>
          </p:cNvSpPr>
          <p:nvPr>
            <p:ph type="ftr" idx="3"/>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E193B61-11A6-42F6-B859-B7AB47639A18}"/>
              </a:ext>
            </a:extLst>
          </p:cNvPr>
          <p:cNvSpPr>
            <a:spLocks xmlns:a="http://schemas.openxmlformats.org/drawingml/2006/main" noGrp="1"/>
          </p:cNvSpPr>
          <p:nvPr>
            <p:ph type="sldNum" idx="4"/>
          </p:nvPr>
        </p:nvSpPr>
        <p:spPr>
          <a:xfrm xmlns:a="http://schemas.openxmlformats.org/drawingml/2006/main">
            <a:off x="6457950"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EF8A797C-E98E-4485-A668-DA619986C316}" type="slidenum">
              <a:t>‹#›</a:t>
            </a:fld>
            <a:endParaRPr/>
          </a:p>
        </p:txBody>
      </p:sp>
      <p:sp>
        <p:nvSpPr>
          <p:cNvPr id="7" name="TextBox 4">
            <a:extLst xmlns:a="http://schemas.openxmlformats.org/drawingml/2006/main">
              <a:ext uri="{FF2B5EF4-FFF2-40B4-BE49-F238E27FC236}">
                <a16:creationId xmlns:a16="http://schemas.microsoft.com/office/drawing/2014/main" id="{ECE94201-A121-4B3E-9437-0D8A68D8161B}"/>
              </a:ext>
            </a:extLst>
          </p:cNvPr>
          <p:cNvSpPr>
            <a:spLocks xmlns:a="http://schemas.openxmlformats.org/drawingml/2006/main" noGrp="1"/>
          </p:cNvSpPr>
          <p:nvPr/>
        </p:nvSpPr>
        <p:spPr>
          <a:xfrm xmlns:a="http://schemas.openxmlformats.org/drawingml/2006/main">
            <a:off x="4114800" y="4810125"/>
            <a:ext cx="914400" cy="2476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defTabSz="685767">
              <a:spcBef>
                <a:spcPct val="0"/>
              </a:spcBef>
              <a:spcAft>
                <a:spcPct val="0"/>
              </a:spcAft>
              <a:buNone/>
            </a:pPr>
            <a:fld id="{F445441D-5648-4C4E-924F-9D5109CAF161}" type="slidenum">
              <a:rPr sz="1050" b="0">
                <a:solidFill>
                  <a:schemeClr val="bg1">
                    <a:lumMod val="65000"/>
                  </a:schemeClr>
                </a:solidFill>
                <a:latin typeface="+mj-lt"/>
                <a:ea typeface="+mj-lt"/>
                <a:cs typeface="+mj-lt"/>
              </a:rPr>
              <a:t>‹#›</a:t>
            </a:fld>
            <a:r>
              <a:rPr sz="1050" b="0">
                <a:solidFill>
                  <a:schemeClr val="bg1">
                    <a:lumMod val="65000"/>
                  </a:schemeClr>
                </a:solidFill>
                <a:latin typeface="+mj-lt"/>
                <a:ea typeface="+mj-lt"/>
                <a:cs typeface="+mj-lt"/>
              </a:rPr>
              <a:t>/</a:t>
            </a:r>
            <a:r>
              <a:rPr sz="1050" b="0">
                <a:solidFill>
                  <a:schemeClr val="bg1">
                    <a:lumMod val="65000"/>
                  </a:schemeClr>
                </a:solidFill>
                <a:latin typeface="+mn-lt"/>
                <a:ea typeface="+mn-lt"/>
                <a:cs typeface="+mn-lt"/>
              </a:rPr>
              <a:t>29</a:t>
            </a:r>
            <a:endParaRPr sz="1050" b="0">
              <a:solidFill>
                <a:schemeClr val="bg1">
                  <a:lumMod val="65000"/>
                </a:schemeClr>
              </a:solidFill>
              <a:latin typeface="+mj-lt"/>
              <a:ea typeface="+mj-lt"/>
              <a:cs typeface="+mj-lt"/>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448bfbb4424b72"/>
    <p:sldLayoutId xmlns:r="http://schemas.openxmlformats.org/officeDocument/2006/relationships" id="2147483650" r:id="R96b800fd0edd438e"/>
    <p:sldLayoutId xmlns:r="http://schemas.openxmlformats.org/officeDocument/2006/relationships" id="2147483651" r:id="R6abe45beab534958"/>
    <p:sldLayoutId xmlns:r="http://schemas.openxmlformats.org/officeDocument/2006/relationships" id="2147483652" r:id="Re5492a1ecf984a0f"/>
    <p:sldLayoutId xmlns:r="http://schemas.openxmlformats.org/officeDocument/2006/relationships" id="2147483653" r:id="Rb0be0700272e4989"/>
    <p:sldLayoutId xmlns:r="http://schemas.openxmlformats.org/officeDocument/2006/relationships" id="2147483654" r:id="Rd02b5b2a985b4fa3"/>
    <p:sldLayoutId xmlns:r="http://schemas.openxmlformats.org/officeDocument/2006/relationships" id="2147483655" r:id="Rde56dad58a1e4f49"/>
    <p:sldLayoutId xmlns:r="http://schemas.openxmlformats.org/officeDocument/2006/relationships" id="2147483656" r:id="R1add4d118224452a"/>
    <p:sldLayoutId xmlns:r="http://schemas.openxmlformats.org/officeDocument/2006/relationships" id="2147483657" r:id="R48bdf221ef1447ec"/>
  </p:sldLayoutIdLst>
  <p:hf sldNum="0" hdr="0" dt="0"/>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50aa1687ee4ef5" /><Relationship Type="http://schemas.openxmlformats.org/officeDocument/2006/relationships/notesSlide" Target="/ppt/notesSlides/notesSlide1.xml" Id="Rc8894729b8854f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5497999cc06a45de" /><Relationship Type="http://schemas.openxmlformats.org/officeDocument/2006/relationships/notesSlide" Target="/ppt/notesSlides/notesSlide2.xml" Id="Rca6a4ce22c5241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dec680c6aba4aa0" /><Relationship Type="http://schemas.openxmlformats.org/officeDocument/2006/relationships/notesSlide" Target="/ppt/notesSlides/notesSlide3.xml" Id="R87baec52d94840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e73fca484bf04cd0" /><Relationship Type="http://schemas.openxmlformats.org/officeDocument/2006/relationships/notesSlide" Target="/ppt/notesSlides/notesSlide4.xml" Id="R851ec684bc9a4c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8ee4618c47f7421f" /><Relationship Type="http://schemas.openxmlformats.org/officeDocument/2006/relationships/notesSlide" Target="/ppt/notesSlides/notesSlide5.xml" Id="R82d718103b7143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1cba3b35ce4141a6" /><Relationship Type="http://schemas.openxmlformats.org/officeDocument/2006/relationships/notesSlide" Target="/ppt/notesSlides/notesSlide6.xml" Id="R89f946c84dd640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b8242202aced4acd" /><Relationship Type="http://schemas.openxmlformats.org/officeDocument/2006/relationships/notesSlide" Target="/ppt/notesSlides/notesSlide7.xml" Id="Rc5bd13d9f7ad43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96ab7f10b615466c" /><Relationship Type="http://schemas.openxmlformats.org/officeDocument/2006/relationships/notesSlide" Target="/ppt/notesSlides/notesSlide8.xml" Id="Rfda68f0c224b4d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43e8d60163d54711" /><Relationship Type="http://schemas.openxmlformats.org/officeDocument/2006/relationships/notesSlide" Target="/ppt/notesSlides/notesSlide9.xml" Id="Rd6dc79ed5b1241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ad327e56e22a4209" /><Relationship Type="http://schemas.openxmlformats.org/officeDocument/2006/relationships/notesSlide" Target="/ppt/notesSlides/notesSlide10.xml" Id="Rd83efdece6ac46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a26fbdb781fa42b3" /><Relationship Type="http://schemas.openxmlformats.org/officeDocument/2006/relationships/notesSlide" Target="/ppt/notesSlides/notesSlide11.xml" Id="R2243f19ebe6b4f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7dd7cac4ea194b8d" /><Relationship Type="http://schemas.openxmlformats.org/officeDocument/2006/relationships/notesSlide" Target="/ppt/notesSlides/notesSlide12.xml" Id="R57de5533473644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b8ceeee7db624e84" /><Relationship Type="http://schemas.openxmlformats.org/officeDocument/2006/relationships/notesSlide" Target="/ppt/notesSlides/notesSlide13.xml" Id="Rf4d2da445c6540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6d37c83dd9e4428d" /><Relationship Type="http://schemas.openxmlformats.org/officeDocument/2006/relationships/notesSlide" Target="/ppt/notesSlides/notesSlide14.xml" Id="R401cd2bfac1144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5.xml" Id="R668353774eb749e9" /><Relationship Type="http://schemas.openxmlformats.org/officeDocument/2006/relationships/notesSlide" Target="/ppt/notesSlides/notesSlide15.xml" Id="Rcf65c598d6bb42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c285e33b46ed4905" /><Relationship Type="http://schemas.openxmlformats.org/officeDocument/2006/relationships/notesSlide" Target="/ppt/notesSlides/notesSlide16.xml" Id="R951454a1dc1945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5.xml" Id="R54f3685349b24656" /><Relationship Type="http://schemas.openxmlformats.org/officeDocument/2006/relationships/notesSlide" Target="/ppt/notesSlides/notesSlide17.xml" Id="Ra425a95ff348495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24fde6ff24c34aef" /><Relationship Type="http://schemas.openxmlformats.org/officeDocument/2006/relationships/notesSlide" Target="/ppt/notesSlides/notesSlide18.xml" Id="R4de9b40b37ae49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6b5f717de5a0424b" /><Relationship Type="http://schemas.openxmlformats.org/officeDocument/2006/relationships/notesSlide" Target="/ppt/notesSlides/notesSlide19.xml" Id="Ra167269c94274f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5.xml" Id="R11c8717b1f6a4138" /><Relationship Type="http://schemas.openxmlformats.org/officeDocument/2006/relationships/notesSlide" Target="/ppt/notesSlides/notesSlide20.xml" Id="R87498f51342044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4.xml" Id="R3949d280cbd544d5" /><Relationship Type="http://schemas.openxmlformats.org/officeDocument/2006/relationships/notesSlide" Target="/ppt/notesSlides/notesSlide21.xml" Id="Re560470165c74f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5.xml" Id="Rc46cfbf1edec4384" /><Relationship Type="http://schemas.openxmlformats.org/officeDocument/2006/relationships/notesSlide" Target="/ppt/notesSlides/notesSlide22.xml" Id="Ra40929d26c894f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4.xml" Id="R2b2b3ab6b09248b1" /><Relationship Type="http://schemas.openxmlformats.org/officeDocument/2006/relationships/notesSlide" Target="/ppt/notesSlides/notesSlide23.xml" Id="R5db171f02456417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94b830b6deb24ae3" /><Relationship Type="http://schemas.openxmlformats.org/officeDocument/2006/relationships/notesSlide" Target="/ppt/notesSlides/notesSlide24.xml" Id="Re54963ad9e8443a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4.xml" Id="Rfcd7bab9cb7643d2" /><Relationship Type="http://schemas.openxmlformats.org/officeDocument/2006/relationships/notesSlide" Target="/ppt/notesSlides/notesSlide25.xml" Id="R3ac2938d62264e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1d6a0f0c20a34793" /><Relationship Type="http://schemas.openxmlformats.org/officeDocument/2006/relationships/notesSlide" Target="/ppt/notesSlides/notesSlide26.xml" Id="R933842263f6b41a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5.xml" Id="R0c23c089c23b4ab2" /><Relationship Type="http://schemas.openxmlformats.org/officeDocument/2006/relationships/notesSlide" Target="/ppt/notesSlides/notesSlide27.xml" Id="R67be7a83bb5d471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4.xml" Id="R506ef6e5c6c046b5" /><Relationship Type="http://schemas.openxmlformats.org/officeDocument/2006/relationships/notesSlide" Target="/ppt/notesSlides/notesSlide28.xml" Id="R3b9b4271d44f46e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6f1da002591e46c4" /><Relationship Type="http://schemas.openxmlformats.org/officeDocument/2006/relationships/notesSlide" Target="/ppt/notesSlides/notesSlide29.xml" Id="Rbf07563984b841e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12E9995A-5240-4381-87E1-BDE6758E4DE6}"/>
              </a:ext>
            </a:extLst>
          </p:cNvPr>
          <p:cNvSpPr>
            <a:spLocks xmlns:a="http://schemas.openxmlformats.org/drawingml/2006/main" noGrp="1"/>
          </p:cNvSpPr>
          <p:nvPr/>
        </p:nvSpPr>
        <p:spPr>
          <a:xfrm xmlns:a="http://schemas.openxmlformats.org/drawingml/2006/main">
            <a:off x="457200" y="1000125"/>
            <a:ext cx="619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3600" b="1">
                <a:solidFill>
                  <a:srgbClr val="000000"/>
                </a:solidFill>
                <a:latin typeface="맑은 고딕"/>
                <a:ea typeface="맑은 고딕"/>
                <a:cs typeface="맑은 고딕"/>
              </a:defRPr>
            </a:pPr>
            <a:r>
              <a:rPr sz="3600" b="1">
                <a:solidFill>
                  <a:srgbClr val="000000"/>
                </a:solidFill>
                <a:latin typeface="맑은 고딕"/>
                <a:ea typeface="맑은 고딕"/>
                <a:cs typeface="맑은 고딕"/>
              </a:rPr>
              <a:t>2026 ChatGPT 업무 생산성</a:t>
            </a:r>
          </a:p>
        </p:txBody>
      </p:sp>
      <p:sp>
        <p:nvSpPr>
          <p:cNvPr id="2" name="cover-subtitle">
            <a:extLst xmlns:a="http://schemas.openxmlformats.org/drawingml/2006/main">
              <a:ext uri="{FF2B5EF4-FFF2-40B4-BE49-F238E27FC236}">
                <a16:creationId xmlns:a16="http://schemas.microsoft.com/office/drawing/2014/main" id="{0015C8D5-F35D-449E-9211-DB1A64E81CEF}"/>
              </a:ext>
            </a:extLst>
          </p:cNvPr>
          <p:cNvSpPr>
            <a:spLocks xmlns:a="http://schemas.openxmlformats.org/drawingml/2006/main" noGrp="1"/>
          </p:cNvSpPr>
          <p:nvPr/>
        </p:nvSpPr>
        <p:spPr>
          <a:xfrm xmlns:a="http://schemas.openxmlformats.org/drawingml/2006/main">
            <a:off x="476250" y="1666875"/>
            <a:ext cx="552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200" b="1">
                <a:solidFill>
                  <a:srgbClr val="1429A0"/>
                </a:solidFill>
                <a:latin typeface="맑은 고딕"/>
                <a:ea typeface="맑은 고딕"/>
                <a:cs typeface="맑은 고딕"/>
              </a:defRPr>
            </a:pPr>
            <a:r>
              <a:rPr sz="2200" b="1">
                <a:solidFill>
                  <a:srgbClr val="1429A0"/>
                </a:solidFill>
                <a:latin typeface="맑은 고딕"/>
                <a:ea typeface="맑은 고딕"/>
                <a:cs typeface="맑은 고딕"/>
              </a:rPr>
              <a:t>Chat에서 Agentic Work까지</a:t>
            </a:r>
          </a:p>
        </p:txBody>
      </p:sp>
      <p:sp>
        <p:nvSpPr>
          <p:cNvPr id="3" name="cover-meta">
            <a:extLst xmlns:a="http://schemas.openxmlformats.org/drawingml/2006/main">
              <a:ext uri="{FF2B5EF4-FFF2-40B4-BE49-F238E27FC236}">
                <a16:creationId xmlns:a16="http://schemas.microsoft.com/office/drawing/2014/main" id="{537FAC1C-710C-4290-838C-9B45F1DC0543}"/>
              </a:ext>
            </a:extLst>
          </p:cNvPr>
          <p:cNvSpPr>
            <a:spLocks xmlns:a="http://schemas.openxmlformats.org/drawingml/2006/main" noGrp="1"/>
          </p:cNvSpPr>
          <p:nvPr/>
        </p:nvSpPr>
        <p:spPr>
          <a:xfrm xmlns:a="http://schemas.openxmlformats.org/drawingml/2006/main">
            <a:off x="476250" y="2857500"/>
            <a:ext cx="571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700" b="0">
                <a:solidFill>
                  <a:srgbClr val="000000"/>
                </a:solidFill>
                <a:latin typeface="맑은 고딕"/>
                <a:ea typeface="맑은 고딕"/>
                <a:cs typeface="맑은 고딕"/>
              </a:defRPr>
            </a:pPr>
            <a:r>
              <a:rPr sz="1700" b="0">
                <a:solidFill>
                  <a:srgbClr val="000000"/>
                </a:solidFill>
                <a:latin typeface="맑은 고딕"/>
                <a:ea typeface="맑은 고딕"/>
                <a:cs typeface="맑은 고딕"/>
              </a:rPr>
              <a:t>무료 기능으로 시작해 유료 기능의 실제 가치 이해하기</a:t>
            </a:r>
          </a:p>
          <a:p xmlns:a="http://schemas.openxmlformats.org/drawingml/2006/main">
            <a:pPr algn="l">
              <a:defRPr sz="1700" b="0">
                <a:solidFill>
                  <a:srgbClr val="000000"/>
                </a:solidFill>
                <a:latin typeface="맑은 고딕"/>
                <a:ea typeface="맑은 고딕"/>
                <a:cs typeface="맑은 고딕"/>
              </a:defRPr>
            </a:pPr>
            <a:r>
              <a:rPr sz="1700" b="0">
                <a:solidFill>
                  <a:srgbClr val="000000"/>
                </a:solidFill>
                <a:latin typeface="맑은 고딕"/>
                <a:ea typeface="맑은 고딕"/>
                <a:cs typeface="맑은 고딕"/>
              </a:rPr>
              <a:t>2시간 실습·Demo 과정 | 2026.08.25</a:t>
            </a:r>
          </a:p>
        </p:txBody>
      </p:sp>
    </p:spTree>
    <p:extLst>
      <p:ext uri="{BB962C8B-B14F-4D97-AF65-F5344CB8AC3E}">
        <p14:creationId xmlns:p14="http://schemas.microsoft.com/office/powerpoint/2010/main" val="21036185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4" name="content-title">
            <a:extLst xmlns:a="http://schemas.openxmlformats.org/drawingml/2006/main">
              <a:ext uri="{FF2B5EF4-FFF2-40B4-BE49-F238E27FC236}">
                <a16:creationId xmlns:a16="http://schemas.microsoft.com/office/drawing/2014/main" id="{25BE27C6-296F-431A-98A7-E5BC0F0F6705}"/>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오늘 기억할 다섯 가지</a:t>
            </a:r>
          </a:p>
        </p:txBody>
      </p:sp>
      <p:sp>
        <p:nvSpPr>
          <p:cNvPr id="2" name="content-message">
            <a:extLst xmlns:a="http://schemas.openxmlformats.org/drawingml/2006/main">
              <a:ext uri="{FF2B5EF4-FFF2-40B4-BE49-F238E27FC236}">
                <a16:creationId xmlns:a16="http://schemas.microsoft.com/office/drawing/2014/main" id="{39106772-6E20-4AB2-87A4-303B495A0332}"/>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무료 기능만으로도 Context 기반 업무를 시작할 수 있다</a:t>
            </a:r>
          </a:p>
        </p:txBody>
      </p:sp>
      <p:sp>
        <p:nvSpPr>
          <p:cNvPr id="3" name="footer-source-report">
            <a:extLst xmlns:a="http://schemas.openxmlformats.org/drawingml/2006/main">
              <a:ext uri="{FF2B5EF4-FFF2-40B4-BE49-F238E27FC236}">
                <a16:creationId xmlns:a16="http://schemas.microsoft.com/office/drawing/2014/main" id="{7C80C5B4-FD4B-465B-8D3A-69B5D5EF6925}"/>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summary-row-0">
            <a:extLst xmlns:a="http://schemas.openxmlformats.org/drawingml/2006/main">
              <a:ext uri="{FF2B5EF4-FFF2-40B4-BE49-F238E27FC236}">
                <a16:creationId xmlns:a16="http://schemas.microsoft.com/office/drawing/2014/main" id="{598F6B43-7CDC-4D97-85C8-6C745812B495}"/>
              </a:ext>
            </a:extLst>
          </p:cNvPr>
          <p:cNvSpPr>
            <a:spLocks xmlns:a="http://schemas.openxmlformats.org/drawingml/2006/main" noGrp="1"/>
          </p:cNvSpPr>
          <p:nvPr/>
        </p:nvSpPr>
        <p:spPr>
          <a:xfrm xmlns:a="http://schemas.openxmlformats.org/drawingml/2006/main">
            <a:off x="400050" y="1238250"/>
            <a:ext cx="8334375" cy="5524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summary-label-fill-0">
            <a:extLst xmlns:a="http://schemas.openxmlformats.org/drawingml/2006/main">
              <a:ext uri="{FF2B5EF4-FFF2-40B4-BE49-F238E27FC236}">
                <a16:creationId xmlns:a16="http://schemas.microsoft.com/office/drawing/2014/main" id="{A8D2FF72-393E-451A-B9A5-22B355236DD8}"/>
              </a:ext>
            </a:extLst>
          </p:cNvPr>
          <p:cNvSpPr>
            <a:spLocks xmlns:a="http://schemas.openxmlformats.org/drawingml/2006/main" noGrp="1"/>
          </p:cNvSpPr>
          <p:nvPr/>
        </p:nvSpPr>
        <p:spPr>
          <a:xfrm xmlns:a="http://schemas.openxmlformats.org/drawingml/2006/main">
            <a:off x="400050" y="1238250"/>
            <a:ext cx="1352550" cy="5524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6" name="summary-label-0">
            <a:extLst xmlns:a="http://schemas.openxmlformats.org/drawingml/2006/main">
              <a:ext uri="{FF2B5EF4-FFF2-40B4-BE49-F238E27FC236}">
                <a16:creationId xmlns:a16="http://schemas.microsoft.com/office/drawing/2014/main" id="{FE9AEBA1-6D3D-4D06-871C-B7F3FBADABF2}"/>
              </a:ext>
            </a:extLst>
          </p:cNvPr>
          <p:cNvSpPr>
            <a:spLocks xmlns:a="http://schemas.openxmlformats.org/drawingml/2006/main" noGrp="1"/>
          </p:cNvSpPr>
          <p:nvPr/>
        </p:nvSpPr>
        <p:spPr>
          <a:xfrm xmlns:a="http://schemas.openxmlformats.org/drawingml/2006/main">
            <a:off x="457200" y="127635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무료 시작</a:t>
            </a:r>
          </a:p>
        </p:txBody>
      </p:sp>
      <p:sp>
        <p:nvSpPr>
          <p:cNvPr id="7" name="summary-body-0">
            <a:extLst xmlns:a="http://schemas.openxmlformats.org/drawingml/2006/main">
              <a:ext uri="{FF2B5EF4-FFF2-40B4-BE49-F238E27FC236}">
                <a16:creationId xmlns:a16="http://schemas.microsoft.com/office/drawing/2014/main" id="{E153263E-B8A8-4DB8-BCF5-5A8F7AC9EFA4}"/>
              </a:ext>
            </a:extLst>
          </p:cNvPr>
          <p:cNvSpPr>
            <a:spLocks xmlns:a="http://schemas.openxmlformats.org/drawingml/2006/main" noGrp="1"/>
          </p:cNvSpPr>
          <p:nvPr/>
        </p:nvSpPr>
        <p:spPr>
          <a:xfrm xmlns:a="http://schemas.openxmlformats.org/drawingml/2006/main">
            <a:off x="1885950" y="127635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Projects와 Library로 반복 업무의 기반을 만든다.</a:t>
            </a:r>
          </a:p>
        </p:txBody>
      </p:sp>
      <p:sp>
        <p:nvSpPr>
          <p:cNvPr id="8" name="summary-row-1">
            <a:extLst xmlns:a="http://schemas.openxmlformats.org/drawingml/2006/main">
              <a:ext uri="{FF2B5EF4-FFF2-40B4-BE49-F238E27FC236}">
                <a16:creationId xmlns:a16="http://schemas.microsoft.com/office/drawing/2014/main" id="{699C5B99-C4AF-4D01-9248-7A11DA8B8ACD}"/>
              </a:ext>
            </a:extLst>
          </p:cNvPr>
          <p:cNvSpPr>
            <a:spLocks xmlns:a="http://schemas.openxmlformats.org/drawingml/2006/main" noGrp="1"/>
          </p:cNvSpPr>
          <p:nvPr/>
        </p:nvSpPr>
        <p:spPr>
          <a:xfrm xmlns:a="http://schemas.openxmlformats.org/drawingml/2006/main">
            <a:off x="400050" y="1866900"/>
            <a:ext cx="8334375" cy="5524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summary-label-fill-1">
            <a:extLst xmlns:a="http://schemas.openxmlformats.org/drawingml/2006/main">
              <a:ext uri="{FF2B5EF4-FFF2-40B4-BE49-F238E27FC236}">
                <a16:creationId xmlns:a16="http://schemas.microsoft.com/office/drawing/2014/main" id="{3A741C3E-554E-41B9-B7C5-572E9521E71B}"/>
              </a:ext>
            </a:extLst>
          </p:cNvPr>
          <p:cNvSpPr>
            <a:spLocks xmlns:a="http://schemas.openxmlformats.org/drawingml/2006/main" noGrp="1"/>
          </p:cNvSpPr>
          <p:nvPr/>
        </p:nvSpPr>
        <p:spPr>
          <a:xfrm xmlns:a="http://schemas.openxmlformats.org/drawingml/2006/main">
            <a:off x="400050" y="1866900"/>
            <a:ext cx="1352550" cy="5524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0" name="summary-label-1">
            <a:extLst xmlns:a="http://schemas.openxmlformats.org/drawingml/2006/main">
              <a:ext uri="{FF2B5EF4-FFF2-40B4-BE49-F238E27FC236}">
                <a16:creationId xmlns:a16="http://schemas.microsoft.com/office/drawing/2014/main" id="{581469CB-92BC-4F52-921D-87F21FF25D12}"/>
              </a:ext>
            </a:extLst>
          </p:cNvPr>
          <p:cNvSpPr>
            <a:spLocks xmlns:a="http://schemas.openxmlformats.org/drawingml/2006/main" noGrp="1"/>
          </p:cNvSpPr>
          <p:nvPr/>
        </p:nvSpPr>
        <p:spPr>
          <a:xfrm xmlns:a="http://schemas.openxmlformats.org/drawingml/2006/main">
            <a:off x="457200" y="19050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Context</a:t>
            </a:r>
          </a:p>
        </p:txBody>
      </p:sp>
      <p:sp>
        <p:nvSpPr>
          <p:cNvPr id="11" name="summary-body-1">
            <a:extLst xmlns:a="http://schemas.openxmlformats.org/drawingml/2006/main">
              <a:ext uri="{FF2B5EF4-FFF2-40B4-BE49-F238E27FC236}">
                <a16:creationId xmlns:a16="http://schemas.microsoft.com/office/drawing/2014/main" id="{3567E913-C297-42C7-8C20-1792A9DFF4EF}"/>
              </a:ext>
            </a:extLst>
          </p:cNvPr>
          <p:cNvSpPr>
            <a:spLocks xmlns:a="http://schemas.openxmlformats.org/drawingml/2006/main" noGrp="1"/>
          </p:cNvSpPr>
          <p:nvPr/>
        </p:nvSpPr>
        <p:spPr>
          <a:xfrm xmlns:a="http://schemas.openxmlformats.org/drawingml/2006/main">
            <a:off x="1885950" y="190500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배경·파일·지침을 일회성 입력이 아닌 업무 자산으로 관리한다.</a:t>
            </a:r>
          </a:p>
        </p:txBody>
      </p:sp>
      <p:sp>
        <p:nvSpPr>
          <p:cNvPr id="12" name="summary-row-2">
            <a:extLst xmlns:a="http://schemas.openxmlformats.org/drawingml/2006/main">
              <a:ext uri="{FF2B5EF4-FFF2-40B4-BE49-F238E27FC236}">
                <a16:creationId xmlns:a16="http://schemas.microsoft.com/office/drawing/2014/main" id="{1E3A2B96-5E7C-4A2B-9838-92F41A07EB07}"/>
              </a:ext>
            </a:extLst>
          </p:cNvPr>
          <p:cNvSpPr>
            <a:spLocks xmlns:a="http://schemas.openxmlformats.org/drawingml/2006/main" noGrp="1"/>
          </p:cNvSpPr>
          <p:nvPr/>
        </p:nvSpPr>
        <p:spPr>
          <a:xfrm xmlns:a="http://schemas.openxmlformats.org/drawingml/2006/main">
            <a:off x="400050" y="2495550"/>
            <a:ext cx="8334375" cy="5524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3" name="summary-label-fill-2">
            <a:extLst xmlns:a="http://schemas.openxmlformats.org/drawingml/2006/main">
              <a:ext uri="{FF2B5EF4-FFF2-40B4-BE49-F238E27FC236}">
                <a16:creationId xmlns:a16="http://schemas.microsoft.com/office/drawing/2014/main" id="{DF5439E4-9306-4C20-BC1C-4DCE0FFC8F3B}"/>
              </a:ext>
            </a:extLst>
          </p:cNvPr>
          <p:cNvSpPr>
            <a:spLocks xmlns:a="http://schemas.openxmlformats.org/drawingml/2006/main" noGrp="1"/>
          </p:cNvSpPr>
          <p:nvPr/>
        </p:nvSpPr>
        <p:spPr>
          <a:xfrm xmlns:a="http://schemas.openxmlformats.org/drawingml/2006/main">
            <a:off x="400050" y="2495550"/>
            <a:ext cx="1352550" cy="5524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4" name="summary-label-2">
            <a:extLst xmlns:a="http://schemas.openxmlformats.org/drawingml/2006/main">
              <a:ext uri="{FF2B5EF4-FFF2-40B4-BE49-F238E27FC236}">
                <a16:creationId xmlns:a16="http://schemas.microsoft.com/office/drawing/2014/main" id="{B400C9C3-68C2-470B-9E19-EEF4CE79D1CF}"/>
              </a:ext>
            </a:extLst>
          </p:cNvPr>
          <p:cNvSpPr>
            <a:spLocks xmlns:a="http://schemas.openxmlformats.org/drawingml/2006/main" noGrp="1"/>
          </p:cNvSpPr>
          <p:nvPr/>
        </p:nvSpPr>
        <p:spPr>
          <a:xfrm xmlns:a="http://schemas.openxmlformats.org/drawingml/2006/main">
            <a:off x="457200" y="253365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Workflow</a:t>
            </a:r>
          </a:p>
        </p:txBody>
      </p:sp>
      <p:sp>
        <p:nvSpPr>
          <p:cNvPr id="15" name="summary-body-2">
            <a:extLst xmlns:a="http://schemas.openxmlformats.org/drawingml/2006/main">
              <a:ext uri="{FF2B5EF4-FFF2-40B4-BE49-F238E27FC236}">
                <a16:creationId xmlns:a16="http://schemas.microsoft.com/office/drawing/2014/main" id="{ED563C49-B871-4EB3-AB47-367C7F4F6D6D}"/>
              </a:ext>
            </a:extLst>
          </p:cNvPr>
          <p:cNvSpPr>
            <a:spLocks xmlns:a="http://schemas.openxmlformats.org/drawingml/2006/main" noGrp="1"/>
          </p:cNvSpPr>
          <p:nvPr/>
        </p:nvSpPr>
        <p:spPr>
          <a:xfrm xmlns:a="http://schemas.openxmlformats.org/drawingml/2006/main">
            <a:off x="1885950" y="253365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Skills·Apps·Tasks로 방법·도구·시간을 설계한다.</a:t>
            </a:r>
          </a:p>
        </p:txBody>
      </p:sp>
      <p:sp>
        <p:nvSpPr>
          <p:cNvPr id="16" name="summary-row-3">
            <a:extLst xmlns:a="http://schemas.openxmlformats.org/drawingml/2006/main">
              <a:ext uri="{FF2B5EF4-FFF2-40B4-BE49-F238E27FC236}">
                <a16:creationId xmlns:a16="http://schemas.microsoft.com/office/drawing/2014/main" id="{9FAF60B0-362F-4DE5-B52A-8682347C2C5A}"/>
              </a:ext>
            </a:extLst>
          </p:cNvPr>
          <p:cNvSpPr>
            <a:spLocks xmlns:a="http://schemas.openxmlformats.org/drawingml/2006/main" noGrp="1"/>
          </p:cNvSpPr>
          <p:nvPr/>
        </p:nvSpPr>
        <p:spPr>
          <a:xfrm xmlns:a="http://schemas.openxmlformats.org/drawingml/2006/main">
            <a:off x="400050" y="3124200"/>
            <a:ext cx="8334375" cy="5524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7" name="summary-label-fill-3">
            <a:extLst xmlns:a="http://schemas.openxmlformats.org/drawingml/2006/main">
              <a:ext uri="{FF2B5EF4-FFF2-40B4-BE49-F238E27FC236}">
                <a16:creationId xmlns:a16="http://schemas.microsoft.com/office/drawing/2014/main" id="{45691A67-1139-486A-A481-7870F5A8A9D0}"/>
              </a:ext>
            </a:extLst>
          </p:cNvPr>
          <p:cNvSpPr>
            <a:spLocks xmlns:a="http://schemas.openxmlformats.org/drawingml/2006/main" noGrp="1"/>
          </p:cNvSpPr>
          <p:nvPr/>
        </p:nvSpPr>
        <p:spPr>
          <a:xfrm xmlns:a="http://schemas.openxmlformats.org/drawingml/2006/main">
            <a:off x="400050" y="3124200"/>
            <a:ext cx="1352550" cy="5524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8" name="summary-label-3">
            <a:extLst xmlns:a="http://schemas.openxmlformats.org/drawingml/2006/main">
              <a:ext uri="{FF2B5EF4-FFF2-40B4-BE49-F238E27FC236}">
                <a16:creationId xmlns:a16="http://schemas.microsoft.com/office/drawing/2014/main" id="{D46ECE23-D973-4DEE-9965-1647EFE31F72}"/>
              </a:ext>
            </a:extLst>
          </p:cNvPr>
          <p:cNvSpPr>
            <a:spLocks xmlns:a="http://schemas.openxmlformats.org/drawingml/2006/main" noGrp="1"/>
          </p:cNvSpPr>
          <p:nvPr/>
        </p:nvSpPr>
        <p:spPr>
          <a:xfrm xmlns:a="http://schemas.openxmlformats.org/drawingml/2006/main">
            <a:off x="457200" y="31623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Agent</a:t>
            </a:r>
          </a:p>
        </p:txBody>
      </p:sp>
      <p:sp>
        <p:nvSpPr>
          <p:cNvPr id="19" name="summary-body-3">
            <a:extLst xmlns:a="http://schemas.openxmlformats.org/drawingml/2006/main">
              <a:ext uri="{FF2B5EF4-FFF2-40B4-BE49-F238E27FC236}">
                <a16:creationId xmlns:a16="http://schemas.microsoft.com/office/drawing/2014/main" id="{508F48C7-D19B-49AB-8978-C533536B0F32}"/>
              </a:ext>
            </a:extLst>
          </p:cNvPr>
          <p:cNvSpPr>
            <a:spLocks xmlns:a="http://schemas.openxmlformats.org/drawingml/2006/main" noGrp="1"/>
          </p:cNvSpPr>
          <p:nvPr/>
        </p:nvSpPr>
        <p:spPr>
          <a:xfrm xmlns:a="http://schemas.openxmlformats.org/drawingml/2006/main">
            <a:off x="1885950" y="316230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Work가 업무를 완성하고 Sites가 사용 가능한 결과로 만든다.</a:t>
            </a:r>
          </a:p>
        </p:txBody>
      </p:sp>
      <p:sp>
        <p:nvSpPr>
          <p:cNvPr id="20" name="summary-row-4">
            <a:extLst xmlns:a="http://schemas.openxmlformats.org/drawingml/2006/main">
              <a:ext uri="{FF2B5EF4-FFF2-40B4-BE49-F238E27FC236}">
                <a16:creationId xmlns:a16="http://schemas.microsoft.com/office/drawing/2014/main" id="{350F3C36-2863-47A2-962C-888E4B8E9A06}"/>
              </a:ext>
            </a:extLst>
          </p:cNvPr>
          <p:cNvSpPr>
            <a:spLocks xmlns:a="http://schemas.openxmlformats.org/drawingml/2006/main" noGrp="1"/>
          </p:cNvSpPr>
          <p:nvPr/>
        </p:nvSpPr>
        <p:spPr>
          <a:xfrm xmlns:a="http://schemas.openxmlformats.org/drawingml/2006/main">
            <a:off x="400050" y="3752850"/>
            <a:ext cx="8334375" cy="5524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1" name="summary-label-fill-4">
            <a:extLst xmlns:a="http://schemas.openxmlformats.org/drawingml/2006/main">
              <a:ext uri="{FF2B5EF4-FFF2-40B4-BE49-F238E27FC236}">
                <a16:creationId xmlns:a16="http://schemas.microsoft.com/office/drawing/2014/main" id="{2427C4FE-615F-4117-83B3-1DCE5DFC8658}"/>
              </a:ext>
            </a:extLst>
          </p:cNvPr>
          <p:cNvSpPr>
            <a:spLocks xmlns:a="http://schemas.openxmlformats.org/drawingml/2006/main" noGrp="1"/>
          </p:cNvSpPr>
          <p:nvPr/>
        </p:nvSpPr>
        <p:spPr>
          <a:xfrm xmlns:a="http://schemas.openxmlformats.org/drawingml/2006/main">
            <a:off x="400050" y="3752850"/>
            <a:ext cx="1352550" cy="5524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22" name="summary-label-4">
            <a:extLst xmlns:a="http://schemas.openxmlformats.org/drawingml/2006/main">
              <a:ext uri="{FF2B5EF4-FFF2-40B4-BE49-F238E27FC236}">
                <a16:creationId xmlns:a16="http://schemas.microsoft.com/office/drawing/2014/main" id="{EABACBF2-9518-4972-9D05-BA60BAF62C58}"/>
              </a:ext>
            </a:extLst>
          </p:cNvPr>
          <p:cNvSpPr>
            <a:spLocks xmlns:a="http://schemas.openxmlformats.org/drawingml/2006/main" noGrp="1"/>
          </p:cNvSpPr>
          <p:nvPr/>
        </p:nvSpPr>
        <p:spPr>
          <a:xfrm xmlns:a="http://schemas.openxmlformats.org/drawingml/2006/main">
            <a:off x="457200" y="379095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보안</a:t>
            </a:r>
          </a:p>
        </p:txBody>
      </p:sp>
      <p:sp>
        <p:nvSpPr>
          <p:cNvPr id="23" name="summary-body-4">
            <a:extLst xmlns:a="http://schemas.openxmlformats.org/drawingml/2006/main">
              <a:ext uri="{FF2B5EF4-FFF2-40B4-BE49-F238E27FC236}">
                <a16:creationId xmlns:a16="http://schemas.microsoft.com/office/drawing/2014/main" id="{2AC6FB0F-11F7-47F7-BF96-BF1DA88F27D7}"/>
              </a:ext>
            </a:extLst>
          </p:cNvPr>
          <p:cNvSpPr>
            <a:spLocks xmlns:a="http://schemas.openxmlformats.org/drawingml/2006/main" noGrp="1"/>
          </p:cNvSpPr>
          <p:nvPr/>
        </p:nvSpPr>
        <p:spPr>
          <a:xfrm xmlns:a="http://schemas.openxmlformats.org/drawingml/2006/main">
            <a:off x="1885950" y="379095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가능한가·내 계정에서 되는가·회사에서 허용되는가를 분리한다.</a:t>
            </a:r>
          </a:p>
        </p:txBody>
      </p:sp>
    </p:spTree>
    <p:extLst>
      <p:ext uri="{BB962C8B-B14F-4D97-AF65-F5344CB8AC3E}">
        <p14:creationId xmlns:p14="http://schemas.microsoft.com/office/powerpoint/2010/main" val="20104863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agenda-items">
            <a:extLst xmlns:a="http://schemas.openxmlformats.org/drawingml/2006/main">
              <a:ext uri="{FF2B5EF4-FFF2-40B4-BE49-F238E27FC236}">
                <a16:creationId xmlns:a16="http://schemas.microsoft.com/office/drawing/2014/main" id="{E620D62D-2EB2-4E00-8051-853A8CA73520}"/>
              </a:ext>
            </a:extLst>
          </p:cNvPr>
          <p:cNvSpPr>
            <a:spLocks xmlns:a="http://schemas.openxmlformats.org/drawingml/2006/main" noGrp="1"/>
          </p:cNvSpPr>
          <p:nvPr/>
        </p:nvSpPr>
        <p:spPr>
          <a:xfrm xmlns:a="http://schemas.openxmlformats.org/drawingml/2006/main">
            <a:off x="5619750" y="1352550"/>
            <a:ext cx="3143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1. 변화 이해 — Chat에서 업무 환경으로</a:t>
            </a:r>
          </a:p>
          <a:p xmlns:a="http://schemas.openxmlformats.org/drawingml/2006/main">
            <a:r>
              <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2. 무료 실습 — Projects와 Library</a:t>
            </a:r>
          </a:p>
          <a:p xmlns:a="http://schemas.openxmlformats.org/drawingml/2006/main">
            <a:r>
              <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3. 고급 Demo — Tasks·Skills·Work·Sites</a:t>
            </a:r>
          </a:p>
          <a:p xmlns:a="http://schemas.openxmlformats.org/drawingml/2006/main">
            <a:r>
              <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4. 비교와 보안 — Gemini·Claude·사내 원칙</a:t>
            </a:r>
          </a:p>
        </p:txBody>
      </p:sp>
    </p:spTree>
    <p:extLst>
      <p:ext uri="{BB962C8B-B14F-4D97-AF65-F5344CB8AC3E}">
        <p14:creationId xmlns:p14="http://schemas.microsoft.com/office/powerpoint/2010/main" val="15187227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content-title">
            <a:extLst xmlns:a="http://schemas.openxmlformats.org/drawingml/2006/main">
              <a:ext uri="{FF2B5EF4-FFF2-40B4-BE49-F238E27FC236}">
                <a16:creationId xmlns:a16="http://schemas.microsoft.com/office/drawing/2014/main" id="{0487B149-A1D6-4A8E-84E7-11EE703EE7AC}"/>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Prompt만 잘 쓰면 충분할까?</a:t>
            </a:r>
          </a:p>
        </p:txBody>
      </p:sp>
      <p:sp>
        <p:nvSpPr>
          <p:cNvPr id="2" name="content-message">
            <a:extLst xmlns:a="http://schemas.openxmlformats.org/drawingml/2006/main">
              <a:ext uri="{FF2B5EF4-FFF2-40B4-BE49-F238E27FC236}">
                <a16:creationId xmlns:a16="http://schemas.microsoft.com/office/drawing/2014/main" id="{19C7BACF-B7E7-4A22-81C9-5CC567024694}"/>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반복 업무의 병목은 Prompt보다 Context와 Workflow다</a:t>
            </a:r>
          </a:p>
        </p:txBody>
      </p:sp>
      <p:sp>
        <p:nvSpPr>
          <p:cNvPr id="3" name="footer-source-report">
            <a:extLst xmlns:a="http://schemas.openxmlformats.org/drawingml/2006/main">
              <a:ext uri="{FF2B5EF4-FFF2-40B4-BE49-F238E27FC236}">
                <a16:creationId xmlns:a16="http://schemas.microsoft.com/office/drawing/2014/main" id="{9841C245-0531-4BD5-817D-0B6AF0288012}"/>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left-panel-box">
            <a:extLst xmlns:a="http://schemas.openxmlformats.org/drawingml/2006/main">
              <a:ext uri="{FF2B5EF4-FFF2-40B4-BE49-F238E27FC236}">
                <a16:creationId xmlns:a16="http://schemas.microsoft.com/office/drawing/2014/main" id="{EE726153-0624-4E08-89E5-0EA8B2D5570A}"/>
              </a:ext>
            </a:extLst>
          </p:cNvPr>
          <p:cNvSpPr>
            <a:spLocks xmlns:a="http://schemas.openxmlformats.org/drawingml/2006/main" noGrp="1"/>
          </p:cNvSpPr>
          <p:nvPr/>
        </p:nvSpPr>
        <p:spPr>
          <a:xfrm xmlns:a="http://schemas.openxmlformats.org/drawingml/2006/main">
            <a:off x="400050" y="1381125"/>
            <a:ext cx="3905250" cy="28575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left-panel-title-fill">
            <a:extLst xmlns:a="http://schemas.openxmlformats.org/drawingml/2006/main">
              <a:ext uri="{FF2B5EF4-FFF2-40B4-BE49-F238E27FC236}">
                <a16:creationId xmlns:a16="http://schemas.microsoft.com/office/drawing/2014/main" id="{8E090787-B14F-43B0-8D32-C975CAD26677}"/>
              </a:ext>
            </a:extLst>
          </p:cNvPr>
          <p:cNvSpPr>
            <a:spLocks xmlns:a="http://schemas.openxmlformats.org/drawingml/2006/main" noGrp="1"/>
          </p:cNvSpPr>
          <p:nvPr/>
        </p:nvSpPr>
        <p:spPr>
          <a:xfrm xmlns:a="http://schemas.openxmlformats.org/drawingml/2006/main">
            <a:off x="40005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left-panel-title">
            <a:extLst xmlns:a="http://schemas.openxmlformats.org/drawingml/2006/main">
              <a:ext uri="{FF2B5EF4-FFF2-40B4-BE49-F238E27FC236}">
                <a16:creationId xmlns:a16="http://schemas.microsoft.com/office/drawing/2014/main" id="{29B9F751-4A71-4577-9D37-751BB4B07AA8}"/>
              </a:ext>
            </a:extLst>
          </p:cNvPr>
          <p:cNvSpPr>
            <a:spLocks xmlns:a="http://schemas.openxmlformats.org/drawingml/2006/main" noGrp="1"/>
          </p:cNvSpPr>
          <p:nvPr/>
        </p:nvSpPr>
        <p:spPr>
          <a:xfrm xmlns:a="http://schemas.openxmlformats.org/drawingml/2006/main">
            <a:off x="45720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일회성 Chat</a:t>
            </a:r>
          </a:p>
        </p:txBody>
      </p:sp>
      <p:sp>
        <p:nvSpPr>
          <p:cNvPr id="7" name="left-panel-body">
            <a:extLst xmlns:a="http://schemas.openxmlformats.org/drawingml/2006/main">
              <a:ext uri="{FF2B5EF4-FFF2-40B4-BE49-F238E27FC236}">
                <a16:creationId xmlns:a16="http://schemas.microsoft.com/office/drawing/2014/main" id="{2976A4BD-56B1-4F3F-8F11-79009518F023}"/>
              </a:ext>
            </a:extLst>
          </p:cNvPr>
          <p:cNvSpPr>
            <a:spLocks xmlns:a="http://schemas.openxmlformats.org/drawingml/2006/main" noGrp="1"/>
          </p:cNvSpPr>
          <p:nvPr/>
        </p:nvSpPr>
        <p:spPr>
          <a:xfrm xmlns:a="http://schemas.openxmlformats.org/drawingml/2006/main">
            <a:off x="495300" y="1781175"/>
            <a:ext cx="37147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1. 대화마다 배경을 다시 설명</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2. 같은 파일을 다시 첨부</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3. 작성 규칙을 매번 반복</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4. 다음 단계를 사용자가 계속 설계</a:t>
            </a:r>
          </a:p>
        </p:txBody>
      </p:sp>
      <p:sp>
        <p:nvSpPr>
          <p:cNvPr id="8" name="right-panel-box">
            <a:extLst xmlns:a="http://schemas.openxmlformats.org/drawingml/2006/main">
              <a:ext uri="{FF2B5EF4-FFF2-40B4-BE49-F238E27FC236}">
                <a16:creationId xmlns:a16="http://schemas.microsoft.com/office/drawing/2014/main" id="{620364DF-E30B-4E90-9EF5-1CDAC2309812}"/>
              </a:ext>
            </a:extLst>
          </p:cNvPr>
          <p:cNvSpPr>
            <a:spLocks xmlns:a="http://schemas.openxmlformats.org/drawingml/2006/main" noGrp="1"/>
          </p:cNvSpPr>
          <p:nvPr/>
        </p:nvSpPr>
        <p:spPr>
          <a:xfrm xmlns:a="http://schemas.openxmlformats.org/drawingml/2006/main">
            <a:off x="4686300" y="1381125"/>
            <a:ext cx="3905250" cy="28575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right-panel-title-fill">
            <a:extLst xmlns:a="http://schemas.openxmlformats.org/drawingml/2006/main">
              <a:ext uri="{FF2B5EF4-FFF2-40B4-BE49-F238E27FC236}">
                <a16:creationId xmlns:a16="http://schemas.microsoft.com/office/drawing/2014/main" id="{2C50D586-4D41-477C-BF95-88160F6F8CF5}"/>
              </a:ext>
            </a:extLst>
          </p:cNvPr>
          <p:cNvSpPr>
            <a:spLocks xmlns:a="http://schemas.openxmlformats.org/drawingml/2006/main" noGrp="1"/>
          </p:cNvSpPr>
          <p:nvPr/>
        </p:nvSpPr>
        <p:spPr>
          <a:xfrm xmlns:a="http://schemas.openxmlformats.org/drawingml/2006/main">
            <a:off x="468630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right-panel-title">
            <a:extLst xmlns:a="http://schemas.openxmlformats.org/drawingml/2006/main">
              <a:ext uri="{FF2B5EF4-FFF2-40B4-BE49-F238E27FC236}">
                <a16:creationId xmlns:a16="http://schemas.microsoft.com/office/drawing/2014/main" id="{B7748E64-A739-46AB-87F4-55BCC959BA90}"/>
              </a:ext>
            </a:extLst>
          </p:cNvPr>
          <p:cNvSpPr>
            <a:spLocks xmlns:a="http://schemas.openxmlformats.org/drawingml/2006/main" noGrp="1"/>
          </p:cNvSpPr>
          <p:nvPr/>
        </p:nvSpPr>
        <p:spPr>
          <a:xfrm xmlns:a="http://schemas.openxmlformats.org/drawingml/2006/main">
            <a:off x="474345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업무형 AI 활용</a:t>
            </a:r>
          </a:p>
        </p:txBody>
      </p:sp>
      <p:sp>
        <p:nvSpPr>
          <p:cNvPr id="11" name="right-panel-body">
            <a:extLst xmlns:a="http://schemas.openxmlformats.org/drawingml/2006/main">
              <a:ext uri="{FF2B5EF4-FFF2-40B4-BE49-F238E27FC236}">
                <a16:creationId xmlns:a16="http://schemas.microsoft.com/office/drawing/2014/main" id="{5F13BCEC-4A08-4488-8DAA-06B2AA658941}"/>
              </a:ext>
            </a:extLst>
          </p:cNvPr>
          <p:cNvSpPr>
            <a:spLocks xmlns:a="http://schemas.openxmlformats.org/drawingml/2006/main" noGrp="1"/>
          </p:cNvSpPr>
          <p:nvPr/>
        </p:nvSpPr>
        <p:spPr>
          <a:xfrm xmlns:a="http://schemas.openxmlformats.org/drawingml/2006/main">
            <a:off x="4781550" y="1781175"/>
            <a:ext cx="37147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1. 공통 Context를 한 번 설정</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2. 파일과 지침을 재사용</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3. Workflow를 표준화</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4. 목표와 품질기준을 먼저 정의</a:t>
            </a:r>
          </a:p>
        </p:txBody>
      </p:sp>
    </p:spTree>
    <p:extLst>
      <p:ext uri="{BB962C8B-B14F-4D97-AF65-F5344CB8AC3E}">
        <p14:creationId xmlns:p14="http://schemas.microsoft.com/office/powerpoint/2010/main" val="201048634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1" name="content-title">
            <a:extLst xmlns:a="http://schemas.openxmlformats.org/drawingml/2006/main">
              <a:ext uri="{FF2B5EF4-FFF2-40B4-BE49-F238E27FC236}">
                <a16:creationId xmlns:a16="http://schemas.microsoft.com/office/drawing/2014/main" id="{99B6F9F3-5C7D-43F0-8394-8F32A2082CCF}"/>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Chat에서 Outcome까지</a:t>
            </a:r>
          </a:p>
        </p:txBody>
      </p:sp>
      <p:sp>
        <p:nvSpPr>
          <p:cNvPr id="2" name="content-message">
            <a:extLst xmlns:a="http://schemas.openxmlformats.org/drawingml/2006/main">
              <a:ext uri="{FF2B5EF4-FFF2-40B4-BE49-F238E27FC236}">
                <a16:creationId xmlns:a16="http://schemas.microsoft.com/office/drawing/2014/main" id="{6CB3110C-2AC7-4162-94F3-B2CA89AA0DF9}"/>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기능마다 담당하는 업무 단계가 다르다</a:t>
            </a:r>
          </a:p>
        </p:txBody>
      </p:sp>
      <p:sp>
        <p:nvSpPr>
          <p:cNvPr id="3" name="footer-source-report">
            <a:extLst xmlns:a="http://schemas.openxmlformats.org/drawingml/2006/main">
              <a:ext uri="{FF2B5EF4-FFF2-40B4-BE49-F238E27FC236}">
                <a16:creationId xmlns:a16="http://schemas.microsoft.com/office/drawing/2014/main" id="{9DA73E2A-7A03-4D3B-B56F-226C401C4972}"/>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stage-0">
            <a:extLst xmlns:a="http://schemas.openxmlformats.org/drawingml/2006/main">
              <a:ext uri="{FF2B5EF4-FFF2-40B4-BE49-F238E27FC236}">
                <a16:creationId xmlns:a16="http://schemas.microsoft.com/office/drawing/2014/main" id="{88E3B758-CF7E-4466-B26D-210603D2399D}"/>
              </a:ext>
            </a:extLst>
          </p:cNvPr>
          <p:cNvSpPr>
            <a:spLocks xmlns:a="http://schemas.openxmlformats.org/drawingml/2006/main" noGrp="1"/>
          </p:cNvSpPr>
          <p:nvPr/>
        </p:nvSpPr>
        <p:spPr>
          <a:xfrm xmlns:a="http://schemas.openxmlformats.org/drawingml/2006/main">
            <a:off x="428625" y="1476375"/>
            <a:ext cx="1714500" cy="1000125"/>
          </a:xfrm>
          <a:prstGeom xmlns:a="http://schemas.openxmlformats.org/drawingml/2006/main" prst="roundRect">
            <a:avLst>
              <a:gd name="adj" fmla="val 5714"/>
            </a:avLst>
          </a:prstGeom>
          <a:noFill xmlns:a="http://schemas.openxmlformats.org/drawingml/2006/main"/>
          <a:ln xmlns:a="http://schemas.openxmlformats.org/drawingml/2006/main" w="9525">
            <a:solidFill>
              <a:srgbClr val="000000"/>
            </a:solidFill>
            <a:prstDash val="solid"/>
          </a:ln>
        </p:spPr>
      </p:sp>
      <p:sp>
        <p:nvSpPr>
          <p:cNvPr id="5" name="stage-0-title">
            <a:extLst xmlns:a="http://schemas.openxmlformats.org/drawingml/2006/main">
              <a:ext uri="{FF2B5EF4-FFF2-40B4-BE49-F238E27FC236}">
                <a16:creationId xmlns:a16="http://schemas.microsoft.com/office/drawing/2014/main" id="{1713C2EB-AADE-4958-9686-7E4BC43251B0}"/>
              </a:ext>
            </a:extLst>
          </p:cNvPr>
          <p:cNvSpPr>
            <a:spLocks xmlns:a="http://schemas.openxmlformats.org/drawingml/2006/main" noGrp="1"/>
          </p:cNvSpPr>
          <p:nvPr/>
        </p:nvSpPr>
        <p:spPr>
          <a:xfrm xmlns:a="http://schemas.openxmlformats.org/drawingml/2006/main">
            <a:off x="504825" y="160972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Chat</a:t>
            </a:r>
          </a:p>
        </p:txBody>
      </p:sp>
      <p:sp>
        <p:nvSpPr>
          <p:cNvPr id="6" name="stage-0-body">
            <a:extLst xmlns:a="http://schemas.openxmlformats.org/drawingml/2006/main">
              <a:ext uri="{FF2B5EF4-FFF2-40B4-BE49-F238E27FC236}">
                <a16:creationId xmlns:a16="http://schemas.microsoft.com/office/drawing/2014/main" id="{C174FE7B-79BF-46A3-9BCB-F87D2C94BCB5}"/>
              </a:ext>
            </a:extLst>
          </p:cNvPr>
          <p:cNvSpPr>
            <a:spLocks xmlns:a="http://schemas.openxmlformats.org/drawingml/2006/main" noGrp="1"/>
          </p:cNvSpPr>
          <p:nvPr/>
        </p:nvSpPr>
        <p:spPr>
          <a:xfrm xmlns:a="http://schemas.openxmlformats.org/drawingml/2006/main">
            <a:off x="504825" y="199072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질문한다</a:t>
            </a:r>
          </a:p>
        </p:txBody>
      </p:sp>
      <p:sp>
        <p:nvSpPr>
          <p:cNvPr id="7" name="arrow-237-193">
            <a:extLst xmlns:a="http://schemas.openxmlformats.org/drawingml/2006/main">
              <a:ext uri="{FF2B5EF4-FFF2-40B4-BE49-F238E27FC236}">
                <a16:creationId xmlns:a16="http://schemas.microsoft.com/office/drawing/2014/main" id="{FACA6500-F994-4A32-ABA6-5755EBD02788}"/>
              </a:ext>
            </a:extLst>
          </p:cNvPr>
          <p:cNvSpPr>
            <a:spLocks xmlns:a="http://schemas.openxmlformats.org/drawingml/2006/main" noGrp="1"/>
          </p:cNvSpPr>
          <p:nvPr/>
        </p:nvSpPr>
        <p:spPr>
          <a:xfrm xmlns:a="http://schemas.openxmlformats.org/drawingml/2006/main">
            <a:off x="22574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8" name="stage-1">
            <a:extLst xmlns:a="http://schemas.openxmlformats.org/drawingml/2006/main">
              <a:ext uri="{FF2B5EF4-FFF2-40B4-BE49-F238E27FC236}">
                <a16:creationId xmlns:a16="http://schemas.microsoft.com/office/drawing/2014/main" id="{7989DCC4-28D5-4D89-BD25-B2721FAF746C}"/>
              </a:ext>
            </a:extLst>
          </p:cNvPr>
          <p:cNvSpPr>
            <a:spLocks xmlns:a="http://schemas.openxmlformats.org/drawingml/2006/main" noGrp="1"/>
          </p:cNvSpPr>
          <p:nvPr/>
        </p:nvSpPr>
        <p:spPr>
          <a:xfrm xmlns:a="http://schemas.openxmlformats.org/drawingml/2006/main">
            <a:off x="2524125" y="1476375"/>
            <a:ext cx="1714500" cy="1000125"/>
          </a:xfrm>
          <a:prstGeom xmlns:a="http://schemas.openxmlformats.org/drawingml/2006/main" prst="roundRect">
            <a:avLst>
              <a:gd name="adj" fmla="val 5714"/>
            </a:avLst>
          </a:prstGeom>
          <a:noFill xmlns:a="http://schemas.openxmlformats.org/drawingml/2006/main"/>
          <a:ln xmlns:a="http://schemas.openxmlformats.org/drawingml/2006/main" w="9525">
            <a:solidFill>
              <a:srgbClr val="000000"/>
            </a:solidFill>
            <a:prstDash val="solid"/>
          </a:ln>
        </p:spPr>
      </p:sp>
      <p:sp>
        <p:nvSpPr>
          <p:cNvPr id="9" name="stage-1-title">
            <a:extLst xmlns:a="http://schemas.openxmlformats.org/drawingml/2006/main">
              <a:ext uri="{FF2B5EF4-FFF2-40B4-BE49-F238E27FC236}">
                <a16:creationId xmlns:a16="http://schemas.microsoft.com/office/drawing/2014/main" id="{E8FD494B-CB05-4E2F-B352-3576CC20E4FD}"/>
              </a:ext>
            </a:extLst>
          </p:cNvPr>
          <p:cNvSpPr>
            <a:spLocks xmlns:a="http://schemas.openxmlformats.org/drawingml/2006/main" noGrp="1"/>
          </p:cNvSpPr>
          <p:nvPr/>
        </p:nvSpPr>
        <p:spPr>
          <a:xfrm xmlns:a="http://schemas.openxmlformats.org/drawingml/2006/main">
            <a:off x="2600325" y="160972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Projects</a:t>
            </a:r>
          </a:p>
        </p:txBody>
      </p:sp>
      <p:sp>
        <p:nvSpPr>
          <p:cNvPr id="10" name="stage-1-body">
            <a:extLst xmlns:a="http://schemas.openxmlformats.org/drawingml/2006/main">
              <a:ext uri="{FF2B5EF4-FFF2-40B4-BE49-F238E27FC236}">
                <a16:creationId xmlns:a16="http://schemas.microsoft.com/office/drawing/2014/main" id="{A5771BE1-6B8B-43DC-901D-B65B5C7C90FE}"/>
              </a:ext>
            </a:extLst>
          </p:cNvPr>
          <p:cNvSpPr>
            <a:spLocks xmlns:a="http://schemas.openxmlformats.org/drawingml/2006/main" noGrp="1"/>
          </p:cNvSpPr>
          <p:nvPr/>
        </p:nvSpPr>
        <p:spPr>
          <a:xfrm xmlns:a="http://schemas.openxmlformats.org/drawingml/2006/main">
            <a:off x="2600325" y="199072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맥락을 묶는다</a:t>
            </a:r>
          </a:p>
        </p:txBody>
      </p:sp>
      <p:sp>
        <p:nvSpPr>
          <p:cNvPr id="11" name="arrow-457-193">
            <a:extLst xmlns:a="http://schemas.openxmlformats.org/drawingml/2006/main">
              <a:ext uri="{FF2B5EF4-FFF2-40B4-BE49-F238E27FC236}">
                <a16:creationId xmlns:a16="http://schemas.microsoft.com/office/drawing/2014/main" id="{54EBD500-A5DE-49F5-9BB3-95BD7FA4248C}"/>
              </a:ext>
            </a:extLst>
          </p:cNvPr>
          <p:cNvSpPr>
            <a:spLocks xmlns:a="http://schemas.openxmlformats.org/drawingml/2006/main" noGrp="1"/>
          </p:cNvSpPr>
          <p:nvPr/>
        </p:nvSpPr>
        <p:spPr>
          <a:xfrm xmlns:a="http://schemas.openxmlformats.org/drawingml/2006/main">
            <a:off x="43529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2" name="stage-2">
            <a:extLst xmlns:a="http://schemas.openxmlformats.org/drawingml/2006/main">
              <a:ext uri="{FF2B5EF4-FFF2-40B4-BE49-F238E27FC236}">
                <a16:creationId xmlns:a16="http://schemas.microsoft.com/office/drawing/2014/main" id="{C676EF96-56E4-4743-AF19-996689128F05}"/>
              </a:ext>
            </a:extLst>
          </p:cNvPr>
          <p:cNvSpPr>
            <a:spLocks xmlns:a="http://schemas.openxmlformats.org/drawingml/2006/main" noGrp="1"/>
          </p:cNvSpPr>
          <p:nvPr/>
        </p:nvSpPr>
        <p:spPr>
          <a:xfrm xmlns:a="http://schemas.openxmlformats.org/drawingml/2006/main">
            <a:off x="4619625" y="1476375"/>
            <a:ext cx="1714500" cy="1000125"/>
          </a:xfrm>
          <a:prstGeom xmlns:a="http://schemas.openxmlformats.org/drawingml/2006/main" prst="roundRect">
            <a:avLst>
              <a:gd name="adj" fmla="val 5714"/>
            </a:avLst>
          </a:prstGeom>
          <a:noFill xmlns:a="http://schemas.openxmlformats.org/drawingml/2006/main"/>
          <a:ln xmlns:a="http://schemas.openxmlformats.org/drawingml/2006/main" w="9525">
            <a:solidFill>
              <a:srgbClr val="000000"/>
            </a:solidFill>
            <a:prstDash val="solid"/>
          </a:ln>
        </p:spPr>
      </p:sp>
      <p:sp>
        <p:nvSpPr>
          <p:cNvPr id="13" name="stage-2-title">
            <a:extLst xmlns:a="http://schemas.openxmlformats.org/drawingml/2006/main">
              <a:ext uri="{FF2B5EF4-FFF2-40B4-BE49-F238E27FC236}">
                <a16:creationId xmlns:a16="http://schemas.microsoft.com/office/drawing/2014/main" id="{397C6203-54A7-4D2B-815B-226F18AD1345}"/>
              </a:ext>
            </a:extLst>
          </p:cNvPr>
          <p:cNvSpPr>
            <a:spLocks xmlns:a="http://schemas.openxmlformats.org/drawingml/2006/main" noGrp="1"/>
          </p:cNvSpPr>
          <p:nvPr/>
        </p:nvSpPr>
        <p:spPr>
          <a:xfrm xmlns:a="http://schemas.openxmlformats.org/drawingml/2006/main">
            <a:off x="4695825" y="160972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Skills</a:t>
            </a:r>
          </a:p>
        </p:txBody>
      </p:sp>
      <p:sp>
        <p:nvSpPr>
          <p:cNvPr id="14" name="stage-2-body">
            <a:extLst xmlns:a="http://schemas.openxmlformats.org/drawingml/2006/main">
              <a:ext uri="{FF2B5EF4-FFF2-40B4-BE49-F238E27FC236}">
                <a16:creationId xmlns:a16="http://schemas.microsoft.com/office/drawing/2014/main" id="{B606626A-A574-4D03-97F5-4815F6F10B92}"/>
              </a:ext>
            </a:extLst>
          </p:cNvPr>
          <p:cNvSpPr>
            <a:spLocks xmlns:a="http://schemas.openxmlformats.org/drawingml/2006/main" noGrp="1"/>
          </p:cNvSpPr>
          <p:nvPr/>
        </p:nvSpPr>
        <p:spPr>
          <a:xfrm xmlns:a="http://schemas.openxmlformats.org/drawingml/2006/main">
            <a:off x="4695825" y="199072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방법을 재사용</a:t>
            </a:r>
          </a:p>
        </p:txBody>
      </p:sp>
      <p:sp>
        <p:nvSpPr>
          <p:cNvPr id="15" name="arrow-677-193">
            <a:extLst xmlns:a="http://schemas.openxmlformats.org/drawingml/2006/main">
              <a:ext uri="{FF2B5EF4-FFF2-40B4-BE49-F238E27FC236}">
                <a16:creationId xmlns:a16="http://schemas.microsoft.com/office/drawing/2014/main" id="{30068712-5B0B-4AC3-8909-0647814FF162}"/>
              </a:ext>
            </a:extLst>
          </p:cNvPr>
          <p:cNvSpPr>
            <a:spLocks xmlns:a="http://schemas.openxmlformats.org/drawingml/2006/main" noGrp="1"/>
          </p:cNvSpPr>
          <p:nvPr/>
        </p:nvSpPr>
        <p:spPr>
          <a:xfrm xmlns:a="http://schemas.openxmlformats.org/drawingml/2006/main">
            <a:off x="64484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6" name="stage-3">
            <a:extLst xmlns:a="http://schemas.openxmlformats.org/drawingml/2006/main">
              <a:ext uri="{FF2B5EF4-FFF2-40B4-BE49-F238E27FC236}">
                <a16:creationId xmlns:a16="http://schemas.microsoft.com/office/drawing/2014/main" id="{9EB4B13E-111D-421B-A3BA-86AF9E680878}"/>
              </a:ext>
            </a:extLst>
          </p:cNvPr>
          <p:cNvSpPr>
            <a:spLocks xmlns:a="http://schemas.openxmlformats.org/drawingml/2006/main" noGrp="1"/>
          </p:cNvSpPr>
          <p:nvPr/>
        </p:nvSpPr>
        <p:spPr>
          <a:xfrm xmlns:a="http://schemas.openxmlformats.org/drawingml/2006/main">
            <a:off x="6715125" y="1476375"/>
            <a:ext cx="1714500" cy="1000125"/>
          </a:xfrm>
          <a:prstGeom xmlns:a="http://schemas.openxmlformats.org/drawingml/2006/main" prst="roundRect">
            <a:avLst>
              <a:gd name="adj" fmla="val 5714"/>
            </a:avLst>
          </a:prstGeom>
          <a:noFill xmlns:a="http://schemas.openxmlformats.org/drawingml/2006/main"/>
          <a:ln xmlns:a="http://schemas.openxmlformats.org/drawingml/2006/main" w="9525">
            <a:solidFill>
              <a:srgbClr val="000000"/>
            </a:solidFill>
            <a:prstDash val="solid"/>
          </a:ln>
        </p:spPr>
      </p:sp>
      <p:sp>
        <p:nvSpPr>
          <p:cNvPr id="17" name="stage-3-title">
            <a:extLst xmlns:a="http://schemas.openxmlformats.org/drawingml/2006/main">
              <a:ext uri="{FF2B5EF4-FFF2-40B4-BE49-F238E27FC236}">
                <a16:creationId xmlns:a16="http://schemas.microsoft.com/office/drawing/2014/main" id="{AADD7F43-4FA8-407F-9AF3-628F54F1D5CA}"/>
              </a:ext>
            </a:extLst>
          </p:cNvPr>
          <p:cNvSpPr>
            <a:spLocks xmlns:a="http://schemas.openxmlformats.org/drawingml/2006/main" noGrp="1"/>
          </p:cNvSpPr>
          <p:nvPr/>
        </p:nvSpPr>
        <p:spPr>
          <a:xfrm xmlns:a="http://schemas.openxmlformats.org/drawingml/2006/main">
            <a:off x="6791325" y="160972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Apps</a:t>
            </a:r>
          </a:p>
        </p:txBody>
      </p:sp>
      <p:sp>
        <p:nvSpPr>
          <p:cNvPr id="18" name="stage-3-body">
            <a:extLst xmlns:a="http://schemas.openxmlformats.org/drawingml/2006/main">
              <a:ext uri="{FF2B5EF4-FFF2-40B4-BE49-F238E27FC236}">
                <a16:creationId xmlns:a16="http://schemas.microsoft.com/office/drawing/2014/main" id="{6727248E-4C49-49FA-AA89-A3D7763E4C91}"/>
              </a:ext>
            </a:extLst>
          </p:cNvPr>
          <p:cNvSpPr>
            <a:spLocks xmlns:a="http://schemas.openxmlformats.org/drawingml/2006/main" noGrp="1"/>
          </p:cNvSpPr>
          <p:nvPr/>
        </p:nvSpPr>
        <p:spPr>
          <a:xfrm xmlns:a="http://schemas.openxmlformats.org/drawingml/2006/main">
            <a:off x="6791325" y="199072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도구를 연결</a:t>
            </a:r>
          </a:p>
        </p:txBody>
      </p:sp>
      <p:sp>
        <p:nvSpPr>
          <p:cNvPr id="19" name="stage-4">
            <a:extLst xmlns:a="http://schemas.openxmlformats.org/drawingml/2006/main">
              <a:ext uri="{FF2B5EF4-FFF2-40B4-BE49-F238E27FC236}">
                <a16:creationId xmlns:a16="http://schemas.microsoft.com/office/drawing/2014/main" id="{B4B8A94E-B9D2-4A26-B700-B0EC72E9C83C}"/>
              </a:ext>
            </a:extLst>
          </p:cNvPr>
          <p:cNvSpPr>
            <a:spLocks xmlns:a="http://schemas.openxmlformats.org/drawingml/2006/main" noGrp="1"/>
          </p:cNvSpPr>
          <p:nvPr/>
        </p:nvSpPr>
        <p:spPr>
          <a:xfrm xmlns:a="http://schemas.openxmlformats.org/drawingml/2006/main">
            <a:off x="1476375" y="3095625"/>
            <a:ext cx="1714500" cy="1000125"/>
          </a:xfrm>
          <a:prstGeom xmlns:a="http://schemas.openxmlformats.org/drawingml/2006/main" prst="roundRect">
            <a:avLst>
              <a:gd name="adj" fmla="val 5714"/>
            </a:avLst>
          </a:prstGeom>
          <a:noFill xmlns:a="http://schemas.openxmlformats.org/drawingml/2006/main"/>
          <a:ln xmlns:a="http://schemas.openxmlformats.org/drawingml/2006/main" w="9525">
            <a:solidFill>
              <a:srgbClr val="000000"/>
            </a:solidFill>
            <a:prstDash val="solid"/>
          </a:ln>
        </p:spPr>
      </p:sp>
      <p:sp>
        <p:nvSpPr>
          <p:cNvPr id="20" name="stage-4-title">
            <a:extLst xmlns:a="http://schemas.openxmlformats.org/drawingml/2006/main">
              <a:ext uri="{FF2B5EF4-FFF2-40B4-BE49-F238E27FC236}">
                <a16:creationId xmlns:a16="http://schemas.microsoft.com/office/drawing/2014/main" id="{F8F53325-23A5-4E30-B147-9FA78B652F58}"/>
              </a:ext>
            </a:extLst>
          </p:cNvPr>
          <p:cNvSpPr>
            <a:spLocks xmlns:a="http://schemas.openxmlformats.org/drawingml/2006/main" noGrp="1"/>
          </p:cNvSpPr>
          <p:nvPr/>
        </p:nvSpPr>
        <p:spPr>
          <a:xfrm xmlns:a="http://schemas.openxmlformats.org/drawingml/2006/main">
            <a:off x="1552575" y="32289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Tasks</a:t>
            </a:r>
          </a:p>
        </p:txBody>
      </p:sp>
      <p:sp>
        <p:nvSpPr>
          <p:cNvPr id="21" name="stage-4-body">
            <a:extLst xmlns:a="http://schemas.openxmlformats.org/drawingml/2006/main">
              <a:ext uri="{FF2B5EF4-FFF2-40B4-BE49-F238E27FC236}">
                <a16:creationId xmlns:a16="http://schemas.microsoft.com/office/drawing/2014/main" id="{CCEDDDFD-A2D5-45AD-A497-7E931D8DE503}"/>
              </a:ext>
            </a:extLst>
          </p:cNvPr>
          <p:cNvSpPr>
            <a:spLocks xmlns:a="http://schemas.openxmlformats.org/drawingml/2006/main" noGrp="1"/>
          </p:cNvSpPr>
          <p:nvPr/>
        </p:nvSpPr>
        <p:spPr>
          <a:xfrm xmlns:a="http://schemas.openxmlformats.org/drawingml/2006/main">
            <a:off x="1552575" y="360997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시점을 정한다</a:t>
            </a:r>
          </a:p>
        </p:txBody>
      </p:sp>
      <p:sp>
        <p:nvSpPr>
          <p:cNvPr id="22" name="arrow-347-363">
            <a:extLst xmlns:a="http://schemas.openxmlformats.org/drawingml/2006/main">
              <a:ext uri="{FF2B5EF4-FFF2-40B4-BE49-F238E27FC236}">
                <a16:creationId xmlns:a16="http://schemas.microsoft.com/office/drawing/2014/main" id="{4DF339DC-CA1E-44E1-8A17-5474454AA21C}"/>
              </a:ext>
            </a:extLst>
          </p:cNvPr>
          <p:cNvSpPr>
            <a:spLocks xmlns:a="http://schemas.openxmlformats.org/drawingml/2006/main" noGrp="1"/>
          </p:cNvSpPr>
          <p:nvPr/>
        </p:nvSpPr>
        <p:spPr>
          <a:xfrm xmlns:a="http://schemas.openxmlformats.org/drawingml/2006/main">
            <a:off x="3305175" y="3457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23" name="stage-5">
            <a:extLst xmlns:a="http://schemas.openxmlformats.org/drawingml/2006/main">
              <a:ext uri="{FF2B5EF4-FFF2-40B4-BE49-F238E27FC236}">
                <a16:creationId xmlns:a16="http://schemas.microsoft.com/office/drawing/2014/main" id="{C557C6A6-E251-4A42-B44A-92E941FD608C}"/>
              </a:ext>
            </a:extLst>
          </p:cNvPr>
          <p:cNvSpPr>
            <a:spLocks xmlns:a="http://schemas.openxmlformats.org/drawingml/2006/main" noGrp="1"/>
          </p:cNvSpPr>
          <p:nvPr/>
        </p:nvSpPr>
        <p:spPr>
          <a:xfrm xmlns:a="http://schemas.openxmlformats.org/drawingml/2006/main">
            <a:off x="3571875" y="3095625"/>
            <a:ext cx="1714500" cy="1000125"/>
          </a:xfrm>
          <a:prstGeom xmlns:a="http://schemas.openxmlformats.org/drawingml/2006/main" prst="roundRect">
            <a:avLst>
              <a:gd name="adj" fmla="val 5714"/>
            </a:avLst>
          </a:prstGeom>
          <a:noFill xmlns:a="http://schemas.openxmlformats.org/drawingml/2006/main"/>
          <a:ln xmlns:a="http://schemas.openxmlformats.org/drawingml/2006/main" w="9525">
            <a:solidFill>
              <a:srgbClr val="0000FF"/>
            </a:solidFill>
            <a:prstDash val="solid"/>
          </a:ln>
        </p:spPr>
      </p:sp>
      <p:sp>
        <p:nvSpPr>
          <p:cNvPr id="24" name="stage-5-title">
            <a:extLst xmlns:a="http://schemas.openxmlformats.org/drawingml/2006/main">
              <a:ext uri="{FF2B5EF4-FFF2-40B4-BE49-F238E27FC236}">
                <a16:creationId xmlns:a16="http://schemas.microsoft.com/office/drawing/2014/main" id="{9DD2CE56-C826-4EF8-B183-498F94D910C5}"/>
              </a:ext>
            </a:extLst>
          </p:cNvPr>
          <p:cNvSpPr>
            <a:spLocks xmlns:a="http://schemas.openxmlformats.org/drawingml/2006/main" noGrp="1"/>
          </p:cNvSpPr>
          <p:nvPr/>
        </p:nvSpPr>
        <p:spPr>
          <a:xfrm xmlns:a="http://schemas.openxmlformats.org/drawingml/2006/main">
            <a:off x="3648075" y="32289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Work</a:t>
            </a:r>
          </a:p>
        </p:txBody>
      </p:sp>
      <p:sp>
        <p:nvSpPr>
          <p:cNvPr id="25" name="stage-5-body">
            <a:extLst xmlns:a="http://schemas.openxmlformats.org/drawingml/2006/main">
              <a:ext uri="{FF2B5EF4-FFF2-40B4-BE49-F238E27FC236}">
                <a16:creationId xmlns:a16="http://schemas.microsoft.com/office/drawing/2014/main" id="{F48B545A-9773-469F-9F9C-EE5173AA71CE}"/>
              </a:ext>
            </a:extLst>
          </p:cNvPr>
          <p:cNvSpPr>
            <a:spLocks xmlns:a="http://schemas.openxmlformats.org/drawingml/2006/main" noGrp="1"/>
          </p:cNvSpPr>
          <p:nvPr/>
        </p:nvSpPr>
        <p:spPr>
          <a:xfrm xmlns:a="http://schemas.openxmlformats.org/drawingml/2006/main">
            <a:off x="3648075" y="360997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업무를 수행</a:t>
            </a:r>
          </a:p>
        </p:txBody>
      </p:sp>
      <p:sp>
        <p:nvSpPr>
          <p:cNvPr id="26" name="arrow-567-363">
            <a:extLst xmlns:a="http://schemas.openxmlformats.org/drawingml/2006/main">
              <a:ext uri="{FF2B5EF4-FFF2-40B4-BE49-F238E27FC236}">
                <a16:creationId xmlns:a16="http://schemas.microsoft.com/office/drawing/2014/main" id="{3895B3FC-9AB7-43D2-80DC-5A784EA64312}"/>
              </a:ext>
            </a:extLst>
          </p:cNvPr>
          <p:cNvSpPr>
            <a:spLocks xmlns:a="http://schemas.openxmlformats.org/drawingml/2006/main" noGrp="1"/>
          </p:cNvSpPr>
          <p:nvPr/>
        </p:nvSpPr>
        <p:spPr>
          <a:xfrm xmlns:a="http://schemas.openxmlformats.org/drawingml/2006/main">
            <a:off x="5400675" y="3457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27" name="stage-6">
            <a:extLst xmlns:a="http://schemas.openxmlformats.org/drawingml/2006/main">
              <a:ext uri="{FF2B5EF4-FFF2-40B4-BE49-F238E27FC236}">
                <a16:creationId xmlns:a16="http://schemas.microsoft.com/office/drawing/2014/main" id="{CA706D56-45D3-40A4-9082-A97BEFDC6283}"/>
              </a:ext>
            </a:extLst>
          </p:cNvPr>
          <p:cNvSpPr>
            <a:spLocks xmlns:a="http://schemas.openxmlformats.org/drawingml/2006/main" noGrp="1"/>
          </p:cNvSpPr>
          <p:nvPr/>
        </p:nvSpPr>
        <p:spPr>
          <a:xfrm xmlns:a="http://schemas.openxmlformats.org/drawingml/2006/main">
            <a:off x="5667375" y="3095625"/>
            <a:ext cx="1714500" cy="1000125"/>
          </a:xfrm>
          <a:prstGeom xmlns:a="http://schemas.openxmlformats.org/drawingml/2006/main" prst="roundRect">
            <a:avLst>
              <a:gd name="adj" fmla="val 5714"/>
            </a:avLst>
          </a:prstGeom>
          <a:noFill xmlns:a="http://schemas.openxmlformats.org/drawingml/2006/main"/>
          <a:ln xmlns:a="http://schemas.openxmlformats.org/drawingml/2006/main" w="9525">
            <a:solidFill>
              <a:srgbClr val="0000FF"/>
            </a:solidFill>
            <a:prstDash val="solid"/>
          </a:ln>
        </p:spPr>
      </p:sp>
      <p:sp>
        <p:nvSpPr>
          <p:cNvPr id="28" name="stage-6-title">
            <a:extLst xmlns:a="http://schemas.openxmlformats.org/drawingml/2006/main">
              <a:ext uri="{FF2B5EF4-FFF2-40B4-BE49-F238E27FC236}">
                <a16:creationId xmlns:a16="http://schemas.microsoft.com/office/drawing/2014/main" id="{DC1F7178-C298-4746-824C-0A9A3C2DF62E}"/>
              </a:ext>
            </a:extLst>
          </p:cNvPr>
          <p:cNvSpPr>
            <a:spLocks xmlns:a="http://schemas.openxmlformats.org/drawingml/2006/main" noGrp="1"/>
          </p:cNvSpPr>
          <p:nvPr/>
        </p:nvSpPr>
        <p:spPr>
          <a:xfrm xmlns:a="http://schemas.openxmlformats.org/drawingml/2006/main">
            <a:off x="5743575" y="32289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Sites</a:t>
            </a:r>
          </a:p>
        </p:txBody>
      </p:sp>
      <p:sp>
        <p:nvSpPr>
          <p:cNvPr id="29" name="stage-6-body">
            <a:extLst xmlns:a="http://schemas.openxmlformats.org/drawingml/2006/main">
              <a:ext uri="{FF2B5EF4-FFF2-40B4-BE49-F238E27FC236}">
                <a16:creationId xmlns:a16="http://schemas.microsoft.com/office/drawing/2014/main" id="{7498968A-2B0E-4134-9C9C-5BBB59B5C796}"/>
              </a:ext>
            </a:extLst>
          </p:cNvPr>
          <p:cNvSpPr>
            <a:spLocks xmlns:a="http://schemas.openxmlformats.org/drawingml/2006/main" noGrp="1"/>
          </p:cNvSpPr>
          <p:nvPr/>
        </p:nvSpPr>
        <p:spPr>
          <a:xfrm xmlns:a="http://schemas.openxmlformats.org/drawingml/2006/main">
            <a:off x="5743575" y="360997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결과를 배포</a:t>
            </a:r>
          </a:p>
        </p:txBody>
      </p:sp>
      <p:sp>
        <p:nvSpPr>
          <p:cNvPr id="30" name="education-frame-note">
            <a:extLst xmlns:a="http://schemas.openxmlformats.org/drawingml/2006/main">
              <a:ext uri="{FF2B5EF4-FFF2-40B4-BE49-F238E27FC236}">
                <a16:creationId xmlns:a16="http://schemas.microsoft.com/office/drawing/2014/main" id="{E4E462D3-841A-4375-BA3A-D82AFE9E76E3}"/>
              </a:ext>
            </a:extLst>
          </p:cNvPr>
          <p:cNvSpPr>
            <a:spLocks xmlns:a="http://schemas.openxmlformats.org/drawingml/2006/main" noGrp="1"/>
          </p:cNvSpPr>
          <p:nvPr/>
        </p:nvSpPr>
        <p:spPr>
          <a:xfrm xmlns:a="http://schemas.openxmlformats.org/drawingml/2006/main">
            <a:off x="4762500" y="4171950"/>
            <a:ext cx="3952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r">
              <a:defRPr sz="1200" b="0">
                <a:solidFill>
                  <a:srgbClr val="898989"/>
                </a:solidFill>
                <a:latin typeface="맑은 고딕"/>
                <a:ea typeface="맑은 고딕"/>
                <a:cs typeface="맑은 고딕"/>
              </a:defRPr>
            </a:pPr>
            <a:r>
              <a:rPr sz="1200" b="0">
                <a:solidFill>
                  <a:srgbClr val="898989"/>
                </a:solidFill>
                <a:latin typeface="맑은 고딕"/>
                <a:ea typeface="맑은 고딕"/>
                <a:cs typeface="맑은 고딕"/>
              </a:rPr>
              <a:t>※ 교육용 개념 프레임이며 공식 제품 종속관계는 아님</a:t>
            </a:r>
          </a:p>
        </p:txBody>
      </p:sp>
    </p:spTree>
    <p:extLst>
      <p:ext uri="{BB962C8B-B14F-4D97-AF65-F5344CB8AC3E}">
        <p14:creationId xmlns:p14="http://schemas.microsoft.com/office/powerpoint/2010/main" val="20104863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content-title">
            <a:extLst xmlns:a="http://schemas.openxmlformats.org/drawingml/2006/main">
              <a:ext uri="{FF2B5EF4-FFF2-40B4-BE49-F238E27FC236}">
                <a16:creationId xmlns:a16="http://schemas.microsoft.com/office/drawing/2014/main" id="{8ABFEAA8-E378-4AE6-BD72-49EB6616219D}"/>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Free와 Plus, 무엇이 실제로 다른가</a:t>
            </a:r>
          </a:p>
        </p:txBody>
      </p:sp>
      <p:sp>
        <p:nvSpPr>
          <p:cNvPr id="2" name="content-message">
            <a:extLst xmlns:a="http://schemas.openxmlformats.org/drawingml/2006/main">
              <a:ext uri="{FF2B5EF4-FFF2-40B4-BE49-F238E27FC236}">
                <a16:creationId xmlns:a16="http://schemas.microsoft.com/office/drawing/2014/main" id="{A39E3485-D971-456E-9270-EE8E0CB45EFF}"/>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Free는 Context 체험, Plus는 자동화와 완성 업무가 강점이다</a:t>
            </a:r>
          </a:p>
        </p:txBody>
      </p:sp>
      <p:sp>
        <p:nvSpPr>
          <p:cNvPr id="3" name="footer-source-report">
            <a:extLst xmlns:a="http://schemas.openxmlformats.org/drawingml/2006/main">
              <a:ext uri="{FF2B5EF4-FFF2-40B4-BE49-F238E27FC236}">
                <a16:creationId xmlns:a16="http://schemas.microsoft.com/office/drawing/2014/main" id="{03110485-517E-4FDF-AA22-337BAE621685}"/>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left-panel-box">
            <a:extLst xmlns:a="http://schemas.openxmlformats.org/drawingml/2006/main">
              <a:ext uri="{FF2B5EF4-FFF2-40B4-BE49-F238E27FC236}">
                <a16:creationId xmlns:a16="http://schemas.microsoft.com/office/drawing/2014/main" id="{AFD8EABC-7134-468D-BD95-E75E0442D8FB}"/>
              </a:ext>
            </a:extLst>
          </p:cNvPr>
          <p:cNvSpPr>
            <a:spLocks xmlns:a="http://schemas.openxmlformats.org/drawingml/2006/main" noGrp="1"/>
          </p:cNvSpPr>
          <p:nvPr/>
        </p:nvSpPr>
        <p:spPr>
          <a:xfrm xmlns:a="http://schemas.openxmlformats.org/drawingml/2006/main">
            <a:off x="400050" y="1381125"/>
            <a:ext cx="3905250" cy="25717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left-panel-title-fill">
            <a:extLst xmlns:a="http://schemas.openxmlformats.org/drawingml/2006/main">
              <a:ext uri="{FF2B5EF4-FFF2-40B4-BE49-F238E27FC236}">
                <a16:creationId xmlns:a16="http://schemas.microsoft.com/office/drawing/2014/main" id="{C85CC953-19E1-4099-BE0B-DE266DA286F6}"/>
              </a:ext>
            </a:extLst>
          </p:cNvPr>
          <p:cNvSpPr>
            <a:spLocks xmlns:a="http://schemas.openxmlformats.org/drawingml/2006/main" noGrp="1"/>
          </p:cNvSpPr>
          <p:nvPr/>
        </p:nvSpPr>
        <p:spPr>
          <a:xfrm xmlns:a="http://schemas.openxmlformats.org/drawingml/2006/main">
            <a:off x="40005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left-panel-title">
            <a:extLst xmlns:a="http://schemas.openxmlformats.org/drawingml/2006/main">
              <a:ext uri="{FF2B5EF4-FFF2-40B4-BE49-F238E27FC236}">
                <a16:creationId xmlns:a16="http://schemas.microsoft.com/office/drawing/2014/main" id="{F044B4BE-A255-4A5B-B30C-CFD398730D14}"/>
              </a:ext>
            </a:extLst>
          </p:cNvPr>
          <p:cNvSpPr>
            <a:spLocks xmlns:a="http://schemas.openxmlformats.org/drawingml/2006/main" noGrp="1"/>
          </p:cNvSpPr>
          <p:nvPr/>
        </p:nvSpPr>
        <p:spPr>
          <a:xfrm xmlns:a="http://schemas.openxmlformats.org/drawingml/2006/main">
            <a:off x="45720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Free에서 오늘 직접 체험</a:t>
            </a:r>
          </a:p>
        </p:txBody>
      </p:sp>
      <p:sp>
        <p:nvSpPr>
          <p:cNvPr id="7" name="left-panel-body">
            <a:extLst xmlns:a="http://schemas.openxmlformats.org/drawingml/2006/main">
              <a:ext uri="{FF2B5EF4-FFF2-40B4-BE49-F238E27FC236}">
                <a16:creationId xmlns:a16="http://schemas.microsoft.com/office/drawing/2014/main" id="{59073EAA-684A-403D-A64C-84957654C6D7}"/>
              </a:ext>
            </a:extLst>
          </p:cNvPr>
          <p:cNvSpPr>
            <a:spLocks xmlns:a="http://schemas.openxmlformats.org/drawingml/2006/main" noGrp="1"/>
          </p:cNvSpPr>
          <p:nvPr/>
        </p:nvSpPr>
        <p:spPr>
          <a:xfrm xmlns:a="http://schemas.openxmlformats.org/drawingml/2006/main">
            <a:off x="495300" y="1781175"/>
            <a:ext cx="3714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Projects</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모든 플랜 제공</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프로젝트당 파일 5개</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Library</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파일 재검색·재사용</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저장공간 500 MB</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Plugins / Apps</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기본 접근, 앱별 조건 존재</a:t>
            </a:r>
          </a:p>
        </p:txBody>
      </p:sp>
      <p:sp>
        <p:nvSpPr>
          <p:cNvPr id="8" name="right-panel-box">
            <a:extLst xmlns:a="http://schemas.openxmlformats.org/drawingml/2006/main">
              <a:ext uri="{FF2B5EF4-FFF2-40B4-BE49-F238E27FC236}">
                <a16:creationId xmlns:a16="http://schemas.microsoft.com/office/drawing/2014/main" id="{BF001A6C-9E66-4D50-B755-CE9605BE2077}"/>
              </a:ext>
            </a:extLst>
          </p:cNvPr>
          <p:cNvSpPr>
            <a:spLocks xmlns:a="http://schemas.openxmlformats.org/drawingml/2006/main" noGrp="1"/>
          </p:cNvSpPr>
          <p:nvPr/>
        </p:nvSpPr>
        <p:spPr>
          <a:xfrm xmlns:a="http://schemas.openxmlformats.org/drawingml/2006/main">
            <a:off x="4686300" y="1381125"/>
            <a:ext cx="3905250" cy="25717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right-panel-title-fill">
            <a:extLst xmlns:a="http://schemas.openxmlformats.org/drawingml/2006/main">
              <a:ext uri="{FF2B5EF4-FFF2-40B4-BE49-F238E27FC236}">
                <a16:creationId xmlns:a16="http://schemas.microsoft.com/office/drawing/2014/main" id="{B9A75F99-D918-4820-AC6C-E52E2FF4C1CD}"/>
              </a:ext>
            </a:extLst>
          </p:cNvPr>
          <p:cNvSpPr>
            <a:spLocks xmlns:a="http://schemas.openxmlformats.org/drawingml/2006/main" noGrp="1"/>
          </p:cNvSpPr>
          <p:nvPr/>
        </p:nvSpPr>
        <p:spPr>
          <a:xfrm xmlns:a="http://schemas.openxmlformats.org/drawingml/2006/main">
            <a:off x="468630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right-panel-title">
            <a:extLst xmlns:a="http://schemas.openxmlformats.org/drawingml/2006/main">
              <a:ext uri="{FF2B5EF4-FFF2-40B4-BE49-F238E27FC236}">
                <a16:creationId xmlns:a16="http://schemas.microsoft.com/office/drawing/2014/main" id="{8538A1FD-E0A6-4E07-AC8E-CF50C313DD35}"/>
              </a:ext>
            </a:extLst>
          </p:cNvPr>
          <p:cNvSpPr>
            <a:spLocks xmlns:a="http://schemas.openxmlformats.org/drawingml/2006/main" noGrp="1"/>
          </p:cNvSpPr>
          <p:nvPr/>
        </p:nvSpPr>
        <p:spPr>
          <a:xfrm xmlns:a="http://schemas.openxmlformats.org/drawingml/2006/main">
            <a:off x="474345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Plus에서 강사가 보여줄 가치</a:t>
            </a:r>
          </a:p>
        </p:txBody>
      </p:sp>
      <p:sp>
        <p:nvSpPr>
          <p:cNvPr id="11" name="right-panel-body">
            <a:extLst xmlns:a="http://schemas.openxmlformats.org/drawingml/2006/main">
              <a:ext uri="{FF2B5EF4-FFF2-40B4-BE49-F238E27FC236}">
                <a16:creationId xmlns:a16="http://schemas.microsoft.com/office/drawing/2014/main" id="{1318D223-7E1D-47CD-94FF-18EA0471F29F}"/>
              </a:ext>
            </a:extLst>
          </p:cNvPr>
          <p:cNvSpPr>
            <a:spLocks xmlns:a="http://schemas.openxmlformats.org/drawingml/2006/main" noGrp="1"/>
          </p:cNvSpPr>
          <p:nvPr/>
        </p:nvSpPr>
        <p:spPr>
          <a:xfrm xmlns:a="http://schemas.openxmlformats.org/drawingml/2006/main">
            <a:off x="4781550" y="1781175"/>
            <a:ext cx="3714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Projects·Library 한도 확대</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프로젝트당 파일 25개</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Library 20 GB</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Scheduled Tasks</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Work — Web·Mobile·Desktop</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Sites — Public Beta</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Skills* — 계정별 사전 확인</a:t>
            </a:r>
          </a:p>
        </p:txBody>
      </p:sp>
      <p:sp>
        <p:nvSpPr>
          <p:cNvPr id="12" name="skills-ambiguity">
            <a:extLst xmlns:a="http://schemas.openxmlformats.org/drawingml/2006/main">
              <a:ext uri="{FF2B5EF4-FFF2-40B4-BE49-F238E27FC236}">
                <a16:creationId xmlns:a16="http://schemas.microsoft.com/office/drawing/2014/main" id="{3213B26A-1652-4A55-AD27-F18C6321F7C5}"/>
              </a:ext>
            </a:extLst>
          </p:cNvPr>
          <p:cNvSpPr>
            <a:spLocks xmlns:a="http://schemas.openxmlformats.org/drawingml/2006/main" noGrp="1"/>
          </p:cNvSpPr>
          <p:nvPr/>
        </p:nvSpPr>
        <p:spPr>
          <a:xfrm xmlns:a="http://schemas.openxmlformats.org/drawingml/2006/main">
            <a:off x="4619625" y="401955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r">
              <a:defRPr sz="1200" b="0">
                <a:solidFill>
                  <a:srgbClr val="898989"/>
                </a:solidFill>
                <a:latin typeface="맑은 고딕"/>
                <a:ea typeface="맑은 고딕"/>
                <a:cs typeface="맑은 고딕"/>
              </a:defRPr>
            </a:pPr>
            <a:r>
              <a:rPr sz="1200" b="0">
                <a:solidFill>
                  <a:srgbClr val="898989"/>
                </a:solidFill>
                <a:latin typeface="맑은 고딕"/>
                <a:ea typeface="맑은 고딕"/>
                <a:cs typeface="맑은 고딕"/>
              </a:rPr>
              <a:t>* Skills는 Pricing과 Help 문서의 개인계정 가용성 표기가 충돌함</a:t>
            </a:r>
          </a:p>
        </p:txBody>
      </p:sp>
    </p:spTree>
    <p:extLst>
      <p:ext uri="{BB962C8B-B14F-4D97-AF65-F5344CB8AC3E}">
        <p14:creationId xmlns:p14="http://schemas.microsoft.com/office/powerpoint/2010/main" val="252883448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content-title">
            <a:extLst xmlns:a="http://schemas.openxmlformats.org/drawingml/2006/main">
              <a:ext uri="{FF2B5EF4-FFF2-40B4-BE49-F238E27FC236}">
                <a16:creationId xmlns:a16="http://schemas.microsoft.com/office/drawing/2014/main" id="{437FE948-A778-4A72-AE0C-0AF58A6108E4}"/>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Projects란 무엇인가</a:t>
            </a:r>
          </a:p>
        </p:txBody>
      </p:sp>
      <p:sp>
        <p:nvSpPr>
          <p:cNvPr id="2" name="content-message">
            <a:extLst xmlns:a="http://schemas.openxmlformats.org/drawingml/2006/main">
              <a:ext uri="{FF2B5EF4-FFF2-40B4-BE49-F238E27FC236}">
                <a16:creationId xmlns:a16="http://schemas.microsoft.com/office/drawing/2014/main" id="{023561BF-EC0A-4ABD-AC43-E3A9B2C56DC7}"/>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대화가 아니라 특정 업무의 프로젝트 룸을 만든다</a:t>
            </a:r>
          </a:p>
        </p:txBody>
      </p:sp>
      <p:sp>
        <p:nvSpPr>
          <p:cNvPr id="3" name="footer-source-report">
            <a:extLst xmlns:a="http://schemas.openxmlformats.org/drawingml/2006/main">
              <a:ext uri="{FF2B5EF4-FFF2-40B4-BE49-F238E27FC236}">
                <a16:creationId xmlns:a16="http://schemas.microsoft.com/office/drawing/2014/main" id="{D704CCB9-C5E2-410A-95F2-7A82446183FD}"/>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project-center">
            <a:extLst xmlns:a="http://schemas.openxmlformats.org/drawingml/2006/main">
              <a:ext uri="{FF2B5EF4-FFF2-40B4-BE49-F238E27FC236}">
                <a16:creationId xmlns:a16="http://schemas.microsoft.com/office/drawing/2014/main" id="{50A82A2D-8A60-47BF-A81F-8314DEB55B56}"/>
              </a:ext>
            </a:extLst>
          </p:cNvPr>
          <p:cNvSpPr>
            <a:spLocks xmlns:a="http://schemas.openxmlformats.org/drawingml/2006/main" noGrp="1"/>
          </p:cNvSpPr>
          <p:nvPr/>
        </p:nvSpPr>
        <p:spPr>
          <a:xfrm xmlns:a="http://schemas.openxmlformats.org/drawingml/2006/main">
            <a:off x="3476625" y="2190750"/>
            <a:ext cx="2190750" cy="1000125"/>
          </a:xfrm>
          <a:prstGeom xmlns:a="http://schemas.openxmlformats.org/drawingml/2006/main" prst="roundRect">
            <a:avLst>
              <a:gd name="adj" fmla="val 5714"/>
            </a:avLst>
          </a:prstGeom>
          <a:noFill xmlns:a="http://schemas.openxmlformats.org/drawingml/2006/main"/>
          <a:ln xmlns:a="http://schemas.openxmlformats.org/drawingml/2006/main" w="19050">
            <a:solidFill>
              <a:srgbClr val="0000FF"/>
            </a:solidFill>
            <a:prstDash val="solid"/>
          </a:ln>
        </p:spPr>
      </p:sp>
      <p:sp>
        <p:nvSpPr>
          <p:cNvPr id="5" name="project-center-text">
            <a:extLst xmlns:a="http://schemas.openxmlformats.org/drawingml/2006/main">
              <a:ext uri="{FF2B5EF4-FFF2-40B4-BE49-F238E27FC236}">
                <a16:creationId xmlns:a16="http://schemas.microsoft.com/office/drawing/2014/main" id="{F0A48A1E-CAAB-40A7-97FC-DAD97AE9E916}"/>
              </a:ext>
            </a:extLst>
          </p:cNvPr>
          <p:cNvSpPr>
            <a:spLocks xmlns:a="http://schemas.openxmlformats.org/drawingml/2006/main" noGrp="1"/>
          </p:cNvSpPr>
          <p:nvPr/>
        </p:nvSpPr>
        <p:spPr>
          <a:xfrm xmlns:a="http://schemas.openxmlformats.org/drawingml/2006/main">
            <a:off x="3619500" y="2324100"/>
            <a:ext cx="190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PROJECT</a:t>
            </a:r>
          </a:p>
          <a:p xmlns:a="http://schemas.openxmlformats.org/drawingml/2006/main">
            <a:pPr algn="ctr">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공통 업무 Context</a:t>
            </a:r>
          </a:p>
        </p:txBody>
      </p:sp>
      <p:sp>
        <p:nvSpPr>
          <p:cNvPr id="6" name="project-part-0">
            <a:extLst xmlns:a="http://schemas.openxmlformats.org/drawingml/2006/main">
              <a:ext uri="{FF2B5EF4-FFF2-40B4-BE49-F238E27FC236}">
                <a16:creationId xmlns:a16="http://schemas.microsoft.com/office/drawing/2014/main" id="{93321E80-3DA9-4468-92D3-CE2DD18A85C2}"/>
              </a:ext>
            </a:extLst>
          </p:cNvPr>
          <p:cNvSpPr>
            <a:spLocks xmlns:a="http://schemas.openxmlformats.org/drawingml/2006/main" noGrp="1"/>
          </p:cNvSpPr>
          <p:nvPr/>
        </p:nvSpPr>
        <p:spPr>
          <a:xfrm xmlns:a="http://schemas.openxmlformats.org/drawingml/2006/main">
            <a:off x="666750" y="1619250"/>
            <a:ext cx="2190750" cy="685800"/>
          </a:xfrm>
          <a:prstGeom xmlns:a="http://schemas.openxmlformats.org/drawingml/2006/main" prst="roundRect">
            <a:avLst>
              <a:gd name="adj" fmla="val 8333"/>
            </a:avLst>
          </a:prstGeom>
          <a:noFill xmlns:a="http://schemas.openxmlformats.org/drawingml/2006/main"/>
          <a:ln xmlns:a="http://schemas.openxmlformats.org/drawingml/2006/main" w="9525">
            <a:solidFill>
              <a:srgbClr val="000000"/>
            </a:solidFill>
            <a:prstDash val="solid"/>
          </a:ln>
        </p:spPr>
      </p:sp>
      <p:sp>
        <p:nvSpPr>
          <p:cNvPr id="7" name="project-part-0-text">
            <a:extLst xmlns:a="http://schemas.openxmlformats.org/drawingml/2006/main">
              <a:ext uri="{FF2B5EF4-FFF2-40B4-BE49-F238E27FC236}">
                <a16:creationId xmlns:a16="http://schemas.microsoft.com/office/drawing/2014/main" id="{1FF574C6-5DBA-40C2-BC2F-5B59DA4B1B29}"/>
              </a:ext>
            </a:extLst>
          </p:cNvPr>
          <p:cNvSpPr>
            <a:spLocks xmlns:a="http://schemas.openxmlformats.org/drawingml/2006/main" noGrp="1"/>
          </p:cNvSpPr>
          <p:nvPr/>
        </p:nvSpPr>
        <p:spPr>
          <a:xfrm xmlns:a="http://schemas.openxmlformats.org/drawingml/2006/main">
            <a:off x="742950" y="16954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관련 Chat</a:t>
            </a:r>
          </a:p>
        </p:txBody>
      </p:sp>
      <p:sp>
        <p:nvSpPr>
          <p:cNvPr id="8" name="project-part-1">
            <a:extLst xmlns:a="http://schemas.openxmlformats.org/drawingml/2006/main">
              <a:ext uri="{FF2B5EF4-FFF2-40B4-BE49-F238E27FC236}">
                <a16:creationId xmlns:a16="http://schemas.microsoft.com/office/drawing/2014/main" id="{6BABD52F-0539-420D-9F26-ABF92C70CBD7}"/>
              </a:ext>
            </a:extLst>
          </p:cNvPr>
          <p:cNvSpPr>
            <a:spLocks xmlns:a="http://schemas.openxmlformats.org/drawingml/2006/main" noGrp="1"/>
          </p:cNvSpPr>
          <p:nvPr/>
        </p:nvSpPr>
        <p:spPr>
          <a:xfrm xmlns:a="http://schemas.openxmlformats.org/drawingml/2006/main">
            <a:off x="6286500" y="1619250"/>
            <a:ext cx="2190750" cy="685800"/>
          </a:xfrm>
          <a:prstGeom xmlns:a="http://schemas.openxmlformats.org/drawingml/2006/main" prst="roundRect">
            <a:avLst>
              <a:gd name="adj" fmla="val 8333"/>
            </a:avLst>
          </a:prstGeom>
          <a:noFill xmlns:a="http://schemas.openxmlformats.org/drawingml/2006/main"/>
          <a:ln xmlns:a="http://schemas.openxmlformats.org/drawingml/2006/main" w="9525">
            <a:solidFill>
              <a:srgbClr val="000000"/>
            </a:solidFill>
            <a:prstDash val="solid"/>
          </a:ln>
        </p:spPr>
      </p:sp>
      <p:sp>
        <p:nvSpPr>
          <p:cNvPr id="9" name="project-part-1-text">
            <a:extLst xmlns:a="http://schemas.openxmlformats.org/drawingml/2006/main">
              <a:ext uri="{FF2B5EF4-FFF2-40B4-BE49-F238E27FC236}">
                <a16:creationId xmlns:a16="http://schemas.microsoft.com/office/drawing/2014/main" id="{DCBFC31F-CFDF-4794-A188-AC57FCF5C34E}"/>
              </a:ext>
            </a:extLst>
          </p:cNvPr>
          <p:cNvSpPr>
            <a:spLocks xmlns:a="http://schemas.openxmlformats.org/drawingml/2006/main" noGrp="1"/>
          </p:cNvSpPr>
          <p:nvPr/>
        </p:nvSpPr>
        <p:spPr>
          <a:xfrm xmlns:a="http://schemas.openxmlformats.org/drawingml/2006/main">
            <a:off x="6362700" y="16954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참고 Files</a:t>
            </a:r>
          </a:p>
        </p:txBody>
      </p:sp>
      <p:sp>
        <p:nvSpPr>
          <p:cNvPr id="10" name="project-part-2">
            <a:extLst xmlns:a="http://schemas.openxmlformats.org/drawingml/2006/main">
              <a:ext uri="{FF2B5EF4-FFF2-40B4-BE49-F238E27FC236}">
                <a16:creationId xmlns:a16="http://schemas.microsoft.com/office/drawing/2014/main" id="{E7A6DFE2-B83B-433C-870C-3CEA20BAC50D}"/>
              </a:ext>
            </a:extLst>
          </p:cNvPr>
          <p:cNvSpPr>
            <a:spLocks xmlns:a="http://schemas.openxmlformats.org/drawingml/2006/main" noGrp="1"/>
          </p:cNvSpPr>
          <p:nvPr/>
        </p:nvSpPr>
        <p:spPr>
          <a:xfrm xmlns:a="http://schemas.openxmlformats.org/drawingml/2006/main">
            <a:off x="3476625" y="3667125"/>
            <a:ext cx="2190750" cy="685800"/>
          </a:xfrm>
          <a:prstGeom xmlns:a="http://schemas.openxmlformats.org/drawingml/2006/main" prst="roundRect">
            <a:avLst>
              <a:gd name="adj" fmla="val 8333"/>
            </a:avLst>
          </a:prstGeom>
          <a:noFill xmlns:a="http://schemas.openxmlformats.org/drawingml/2006/main"/>
          <a:ln xmlns:a="http://schemas.openxmlformats.org/drawingml/2006/main" w="9525">
            <a:solidFill>
              <a:srgbClr val="000000"/>
            </a:solidFill>
            <a:prstDash val="solid"/>
          </a:ln>
        </p:spPr>
      </p:sp>
      <p:sp>
        <p:nvSpPr>
          <p:cNvPr id="11" name="project-part-2-text">
            <a:extLst xmlns:a="http://schemas.openxmlformats.org/drawingml/2006/main">
              <a:ext uri="{FF2B5EF4-FFF2-40B4-BE49-F238E27FC236}">
                <a16:creationId xmlns:a16="http://schemas.microsoft.com/office/drawing/2014/main" id="{F110A72A-F8E0-47B9-A4B6-0CCA13221108}"/>
              </a:ext>
            </a:extLst>
          </p:cNvPr>
          <p:cNvSpPr>
            <a:spLocks xmlns:a="http://schemas.openxmlformats.org/drawingml/2006/main" noGrp="1"/>
          </p:cNvSpPr>
          <p:nvPr/>
        </p:nvSpPr>
        <p:spPr>
          <a:xfrm xmlns:a="http://schemas.openxmlformats.org/drawingml/2006/main">
            <a:off x="3552825" y="3743325"/>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Project Instructions</a:t>
            </a:r>
          </a:p>
        </p:txBody>
      </p:sp>
      <p:sp>
        <p:nvSpPr>
          <p:cNvPr id="12" name="project-links">
            <a:extLst xmlns:a="http://schemas.openxmlformats.org/drawingml/2006/main">
              <a:ext uri="{FF2B5EF4-FFF2-40B4-BE49-F238E27FC236}">
                <a16:creationId xmlns:a16="http://schemas.microsoft.com/office/drawing/2014/main" id="{8908C325-1C8B-4AC1-9C68-2C735C90F6EF}"/>
              </a:ext>
            </a:extLst>
          </p:cNvPr>
          <p:cNvSpPr>
            <a:spLocks xmlns:a="http://schemas.openxmlformats.org/drawingml/2006/main" noGrp="1"/>
          </p:cNvSpPr>
          <p:nvPr/>
        </p:nvSpPr>
        <p:spPr>
          <a:xfrm xmlns:a="http://schemas.openxmlformats.org/drawingml/2006/main">
            <a:off x="2619375" y="1762125"/>
            <a:ext cx="3905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400" b="1">
                <a:solidFill>
                  <a:srgbClr val="0000FF"/>
                </a:solidFill>
                <a:latin typeface="맑은 고딕"/>
                <a:ea typeface="맑은 고딕"/>
                <a:cs typeface="맑은 고딕"/>
              </a:defRPr>
            </a:pPr>
            <a:r>
              <a:rPr sz="2400" b="1">
                <a:solidFill>
                  <a:srgbClr val="0000FF"/>
                </a:solidFill>
                <a:latin typeface="맑은 고딕"/>
                <a:ea typeface="맑은 고딕"/>
                <a:cs typeface="맑은 고딕"/>
              </a:rPr>
              <a:t>↘                         ↙</a:t>
            </a:r>
          </a:p>
          <a:p xmlns:a="http://schemas.openxmlformats.org/drawingml/2006/main">
            <a:r>
              <a:t/>
            </a:r>
          </a:p>
          <a:p xmlns:a="http://schemas.openxmlformats.org/drawingml/2006/main">
            <a:pPr algn="ctr">
              <a:defRPr sz="2400" b="1">
                <a:solidFill>
                  <a:srgbClr val="0000FF"/>
                </a:solidFill>
                <a:latin typeface="맑은 고딕"/>
                <a:ea typeface="맑은 고딕"/>
                <a:cs typeface="맑은 고딕"/>
              </a:defRPr>
            </a:pPr>
            <a:r>
              <a:rPr sz="2400" b="1">
                <a:solidFill>
                  <a:srgbClr val="0000FF"/>
                </a:solidFill>
                <a:latin typeface="맑은 고딕"/>
                <a:ea typeface="맑은 고딕"/>
                <a:cs typeface="맑은 고딕"/>
              </a:rPr>
              <a:t>                    ↑</a:t>
            </a:r>
          </a:p>
        </p:txBody>
      </p:sp>
    </p:spTree>
    <p:extLst>
      <p:ext uri="{BB962C8B-B14F-4D97-AF65-F5344CB8AC3E}">
        <p14:creationId xmlns:p14="http://schemas.microsoft.com/office/powerpoint/2010/main" val="201048634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0" name="content-title">
            <a:extLst xmlns:a="http://schemas.openxmlformats.org/drawingml/2006/main">
              <a:ext uri="{FF2B5EF4-FFF2-40B4-BE49-F238E27FC236}">
                <a16:creationId xmlns:a16="http://schemas.microsoft.com/office/drawing/2014/main" id="{14FCA271-7A81-4778-8428-87282B407644}"/>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Chat과 Project의 차이</a:t>
            </a:r>
          </a:p>
        </p:txBody>
      </p:sp>
      <p:sp>
        <p:nvSpPr>
          <p:cNvPr id="2" name="content-message">
            <a:extLst xmlns:a="http://schemas.openxmlformats.org/drawingml/2006/main">
              <a:ext uri="{FF2B5EF4-FFF2-40B4-BE49-F238E27FC236}">
                <a16:creationId xmlns:a16="http://schemas.microsoft.com/office/drawing/2014/main" id="{6E20F52A-CEAB-4DF1-BDD5-625F9D802CD4}"/>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Project는 공통 Context를 여러 Chat에서 재사용한다</a:t>
            </a:r>
          </a:p>
        </p:txBody>
      </p:sp>
      <p:sp>
        <p:nvSpPr>
          <p:cNvPr id="3" name="footer-source-report">
            <a:extLst xmlns:a="http://schemas.openxmlformats.org/drawingml/2006/main">
              <a:ext uri="{FF2B5EF4-FFF2-40B4-BE49-F238E27FC236}">
                <a16:creationId xmlns:a16="http://schemas.microsoft.com/office/drawing/2014/main" id="{C85AD9D1-E029-4B3D-80C5-D6293274B57E}"/>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chat-head">
            <a:extLst xmlns:a="http://schemas.openxmlformats.org/drawingml/2006/main">
              <a:ext uri="{FF2B5EF4-FFF2-40B4-BE49-F238E27FC236}">
                <a16:creationId xmlns:a16="http://schemas.microsoft.com/office/drawing/2014/main" id="{D0F51AFE-7B50-4811-90CA-D5494D234489}"/>
              </a:ext>
            </a:extLst>
          </p:cNvPr>
          <p:cNvSpPr>
            <a:spLocks xmlns:a="http://schemas.openxmlformats.org/drawingml/2006/main" noGrp="1"/>
          </p:cNvSpPr>
          <p:nvPr/>
        </p:nvSpPr>
        <p:spPr>
          <a:xfrm xmlns:a="http://schemas.openxmlformats.org/drawingml/2006/main">
            <a:off x="1714500" y="135255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일반 Chat</a:t>
            </a:r>
          </a:p>
        </p:txBody>
      </p:sp>
      <p:sp>
        <p:nvSpPr>
          <p:cNvPr id="5" name="project-head">
            <a:extLst xmlns:a="http://schemas.openxmlformats.org/drawingml/2006/main">
              <a:ext uri="{FF2B5EF4-FFF2-40B4-BE49-F238E27FC236}">
                <a16:creationId xmlns:a16="http://schemas.microsoft.com/office/drawing/2014/main" id="{0CA1620C-D2F0-401C-9167-CF2C78D9E9F9}"/>
              </a:ext>
            </a:extLst>
          </p:cNvPr>
          <p:cNvSpPr>
            <a:spLocks xmlns:a="http://schemas.openxmlformats.org/drawingml/2006/main" noGrp="1"/>
          </p:cNvSpPr>
          <p:nvPr/>
        </p:nvSpPr>
        <p:spPr>
          <a:xfrm xmlns:a="http://schemas.openxmlformats.org/drawingml/2006/main">
            <a:off x="5334000" y="135255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Project</a:t>
            </a:r>
          </a:p>
        </p:txBody>
      </p:sp>
      <p:sp>
        <p:nvSpPr>
          <p:cNvPr id="6" name="compare-label-0">
            <a:extLst xmlns:a="http://schemas.openxmlformats.org/drawingml/2006/main">
              <a:ext uri="{FF2B5EF4-FFF2-40B4-BE49-F238E27FC236}">
                <a16:creationId xmlns:a16="http://schemas.microsoft.com/office/drawing/2014/main" id="{E50075A2-9D70-4B42-AD2F-04C9687B663E}"/>
              </a:ext>
            </a:extLst>
          </p:cNvPr>
          <p:cNvSpPr>
            <a:spLocks xmlns:a="http://schemas.openxmlformats.org/drawingml/2006/main" noGrp="1"/>
          </p:cNvSpPr>
          <p:nvPr/>
        </p:nvSpPr>
        <p:spPr>
          <a:xfrm xmlns:a="http://schemas.openxmlformats.org/drawingml/2006/main">
            <a:off x="419100" y="1809750"/>
            <a:ext cx="1190625" cy="4953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7" name="compare-left-0">
            <a:extLst xmlns:a="http://schemas.openxmlformats.org/drawingml/2006/main">
              <a:ext uri="{FF2B5EF4-FFF2-40B4-BE49-F238E27FC236}">
                <a16:creationId xmlns:a16="http://schemas.microsoft.com/office/drawing/2014/main" id="{B2E237BF-DF61-4500-9B98-25EF0B4F994C}"/>
              </a:ext>
            </a:extLst>
          </p:cNvPr>
          <p:cNvSpPr>
            <a:spLocks xmlns:a="http://schemas.openxmlformats.org/drawingml/2006/main" noGrp="1"/>
          </p:cNvSpPr>
          <p:nvPr/>
        </p:nvSpPr>
        <p:spPr>
          <a:xfrm xmlns:a="http://schemas.openxmlformats.org/drawingml/2006/main">
            <a:off x="1609725" y="1809750"/>
            <a:ext cx="3286125"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8" name="compare-right-0">
            <a:extLst xmlns:a="http://schemas.openxmlformats.org/drawingml/2006/main">
              <a:ext uri="{FF2B5EF4-FFF2-40B4-BE49-F238E27FC236}">
                <a16:creationId xmlns:a16="http://schemas.microsoft.com/office/drawing/2014/main" id="{C187B288-481B-4998-A6BA-2987A0AF37AC}"/>
              </a:ext>
            </a:extLst>
          </p:cNvPr>
          <p:cNvSpPr>
            <a:spLocks xmlns:a="http://schemas.openxmlformats.org/drawingml/2006/main" noGrp="1"/>
          </p:cNvSpPr>
          <p:nvPr/>
        </p:nvSpPr>
        <p:spPr>
          <a:xfrm xmlns:a="http://schemas.openxmlformats.org/drawingml/2006/main">
            <a:off x="4895850" y="1809750"/>
            <a:ext cx="3829050"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compare-label-t-0">
            <a:extLst xmlns:a="http://schemas.openxmlformats.org/drawingml/2006/main">
              <a:ext uri="{FF2B5EF4-FFF2-40B4-BE49-F238E27FC236}">
                <a16:creationId xmlns:a16="http://schemas.microsoft.com/office/drawing/2014/main" id="{B64ABCFF-7470-481D-988B-45978760984B}"/>
              </a:ext>
            </a:extLst>
          </p:cNvPr>
          <p:cNvSpPr>
            <a:spLocks xmlns:a="http://schemas.openxmlformats.org/drawingml/2006/main" noGrp="1"/>
          </p:cNvSpPr>
          <p:nvPr/>
        </p:nvSpPr>
        <p:spPr>
          <a:xfrm xmlns:a="http://schemas.openxmlformats.org/drawingml/2006/main">
            <a:off x="476250" y="1847850"/>
            <a:ext cx="10763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배경</a:t>
            </a:r>
          </a:p>
        </p:txBody>
      </p:sp>
      <p:sp>
        <p:nvSpPr>
          <p:cNvPr id="10" name="compare-left-t-0">
            <a:extLst xmlns:a="http://schemas.openxmlformats.org/drawingml/2006/main">
              <a:ext uri="{FF2B5EF4-FFF2-40B4-BE49-F238E27FC236}">
                <a16:creationId xmlns:a16="http://schemas.microsoft.com/office/drawing/2014/main" id="{FB7FE1C9-6DA2-4185-9EBB-653F792EA8E3}"/>
              </a:ext>
            </a:extLst>
          </p:cNvPr>
          <p:cNvSpPr>
            <a:spLocks xmlns:a="http://schemas.openxmlformats.org/drawingml/2006/main" noGrp="1"/>
          </p:cNvSpPr>
          <p:nvPr/>
        </p:nvSpPr>
        <p:spPr>
          <a:xfrm xmlns:a="http://schemas.openxmlformats.org/drawingml/2006/main">
            <a:off x="1695450" y="1847850"/>
            <a:ext cx="31146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대화마다 다시 설명</a:t>
            </a:r>
          </a:p>
        </p:txBody>
      </p:sp>
      <p:sp>
        <p:nvSpPr>
          <p:cNvPr id="11" name="compare-right-t-0">
            <a:extLst xmlns:a="http://schemas.openxmlformats.org/drawingml/2006/main">
              <a:ext uri="{FF2B5EF4-FFF2-40B4-BE49-F238E27FC236}">
                <a16:creationId xmlns:a16="http://schemas.microsoft.com/office/drawing/2014/main" id="{57A04450-685A-4B27-95EF-4A351769A1E4}"/>
              </a:ext>
            </a:extLst>
          </p:cNvPr>
          <p:cNvSpPr>
            <a:spLocks xmlns:a="http://schemas.openxmlformats.org/drawingml/2006/main" noGrp="1"/>
          </p:cNvSpPr>
          <p:nvPr/>
        </p:nvSpPr>
        <p:spPr>
          <a:xfrm xmlns:a="http://schemas.openxmlformats.org/drawingml/2006/main">
            <a:off x="4981575" y="1847850"/>
            <a:ext cx="365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업무 공간에 유지</a:t>
            </a:r>
          </a:p>
        </p:txBody>
      </p:sp>
      <p:sp>
        <p:nvSpPr>
          <p:cNvPr id="12" name="compare-label-1">
            <a:extLst xmlns:a="http://schemas.openxmlformats.org/drawingml/2006/main">
              <a:ext uri="{FF2B5EF4-FFF2-40B4-BE49-F238E27FC236}">
                <a16:creationId xmlns:a16="http://schemas.microsoft.com/office/drawing/2014/main" id="{39279C18-B89B-4760-A427-D9D4E8BF37F0}"/>
              </a:ext>
            </a:extLst>
          </p:cNvPr>
          <p:cNvSpPr>
            <a:spLocks xmlns:a="http://schemas.openxmlformats.org/drawingml/2006/main" noGrp="1"/>
          </p:cNvSpPr>
          <p:nvPr/>
        </p:nvSpPr>
        <p:spPr>
          <a:xfrm xmlns:a="http://schemas.openxmlformats.org/drawingml/2006/main">
            <a:off x="419100" y="2400300"/>
            <a:ext cx="1190625" cy="4953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3" name="compare-left-1">
            <a:extLst xmlns:a="http://schemas.openxmlformats.org/drawingml/2006/main">
              <a:ext uri="{FF2B5EF4-FFF2-40B4-BE49-F238E27FC236}">
                <a16:creationId xmlns:a16="http://schemas.microsoft.com/office/drawing/2014/main" id="{0A47D2DA-F693-49AA-9B9C-4A256A648F4D}"/>
              </a:ext>
            </a:extLst>
          </p:cNvPr>
          <p:cNvSpPr>
            <a:spLocks xmlns:a="http://schemas.openxmlformats.org/drawingml/2006/main" noGrp="1"/>
          </p:cNvSpPr>
          <p:nvPr/>
        </p:nvSpPr>
        <p:spPr>
          <a:xfrm xmlns:a="http://schemas.openxmlformats.org/drawingml/2006/main">
            <a:off x="1609725" y="2400300"/>
            <a:ext cx="3286125"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4" name="compare-right-1">
            <a:extLst xmlns:a="http://schemas.openxmlformats.org/drawingml/2006/main">
              <a:ext uri="{FF2B5EF4-FFF2-40B4-BE49-F238E27FC236}">
                <a16:creationId xmlns:a16="http://schemas.microsoft.com/office/drawing/2014/main" id="{B1619A74-5EF1-41B3-857C-E2E05CEC161E}"/>
              </a:ext>
            </a:extLst>
          </p:cNvPr>
          <p:cNvSpPr>
            <a:spLocks xmlns:a="http://schemas.openxmlformats.org/drawingml/2006/main" noGrp="1"/>
          </p:cNvSpPr>
          <p:nvPr/>
        </p:nvSpPr>
        <p:spPr>
          <a:xfrm xmlns:a="http://schemas.openxmlformats.org/drawingml/2006/main">
            <a:off x="4895850" y="2400300"/>
            <a:ext cx="3829050"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5" name="compare-label-t-1">
            <a:extLst xmlns:a="http://schemas.openxmlformats.org/drawingml/2006/main">
              <a:ext uri="{FF2B5EF4-FFF2-40B4-BE49-F238E27FC236}">
                <a16:creationId xmlns:a16="http://schemas.microsoft.com/office/drawing/2014/main" id="{448354A6-31C3-4CAB-8CB9-1C8AEB615D93}"/>
              </a:ext>
            </a:extLst>
          </p:cNvPr>
          <p:cNvSpPr>
            <a:spLocks xmlns:a="http://schemas.openxmlformats.org/drawingml/2006/main" noGrp="1"/>
          </p:cNvSpPr>
          <p:nvPr/>
        </p:nvSpPr>
        <p:spPr>
          <a:xfrm xmlns:a="http://schemas.openxmlformats.org/drawingml/2006/main">
            <a:off x="476250" y="2438400"/>
            <a:ext cx="10763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파일</a:t>
            </a:r>
          </a:p>
        </p:txBody>
      </p:sp>
      <p:sp>
        <p:nvSpPr>
          <p:cNvPr id="16" name="compare-left-t-1">
            <a:extLst xmlns:a="http://schemas.openxmlformats.org/drawingml/2006/main">
              <a:ext uri="{FF2B5EF4-FFF2-40B4-BE49-F238E27FC236}">
                <a16:creationId xmlns:a16="http://schemas.microsoft.com/office/drawing/2014/main" id="{7E903A88-9CB8-4D95-AA3C-277245516F8F}"/>
              </a:ext>
            </a:extLst>
          </p:cNvPr>
          <p:cNvSpPr>
            <a:spLocks xmlns:a="http://schemas.openxmlformats.org/drawingml/2006/main" noGrp="1"/>
          </p:cNvSpPr>
          <p:nvPr/>
        </p:nvSpPr>
        <p:spPr>
          <a:xfrm xmlns:a="http://schemas.openxmlformats.org/drawingml/2006/main">
            <a:off x="1695450" y="2438400"/>
            <a:ext cx="31146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필요할 때 다시 첨부</a:t>
            </a:r>
          </a:p>
        </p:txBody>
      </p:sp>
      <p:sp>
        <p:nvSpPr>
          <p:cNvPr id="17" name="compare-right-t-1">
            <a:extLst xmlns:a="http://schemas.openxmlformats.org/drawingml/2006/main">
              <a:ext uri="{FF2B5EF4-FFF2-40B4-BE49-F238E27FC236}">
                <a16:creationId xmlns:a16="http://schemas.microsoft.com/office/drawing/2014/main" id="{25D36C01-6267-4739-AF96-828187635E14}"/>
              </a:ext>
            </a:extLst>
          </p:cNvPr>
          <p:cNvSpPr>
            <a:spLocks xmlns:a="http://schemas.openxmlformats.org/drawingml/2006/main" noGrp="1"/>
          </p:cNvSpPr>
          <p:nvPr/>
        </p:nvSpPr>
        <p:spPr>
          <a:xfrm xmlns:a="http://schemas.openxmlformats.org/drawingml/2006/main">
            <a:off x="4981575" y="2438400"/>
            <a:ext cx="365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Project에 공통 연결</a:t>
            </a:r>
          </a:p>
        </p:txBody>
      </p:sp>
      <p:sp>
        <p:nvSpPr>
          <p:cNvPr id="18" name="compare-label-2">
            <a:extLst xmlns:a="http://schemas.openxmlformats.org/drawingml/2006/main">
              <a:ext uri="{FF2B5EF4-FFF2-40B4-BE49-F238E27FC236}">
                <a16:creationId xmlns:a16="http://schemas.microsoft.com/office/drawing/2014/main" id="{C53EEC78-16ED-47FD-A572-E34DDB45869C}"/>
              </a:ext>
            </a:extLst>
          </p:cNvPr>
          <p:cNvSpPr>
            <a:spLocks xmlns:a="http://schemas.openxmlformats.org/drawingml/2006/main" noGrp="1"/>
          </p:cNvSpPr>
          <p:nvPr/>
        </p:nvSpPr>
        <p:spPr>
          <a:xfrm xmlns:a="http://schemas.openxmlformats.org/drawingml/2006/main">
            <a:off x="419100" y="2990850"/>
            <a:ext cx="1190625" cy="4953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9" name="compare-left-2">
            <a:extLst xmlns:a="http://schemas.openxmlformats.org/drawingml/2006/main">
              <a:ext uri="{FF2B5EF4-FFF2-40B4-BE49-F238E27FC236}">
                <a16:creationId xmlns:a16="http://schemas.microsoft.com/office/drawing/2014/main" id="{8D914E80-DE31-4849-BC84-B8FC9E050F97}"/>
              </a:ext>
            </a:extLst>
          </p:cNvPr>
          <p:cNvSpPr>
            <a:spLocks xmlns:a="http://schemas.openxmlformats.org/drawingml/2006/main" noGrp="1"/>
          </p:cNvSpPr>
          <p:nvPr/>
        </p:nvSpPr>
        <p:spPr>
          <a:xfrm xmlns:a="http://schemas.openxmlformats.org/drawingml/2006/main">
            <a:off x="1609725" y="2990850"/>
            <a:ext cx="3286125"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0" name="compare-right-2">
            <a:extLst xmlns:a="http://schemas.openxmlformats.org/drawingml/2006/main">
              <a:ext uri="{FF2B5EF4-FFF2-40B4-BE49-F238E27FC236}">
                <a16:creationId xmlns:a16="http://schemas.microsoft.com/office/drawing/2014/main" id="{5D18874B-2B58-4DE8-B755-FEC53EED948D}"/>
              </a:ext>
            </a:extLst>
          </p:cNvPr>
          <p:cNvSpPr>
            <a:spLocks xmlns:a="http://schemas.openxmlformats.org/drawingml/2006/main" noGrp="1"/>
          </p:cNvSpPr>
          <p:nvPr/>
        </p:nvSpPr>
        <p:spPr>
          <a:xfrm xmlns:a="http://schemas.openxmlformats.org/drawingml/2006/main">
            <a:off x="4895850" y="2990850"/>
            <a:ext cx="3829050"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1" name="compare-label-t-2">
            <a:extLst xmlns:a="http://schemas.openxmlformats.org/drawingml/2006/main">
              <a:ext uri="{FF2B5EF4-FFF2-40B4-BE49-F238E27FC236}">
                <a16:creationId xmlns:a16="http://schemas.microsoft.com/office/drawing/2014/main" id="{F285C253-C01B-4C3C-A393-3689EF12D605}"/>
              </a:ext>
            </a:extLst>
          </p:cNvPr>
          <p:cNvSpPr>
            <a:spLocks xmlns:a="http://schemas.openxmlformats.org/drawingml/2006/main" noGrp="1"/>
          </p:cNvSpPr>
          <p:nvPr/>
        </p:nvSpPr>
        <p:spPr>
          <a:xfrm xmlns:a="http://schemas.openxmlformats.org/drawingml/2006/main">
            <a:off x="476250" y="3028950"/>
            <a:ext cx="10763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작성 규칙</a:t>
            </a:r>
          </a:p>
        </p:txBody>
      </p:sp>
      <p:sp>
        <p:nvSpPr>
          <p:cNvPr id="22" name="compare-left-t-2">
            <a:extLst xmlns:a="http://schemas.openxmlformats.org/drawingml/2006/main">
              <a:ext uri="{FF2B5EF4-FFF2-40B4-BE49-F238E27FC236}">
                <a16:creationId xmlns:a16="http://schemas.microsoft.com/office/drawing/2014/main" id="{8E348E5A-B8B9-42DA-A64A-1C696DFE7A27}"/>
              </a:ext>
            </a:extLst>
          </p:cNvPr>
          <p:cNvSpPr>
            <a:spLocks xmlns:a="http://schemas.openxmlformats.org/drawingml/2006/main" noGrp="1"/>
          </p:cNvSpPr>
          <p:nvPr/>
        </p:nvSpPr>
        <p:spPr>
          <a:xfrm xmlns:a="http://schemas.openxmlformats.org/drawingml/2006/main">
            <a:off x="1695450" y="3028950"/>
            <a:ext cx="31146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Prompt마다 반복</a:t>
            </a:r>
          </a:p>
        </p:txBody>
      </p:sp>
      <p:sp>
        <p:nvSpPr>
          <p:cNvPr id="23" name="compare-right-t-2">
            <a:extLst xmlns:a="http://schemas.openxmlformats.org/drawingml/2006/main">
              <a:ext uri="{FF2B5EF4-FFF2-40B4-BE49-F238E27FC236}">
                <a16:creationId xmlns:a16="http://schemas.microsoft.com/office/drawing/2014/main" id="{8C7D162B-4EE9-4D2F-8385-3A3D31DA40B3}"/>
              </a:ext>
            </a:extLst>
          </p:cNvPr>
          <p:cNvSpPr>
            <a:spLocks xmlns:a="http://schemas.openxmlformats.org/drawingml/2006/main" noGrp="1"/>
          </p:cNvSpPr>
          <p:nvPr/>
        </p:nvSpPr>
        <p:spPr>
          <a:xfrm xmlns:a="http://schemas.openxmlformats.org/drawingml/2006/main">
            <a:off x="4981575" y="3028950"/>
            <a:ext cx="365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Instructions로 재사용</a:t>
            </a:r>
          </a:p>
        </p:txBody>
      </p:sp>
      <p:sp>
        <p:nvSpPr>
          <p:cNvPr id="24" name="compare-label-3">
            <a:extLst xmlns:a="http://schemas.openxmlformats.org/drawingml/2006/main">
              <a:ext uri="{FF2B5EF4-FFF2-40B4-BE49-F238E27FC236}">
                <a16:creationId xmlns:a16="http://schemas.microsoft.com/office/drawing/2014/main" id="{8B3591E2-672E-4CD9-BB17-DBB86CE1E36E}"/>
              </a:ext>
            </a:extLst>
          </p:cNvPr>
          <p:cNvSpPr>
            <a:spLocks xmlns:a="http://schemas.openxmlformats.org/drawingml/2006/main" noGrp="1"/>
          </p:cNvSpPr>
          <p:nvPr/>
        </p:nvSpPr>
        <p:spPr>
          <a:xfrm xmlns:a="http://schemas.openxmlformats.org/drawingml/2006/main">
            <a:off x="419100" y="3581400"/>
            <a:ext cx="1190625" cy="4953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25" name="compare-left-3">
            <a:extLst xmlns:a="http://schemas.openxmlformats.org/drawingml/2006/main">
              <a:ext uri="{FF2B5EF4-FFF2-40B4-BE49-F238E27FC236}">
                <a16:creationId xmlns:a16="http://schemas.microsoft.com/office/drawing/2014/main" id="{15159723-E3DC-4FF9-9FB8-D9901256C92C}"/>
              </a:ext>
            </a:extLst>
          </p:cNvPr>
          <p:cNvSpPr>
            <a:spLocks xmlns:a="http://schemas.openxmlformats.org/drawingml/2006/main" noGrp="1"/>
          </p:cNvSpPr>
          <p:nvPr/>
        </p:nvSpPr>
        <p:spPr>
          <a:xfrm xmlns:a="http://schemas.openxmlformats.org/drawingml/2006/main">
            <a:off x="1609725" y="3581400"/>
            <a:ext cx="3286125"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6" name="compare-right-3">
            <a:extLst xmlns:a="http://schemas.openxmlformats.org/drawingml/2006/main">
              <a:ext uri="{FF2B5EF4-FFF2-40B4-BE49-F238E27FC236}">
                <a16:creationId xmlns:a16="http://schemas.microsoft.com/office/drawing/2014/main" id="{25EF8091-472E-4B9A-BB4D-E82D66EA6EB8}"/>
              </a:ext>
            </a:extLst>
          </p:cNvPr>
          <p:cNvSpPr>
            <a:spLocks xmlns:a="http://schemas.openxmlformats.org/drawingml/2006/main" noGrp="1"/>
          </p:cNvSpPr>
          <p:nvPr/>
        </p:nvSpPr>
        <p:spPr>
          <a:xfrm xmlns:a="http://schemas.openxmlformats.org/drawingml/2006/main">
            <a:off x="4895850" y="3581400"/>
            <a:ext cx="3829050" cy="4953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7" name="compare-label-t-3">
            <a:extLst xmlns:a="http://schemas.openxmlformats.org/drawingml/2006/main">
              <a:ext uri="{FF2B5EF4-FFF2-40B4-BE49-F238E27FC236}">
                <a16:creationId xmlns:a16="http://schemas.microsoft.com/office/drawing/2014/main" id="{1596EFE2-1D46-49E9-A8D5-30F30045AAAE}"/>
              </a:ext>
            </a:extLst>
          </p:cNvPr>
          <p:cNvSpPr>
            <a:spLocks xmlns:a="http://schemas.openxmlformats.org/drawingml/2006/main" noGrp="1"/>
          </p:cNvSpPr>
          <p:nvPr/>
        </p:nvSpPr>
        <p:spPr>
          <a:xfrm xmlns:a="http://schemas.openxmlformats.org/drawingml/2006/main">
            <a:off x="476250" y="3619500"/>
            <a:ext cx="10763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적합한 업무</a:t>
            </a:r>
          </a:p>
        </p:txBody>
      </p:sp>
      <p:sp>
        <p:nvSpPr>
          <p:cNvPr id="28" name="compare-left-t-3">
            <a:extLst xmlns:a="http://schemas.openxmlformats.org/drawingml/2006/main">
              <a:ext uri="{FF2B5EF4-FFF2-40B4-BE49-F238E27FC236}">
                <a16:creationId xmlns:a16="http://schemas.microsoft.com/office/drawing/2014/main" id="{B1276CFC-B52B-4442-98E9-2B98093F4979}"/>
              </a:ext>
            </a:extLst>
          </p:cNvPr>
          <p:cNvSpPr>
            <a:spLocks xmlns:a="http://schemas.openxmlformats.org/drawingml/2006/main" noGrp="1"/>
          </p:cNvSpPr>
          <p:nvPr/>
        </p:nvSpPr>
        <p:spPr>
          <a:xfrm xmlns:a="http://schemas.openxmlformats.org/drawingml/2006/main">
            <a:off x="1695450" y="3619500"/>
            <a:ext cx="31146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단발 질문·아이디어</a:t>
            </a:r>
          </a:p>
        </p:txBody>
      </p:sp>
      <p:sp>
        <p:nvSpPr>
          <p:cNvPr id="29" name="compare-right-t-3">
            <a:extLst xmlns:a="http://schemas.openxmlformats.org/drawingml/2006/main">
              <a:ext uri="{FF2B5EF4-FFF2-40B4-BE49-F238E27FC236}">
                <a16:creationId xmlns:a16="http://schemas.microsoft.com/office/drawing/2014/main" id="{8B8B9E32-6C5A-40C2-96A9-E302ED5833FC}"/>
              </a:ext>
            </a:extLst>
          </p:cNvPr>
          <p:cNvSpPr>
            <a:spLocks xmlns:a="http://schemas.openxmlformats.org/drawingml/2006/main" noGrp="1"/>
          </p:cNvSpPr>
          <p:nvPr/>
        </p:nvSpPr>
        <p:spPr>
          <a:xfrm xmlns:a="http://schemas.openxmlformats.org/drawingml/2006/main">
            <a:off x="4981575" y="3619500"/>
            <a:ext cx="365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장기 분석·연속 판단</a:t>
            </a:r>
          </a:p>
        </p:txBody>
      </p:sp>
    </p:spTree>
    <p:extLst>
      <p:ext uri="{BB962C8B-B14F-4D97-AF65-F5344CB8AC3E}">
        <p14:creationId xmlns:p14="http://schemas.microsoft.com/office/powerpoint/2010/main" val="25288344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4" name="content-title">
            <a:extLst xmlns:a="http://schemas.openxmlformats.org/drawingml/2006/main">
              <a:ext uri="{FF2B5EF4-FFF2-40B4-BE49-F238E27FC236}">
                <a16:creationId xmlns:a16="http://schemas.microsoft.com/office/drawing/2014/main" id="{0A7B9740-4C2B-43CB-A4DB-C3060DFF0D84}"/>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장기 기술 아이디어는 어떻게 발전하는가</a:t>
            </a:r>
          </a:p>
        </p:txBody>
      </p:sp>
      <p:sp>
        <p:nvSpPr>
          <p:cNvPr id="2" name="content-message">
            <a:extLst xmlns:a="http://schemas.openxmlformats.org/drawingml/2006/main">
              <a:ext uri="{FF2B5EF4-FFF2-40B4-BE49-F238E27FC236}">
                <a16:creationId xmlns:a16="http://schemas.microsoft.com/office/drawing/2014/main" id="{E7D225F4-D2E2-4A3D-9D34-7B57BEFEC460}"/>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한 주제를 지속적으로 다룰 때 Project의 가치가 커진다</a:t>
            </a:r>
          </a:p>
        </p:txBody>
      </p:sp>
      <p:sp>
        <p:nvSpPr>
          <p:cNvPr id="3" name="footer-source-report">
            <a:extLst xmlns:a="http://schemas.openxmlformats.org/drawingml/2006/main">
              <a:ext uri="{FF2B5EF4-FFF2-40B4-BE49-F238E27FC236}">
                <a16:creationId xmlns:a16="http://schemas.microsoft.com/office/drawing/2014/main" id="{26941DF7-2654-47AD-AEF2-E8FC5815F737}"/>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flow-0-box">
            <a:extLst xmlns:a="http://schemas.openxmlformats.org/drawingml/2006/main">
              <a:ext uri="{FF2B5EF4-FFF2-40B4-BE49-F238E27FC236}">
                <a16:creationId xmlns:a16="http://schemas.microsoft.com/office/drawing/2014/main" id="{7659F265-7D9C-4D89-8F7F-EF11F73727F4}"/>
              </a:ext>
            </a:extLst>
          </p:cNvPr>
          <p:cNvSpPr>
            <a:spLocks xmlns:a="http://schemas.openxmlformats.org/drawingml/2006/main" noGrp="1"/>
          </p:cNvSpPr>
          <p:nvPr/>
        </p:nvSpPr>
        <p:spPr>
          <a:xfrm xmlns:a="http://schemas.openxmlformats.org/drawingml/2006/main">
            <a:off x="400050" y="2000250"/>
            <a:ext cx="1438275" cy="1200150"/>
          </a:xfrm>
          <a:prstGeom xmlns:a="http://schemas.openxmlformats.org/drawingml/2006/main" prst="roundRect">
            <a:avLst>
              <a:gd name="adj" fmla="val 4762"/>
            </a:avLst>
          </a:prstGeom>
          <a:noFill xmlns:a="http://schemas.openxmlformats.org/drawingml/2006/main"/>
          <a:ln xmlns:a="http://schemas.openxmlformats.org/drawingml/2006/main" w="9525">
            <a:solidFill>
              <a:srgbClr val="000000"/>
            </a:solidFill>
            <a:prstDash val="solid"/>
          </a:ln>
        </p:spPr>
      </p:sp>
      <p:sp>
        <p:nvSpPr>
          <p:cNvPr id="5" name="flow-0-title">
            <a:extLst xmlns:a="http://schemas.openxmlformats.org/drawingml/2006/main">
              <a:ext uri="{FF2B5EF4-FFF2-40B4-BE49-F238E27FC236}">
                <a16:creationId xmlns:a16="http://schemas.microsoft.com/office/drawing/2014/main" id="{67EFA489-2372-4CA3-8DCD-345088FCC19C}"/>
              </a:ext>
            </a:extLst>
          </p:cNvPr>
          <p:cNvSpPr>
            <a:spLocks xmlns:a="http://schemas.openxmlformats.org/drawingml/2006/main" noGrp="1"/>
          </p:cNvSpPr>
          <p:nvPr/>
        </p:nvSpPr>
        <p:spPr>
          <a:xfrm xmlns:a="http://schemas.openxmlformats.org/drawingml/2006/main">
            <a:off x="457200" y="20955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문제 정의</a:t>
            </a:r>
          </a:p>
        </p:txBody>
      </p:sp>
      <p:sp>
        <p:nvSpPr>
          <p:cNvPr id="6" name="flow-0-body">
            <a:extLst xmlns:a="http://schemas.openxmlformats.org/drawingml/2006/main">
              <a:ext uri="{FF2B5EF4-FFF2-40B4-BE49-F238E27FC236}">
                <a16:creationId xmlns:a16="http://schemas.microsoft.com/office/drawing/2014/main" id="{96EF168D-DDE4-4883-98CD-4C57DB43653A}"/>
              </a:ext>
            </a:extLst>
          </p:cNvPr>
          <p:cNvSpPr>
            <a:spLocks xmlns:a="http://schemas.openxmlformats.org/drawingml/2006/main" noGrp="1"/>
          </p:cNvSpPr>
          <p:nvPr/>
        </p:nvSpPr>
        <p:spPr>
          <a:xfrm xmlns:a="http://schemas.openxmlformats.org/drawingml/2006/main">
            <a:off x="476250" y="2438400"/>
            <a:ext cx="1285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Laser Trim</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기술 과제</a:t>
            </a:r>
          </a:p>
        </p:txBody>
      </p:sp>
      <p:sp>
        <p:nvSpPr>
          <p:cNvPr id="7" name="arrow-194-257">
            <a:extLst xmlns:a="http://schemas.openxmlformats.org/drawingml/2006/main">
              <a:ext uri="{FF2B5EF4-FFF2-40B4-BE49-F238E27FC236}">
                <a16:creationId xmlns:a16="http://schemas.microsoft.com/office/drawing/2014/main" id="{41E781DF-B26A-4400-AEB1-7A4754EE7168}"/>
              </a:ext>
            </a:extLst>
          </p:cNvPr>
          <p:cNvSpPr>
            <a:spLocks xmlns:a="http://schemas.openxmlformats.org/drawingml/2006/main" noGrp="1"/>
          </p:cNvSpPr>
          <p:nvPr/>
        </p:nvSpPr>
        <p:spPr>
          <a:xfrm xmlns:a="http://schemas.openxmlformats.org/drawingml/2006/main">
            <a:off x="1847850" y="24479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8" name="flow-1-box">
            <a:extLst xmlns:a="http://schemas.openxmlformats.org/drawingml/2006/main">
              <a:ext uri="{FF2B5EF4-FFF2-40B4-BE49-F238E27FC236}">
                <a16:creationId xmlns:a16="http://schemas.microsoft.com/office/drawing/2014/main" id="{31A44BFC-F2FB-455E-B397-0260B8D5437B}"/>
              </a:ext>
            </a:extLst>
          </p:cNvPr>
          <p:cNvSpPr>
            <a:spLocks xmlns:a="http://schemas.openxmlformats.org/drawingml/2006/main" noGrp="1"/>
          </p:cNvSpPr>
          <p:nvPr/>
        </p:nvSpPr>
        <p:spPr>
          <a:xfrm xmlns:a="http://schemas.openxmlformats.org/drawingml/2006/main">
            <a:off x="2124075" y="2000250"/>
            <a:ext cx="1438275" cy="1200150"/>
          </a:xfrm>
          <a:prstGeom xmlns:a="http://schemas.openxmlformats.org/drawingml/2006/main" prst="roundRect">
            <a:avLst>
              <a:gd name="adj" fmla="val 4762"/>
            </a:avLst>
          </a:prstGeom>
          <a:noFill xmlns:a="http://schemas.openxmlformats.org/drawingml/2006/main"/>
          <a:ln xmlns:a="http://schemas.openxmlformats.org/drawingml/2006/main" w="9525">
            <a:solidFill>
              <a:srgbClr val="000000"/>
            </a:solidFill>
            <a:prstDash val="solid"/>
          </a:ln>
        </p:spPr>
      </p:sp>
      <p:sp>
        <p:nvSpPr>
          <p:cNvPr id="9" name="flow-1-title">
            <a:extLst xmlns:a="http://schemas.openxmlformats.org/drawingml/2006/main">
              <a:ext uri="{FF2B5EF4-FFF2-40B4-BE49-F238E27FC236}">
                <a16:creationId xmlns:a16="http://schemas.microsoft.com/office/drawing/2014/main" id="{37BEC4D5-CB56-494B-8A06-5F507CC88523}"/>
              </a:ext>
            </a:extLst>
          </p:cNvPr>
          <p:cNvSpPr>
            <a:spLocks xmlns:a="http://schemas.openxmlformats.org/drawingml/2006/main" noGrp="1"/>
          </p:cNvSpPr>
          <p:nvPr/>
        </p:nvSpPr>
        <p:spPr>
          <a:xfrm xmlns:a="http://schemas.openxmlformats.org/drawingml/2006/main">
            <a:off x="2181225" y="20955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선행기술</a:t>
            </a:r>
          </a:p>
        </p:txBody>
      </p:sp>
      <p:sp>
        <p:nvSpPr>
          <p:cNvPr id="10" name="flow-1-body">
            <a:extLst xmlns:a="http://schemas.openxmlformats.org/drawingml/2006/main">
              <a:ext uri="{FF2B5EF4-FFF2-40B4-BE49-F238E27FC236}">
                <a16:creationId xmlns:a16="http://schemas.microsoft.com/office/drawing/2014/main" id="{0041DE77-21F3-4AFC-BD7B-39078CDA0369}"/>
              </a:ext>
            </a:extLst>
          </p:cNvPr>
          <p:cNvSpPr>
            <a:spLocks xmlns:a="http://schemas.openxmlformats.org/drawingml/2006/main" noGrp="1"/>
          </p:cNvSpPr>
          <p:nvPr/>
        </p:nvSpPr>
        <p:spPr>
          <a:xfrm xmlns:a="http://schemas.openxmlformats.org/drawingml/2006/main">
            <a:off x="2200275" y="2438400"/>
            <a:ext cx="1285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논문·특허</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근거 축적</a:t>
            </a:r>
          </a:p>
        </p:txBody>
      </p:sp>
      <p:sp>
        <p:nvSpPr>
          <p:cNvPr id="11" name="arrow-375-257">
            <a:extLst xmlns:a="http://schemas.openxmlformats.org/drawingml/2006/main">
              <a:ext uri="{FF2B5EF4-FFF2-40B4-BE49-F238E27FC236}">
                <a16:creationId xmlns:a16="http://schemas.microsoft.com/office/drawing/2014/main" id="{BAC700EC-6AEC-4120-B68A-70FFE31B6A29}"/>
              </a:ext>
            </a:extLst>
          </p:cNvPr>
          <p:cNvSpPr>
            <a:spLocks xmlns:a="http://schemas.openxmlformats.org/drawingml/2006/main" noGrp="1"/>
          </p:cNvSpPr>
          <p:nvPr/>
        </p:nvSpPr>
        <p:spPr>
          <a:xfrm xmlns:a="http://schemas.openxmlformats.org/drawingml/2006/main">
            <a:off x="3571875" y="24479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2" name="flow-2-box">
            <a:extLst xmlns:a="http://schemas.openxmlformats.org/drawingml/2006/main">
              <a:ext uri="{FF2B5EF4-FFF2-40B4-BE49-F238E27FC236}">
                <a16:creationId xmlns:a16="http://schemas.microsoft.com/office/drawing/2014/main" id="{6A83DEE6-74C4-467D-9337-B4FFA6B7038B}"/>
              </a:ext>
            </a:extLst>
          </p:cNvPr>
          <p:cNvSpPr>
            <a:spLocks xmlns:a="http://schemas.openxmlformats.org/drawingml/2006/main" noGrp="1"/>
          </p:cNvSpPr>
          <p:nvPr/>
        </p:nvSpPr>
        <p:spPr>
          <a:xfrm xmlns:a="http://schemas.openxmlformats.org/drawingml/2006/main">
            <a:off x="3848100" y="2000250"/>
            <a:ext cx="1438275" cy="1200150"/>
          </a:xfrm>
          <a:prstGeom xmlns:a="http://schemas.openxmlformats.org/drawingml/2006/main" prst="roundRect">
            <a:avLst>
              <a:gd name="adj" fmla="val 4762"/>
            </a:avLst>
          </a:prstGeom>
          <a:noFill xmlns:a="http://schemas.openxmlformats.org/drawingml/2006/main"/>
          <a:ln xmlns:a="http://schemas.openxmlformats.org/drawingml/2006/main" w="9525">
            <a:solidFill>
              <a:srgbClr val="000000"/>
            </a:solidFill>
            <a:prstDash val="solid"/>
          </a:ln>
        </p:spPr>
      </p:sp>
      <p:sp>
        <p:nvSpPr>
          <p:cNvPr id="13" name="flow-2-title">
            <a:extLst xmlns:a="http://schemas.openxmlformats.org/drawingml/2006/main">
              <a:ext uri="{FF2B5EF4-FFF2-40B4-BE49-F238E27FC236}">
                <a16:creationId xmlns:a16="http://schemas.microsoft.com/office/drawing/2014/main" id="{902DA07A-6CBF-419C-9B21-D2DAD17A83A5}"/>
              </a:ext>
            </a:extLst>
          </p:cNvPr>
          <p:cNvSpPr>
            <a:spLocks xmlns:a="http://schemas.openxmlformats.org/drawingml/2006/main" noGrp="1"/>
          </p:cNvSpPr>
          <p:nvPr/>
        </p:nvSpPr>
        <p:spPr>
          <a:xfrm xmlns:a="http://schemas.openxmlformats.org/drawingml/2006/main">
            <a:off x="3905250" y="20955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가설</a:t>
            </a:r>
          </a:p>
        </p:txBody>
      </p:sp>
      <p:sp>
        <p:nvSpPr>
          <p:cNvPr id="14" name="flow-2-body">
            <a:extLst xmlns:a="http://schemas.openxmlformats.org/drawingml/2006/main">
              <a:ext uri="{FF2B5EF4-FFF2-40B4-BE49-F238E27FC236}">
                <a16:creationId xmlns:a16="http://schemas.microsoft.com/office/drawing/2014/main" id="{AA942673-BA6C-4001-9C00-CDB5ED0D79FE}"/>
              </a:ext>
            </a:extLst>
          </p:cNvPr>
          <p:cNvSpPr>
            <a:spLocks xmlns:a="http://schemas.openxmlformats.org/drawingml/2006/main" noGrp="1"/>
          </p:cNvSpPr>
          <p:nvPr/>
        </p:nvSpPr>
        <p:spPr>
          <a:xfrm xmlns:a="http://schemas.openxmlformats.org/drawingml/2006/main">
            <a:off x="3924300" y="2438400"/>
            <a:ext cx="1285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원인과</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설계변수</a:t>
            </a:r>
          </a:p>
        </p:txBody>
      </p:sp>
      <p:sp>
        <p:nvSpPr>
          <p:cNvPr id="15" name="arrow-556-257">
            <a:extLst xmlns:a="http://schemas.openxmlformats.org/drawingml/2006/main">
              <a:ext uri="{FF2B5EF4-FFF2-40B4-BE49-F238E27FC236}">
                <a16:creationId xmlns:a16="http://schemas.microsoft.com/office/drawing/2014/main" id="{994F12D2-1A81-45FB-8375-3E6378CC3A1A}"/>
              </a:ext>
            </a:extLst>
          </p:cNvPr>
          <p:cNvSpPr>
            <a:spLocks xmlns:a="http://schemas.openxmlformats.org/drawingml/2006/main" noGrp="1"/>
          </p:cNvSpPr>
          <p:nvPr/>
        </p:nvSpPr>
        <p:spPr>
          <a:xfrm xmlns:a="http://schemas.openxmlformats.org/drawingml/2006/main">
            <a:off x="5295900" y="24479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6" name="flow-3-box">
            <a:extLst xmlns:a="http://schemas.openxmlformats.org/drawingml/2006/main">
              <a:ext uri="{FF2B5EF4-FFF2-40B4-BE49-F238E27FC236}">
                <a16:creationId xmlns:a16="http://schemas.microsoft.com/office/drawing/2014/main" id="{D42A7FAB-7F90-4CB2-A407-E46CBCF1507D}"/>
              </a:ext>
            </a:extLst>
          </p:cNvPr>
          <p:cNvSpPr>
            <a:spLocks xmlns:a="http://schemas.openxmlformats.org/drawingml/2006/main" noGrp="1"/>
          </p:cNvSpPr>
          <p:nvPr/>
        </p:nvSpPr>
        <p:spPr>
          <a:xfrm xmlns:a="http://schemas.openxmlformats.org/drawingml/2006/main">
            <a:off x="5572125" y="2000250"/>
            <a:ext cx="1438275" cy="1200150"/>
          </a:xfrm>
          <a:prstGeom xmlns:a="http://schemas.openxmlformats.org/drawingml/2006/main" prst="roundRect">
            <a:avLst>
              <a:gd name="adj" fmla="val 4762"/>
            </a:avLst>
          </a:prstGeom>
          <a:noFill xmlns:a="http://schemas.openxmlformats.org/drawingml/2006/main"/>
          <a:ln xmlns:a="http://schemas.openxmlformats.org/drawingml/2006/main" w="9525">
            <a:solidFill>
              <a:srgbClr val="000000"/>
            </a:solidFill>
            <a:prstDash val="solid"/>
          </a:ln>
        </p:spPr>
      </p:sp>
      <p:sp>
        <p:nvSpPr>
          <p:cNvPr id="17" name="flow-3-title">
            <a:extLst xmlns:a="http://schemas.openxmlformats.org/drawingml/2006/main">
              <a:ext uri="{FF2B5EF4-FFF2-40B4-BE49-F238E27FC236}">
                <a16:creationId xmlns:a16="http://schemas.microsoft.com/office/drawing/2014/main" id="{601B06F3-2FB6-45AD-AB83-B2455C7DDD57}"/>
              </a:ext>
            </a:extLst>
          </p:cNvPr>
          <p:cNvSpPr>
            <a:spLocks xmlns:a="http://schemas.openxmlformats.org/drawingml/2006/main" noGrp="1"/>
          </p:cNvSpPr>
          <p:nvPr/>
        </p:nvSpPr>
        <p:spPr>
          <a:xfrm xmlns:a="http://schemas.openxmlformats.org/drawingml/2006/main">
            <a:off x="5629275" y="20955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실험</a:t>
            </a:r>
          </a:p>
        </p:txBody>
      </p:sp>
      <p:sp>
        <p:nvSpPr>
          <p:cNvPr id="18" name="flow-3-body">
            <a:extLst xmlns:a="http://schemas.openxmlformats.org/drawingml/2006/main">
              <a:ext uri="{FF2B5EF4-FFF2-40B4-BE49-F238E27FC236}">
                <a16:creationId xmlns:a16="http://schemas.microsoft.com/office/drawing/2014/main" id="{ED897F33-163E-4DE9-9CF4-2285BACFCEF3}"/>
              </a:ext>
            </a:extLst>
          </p:cNvPr>
          <p:cNvSpPr>
            <a:spLocks xmlns:a="http://schemas.openxmlformats.org/drawingml/2006/main" noGrp="1"/>
          </p:cNvSpPr>
          <p:nvPr/>
        </p:nvSpPr>
        <p:spPr>
          <a:xfrm xmlns:a="http://schemas.openxmlformats.org/drawingml/2006/main">
            <a:off x="5648325" y="2438400"/>
            <a:ext cx="1285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검증조건과</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결과</a:t>
            </a:r>
          </a:p>
        </p:txBody>
      </p:sp>
      <p:sp>
        <p:nvSpPr>
          <p:cNvPr id="19" name="arrow-737-257">
            <a:extLst xmlns:a="http://schemas.openxmlformats.org/drawingml/2006/main">
              <a:ext uri="{FF2B5EF4-FFF2-40B4-BE49-F238E27FC236}">
                <a16:creationId xmlns:a16="http://schemas.microsoft.com/office/drawing/2014/main" id="{515EB2BF-B801-4D6A-9465-D486CC41C5C9}"/>
              </a:ext>
            </a:extLst>
          </p:cNvPr>
          <p:cNvSpPr>
            <a:spLocks xmlns:a="http://schemas.openxmlformats.org/drawingml/2006/main" noGrp="1"/>
          </p:cNvSpPr>
          <p:nvPr/>
        </p:nvSpPr>
        <p:spPr>
          <a:xfrm xmlns:a="http://schemas.openxmlformats.org/drawingml/2006/main">
            <a:off x="7019925" y="24479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20" name="flow-4-box">
            <a:extLst xmlns:a="http://schemas.openxmlformats.org/drawingml/2006/main">
              <a:ext uri="{FF2B5EF4-FFF2-40B4-BE49-F238E27FC236}">
                <a16:creationId xmlns:a16="http://schemas.microsoft.com/office/drawing/2014/main" id="{B01AA797-64C9-4685-AA41-AA1457D8198D}"/>
              </a:ext>
            </a:extLst>
          </p:cNvPr>
          <p:cNvSpPr>
            <a:spLocks xmlns:a="http://schemas.openxmlformats.org/drawingml/2006/main" noGrp="1"/>
          </p:cNvSpPr>
          <p:nvPr/>
        </p:nvSpPr>
        <p:spPr>
          <a:xfrm xmlns:a="http://schemas.openxmlformats.org/drawingml/2006/main">
            <a:off x="7296150" y="2000250"/>
            <a:ext cx="1438275" cy="1200150"/>
          </a:xfrm>
          <a:prstGeom xmlns:a="http://schemas.openxmlformats.org/drawingml/2006/main" prst="roundRect">
            <a:avLst>
              <a:gd name="adj" fmla="val 4762"/>
            </a:avLst>
          </a:prstGeom>
          <a:noFill xmlns:a="http://schemas.openxmlformats.org/drawingml/2006/main"/>
          <a:ln xmlns:a="http://schemas.openxmlformats.org/drawingml/2006/main" w="9525">
            <a:solidFill>
              <a:srgbClr val="0000FF"/>
            </a:solidFill>
            <a:prstDash val="solid"/>
          </a:ln>
        </p:spPr>
      </p:sp>
      <p:sp>
        <p:nvSpPr>
          <p:cNvPr id="21" name="flow-4-title">
            <a:extLst xmlns:a="http://schemas.openxmlformats.org/drawingml/2006/main">
              <a:ext uri="{FF2B5EF4-FFF2-40B4-BE49-F238E27FC236}">
                <a16:creationId xmlns:a16="http://schemas.microsoft.com/office/drawing/2014/main" id="{4768B8B2-8A2F-4071-8B13-2D86290C2AAD}"/>
              </a:ext>
            </a:extLst>
          </p:cNvPr>
          <p:cNvSpPr>
            <a:spLocks xmlns:a="http://schemas.openxmlformats.org/drawingml/2006/main" noGrp="1"/>
          </p:cNvSpPr>
          <p:nvPr/>
        </p:nvSpPr>
        <p:spPr>
          <a:xfrm xmlns:a="http://schemas.openxmlformats.org/drawingml/2006/main">
            <a:off x="7353300" y="20955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다음 판단</a:t>
            </a:r>
          </a:p>
        </p:txBody>
      </p:sp>
      <p:sp>
        <p:nvSpPr>
          <p:cNvPr id="22" name="flow-4-body">
            <a:extLst xmlns:a="http://schemas.openxmlformats.org/drawingml/2006/main">
              <a:ext uri="{FF2B5EF4-FFF2-40B4-BE49-F238E27FC236}">
                <a16:creationId xmlns:a16="http://schemas.microsoft.com/office/drawing/2014/main" id="{F7248CD5-CCA7-4E88-BBB9-0CD17AF6B57D}"/>
              </a:ext>
            </a:extLst>
          </p:cNvPr>
          <p:cNvSpPr>
            <a:spLocks xmlns:a="http://schemas.openxmlformats.org/drawingml/2006/main" noGrp="1"/>
          </p:cNvSpPr>
          <p:nvPr/>
        </p:nvSpPr>
        <p:spPr>
          <a:xfrm xmlns:a="http://schemas.openxmlformats.org/drawingml/2006/main">
            <a:off x="7372350" y="2438400"/>
            <a:ext cx="1285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아이디어</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구체화</a:t>
            </a:r>
          </a:p>
        </p:txBody>
      </p:sp>
      <p:sp>
        <p:nvSpPr>
          <p:cNvPr id="23" name="roadmap-takeaway">
            <a:extLst xmlns:a="http://schemas.openxmlformats.org/drawingml/2006/main">
              <a:ext uri="{FF2B5EF4-FFF2-40B4-BE49-F238E27FC236}">
                <a16:creationId xmlns:a16="http://schemas.microsoft.com/office/drawing/2014/main" id="{B3A76811-C19C-49F2-B5AD-842553070499}"/>
              </a:ext>
            </a:extLst>
          </p:cNvPr>
          <p:cNvSpPr>
            <a:spLocks xmlns:a="http://schemas.openxmlformats.org/drawingml/2006/main" noGrp="1"/>
          </p:cNvSpPr>
          <p:nvPr/>
        </p:nvSpPr>
        <p:spPr>
          <a:xfrm xmlns:a="http://schemas.openxmlformats.org/drawingml/2006/main">
            <a:off x="2000250" y="3571875"/>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700" b="1">
                <a:solidFill>
                  <a:srgbClr val="1429A0"/>
                </a:solidFill>
                <a:latin typeface="맑은 고딕"/>
                <a:ea typeface="맑은 고딕"/>
                <a:cs typeface="맑은 고딕"/>
              </a:defRPr>
            </a:pPr>
            <a:r>
              <a:rPr sz="1700" b="1">
                <a:solidFill>
                  <a:srgbClr val="1429A0"/>
                </a:solidFill>
                <a:latin typeface="맑은 고딕"/>
                <a:ea typeface="맑은 고딕"/>
                <a:cs typeface="맑은 고딕"/>
              </a:rPr>
              <a:t>한 번의 정답이 아니라 의사결정의 연속성을 만든다</a:t>
            </a:r>
          </a:p>
        </p:txBody>
      </p:sp>
    </p:spTree>
    <p:extLst>
      <p:ext uri="{BB962C8B-B14F-4D97-AF65-F5344CB8AC3E}">
        <p14:creationId xmlns:p14="http://schemas.microsoft.com/office/powerpoint/2010/main" val="20104863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content-title">
            <a:extLst xmlns:a="http://schemas.openxmlformats.org/drawingml/2006/main">
              <a:ext uri="{FF2B5EF4-FFF2-40B4-BE49-F238E27FC236}">
                <a16:creationId xmlns:a16="http://schemas.microsoft.com/office/drawing/2014/main" id="{4DE46DC2-2DB6-4FE0-BAB7-AFBF17B904D6}"/>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가상 품질개선 Project 만들기</a:t>
            </a:r>
          </a:p>
        </p:txBody>
      </p:sp>
      <p:sp>
        <p:nvSpPr>
          <p:cNvPr id="2" name="content-message">
            <a:extLst xmlns:a="http://schemas.openxmlformats.org/drawingml/2006/main">
              <a:ext uri="{FF2B5EF4-FFF2-40B4-BE49-F238E27FC236}">
                <a16:creationId xmlns:a16="http://schemas.microsoft.com/office/drawing/2014/main" id="{66FAF5E4-397B-4EB3-822A-011DF41819B4}"/>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파일과 작성 규칙을 한 번만 설정한다</a:t>
            </a:r>
          </a:p>
        </p:txBody>
      </p:sp>
      <p:sp>
        <p:nvSpPr>
          <p:cNvPr id="3" name="footer-source-report">
            <a:extLst xmlns:a="http://schemas.openxmlformats.org/drawingml/2006/main">
              <a:ext uri="{FF2B5EF4-FFF2-40B4-BE49-F238E27FC236}">
                <a16:creationId xmlns:a16="http://schemas.microsoft.com/office/drawing/2014/main" id="{F23DFE5D-4885-4116-A0A0-D1A85205D68B}"/>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practice-goal">
            <a:extLst xmlns:a="http://schemas.openxmlformats.org/drawingml/2006/main">
              <a:ext uri="{FF2B5EF4-FFF2-40B4-BE49-F238E27FC236}">
                <a16:creationId xmlns:a16="http://schemas.microsoft.com/office/drawing/2014/main" id="{67C76F53-0093-4846-B5EE-97C22F39C37F}"/>
              </a:ext>
            </a:extLst>
          </p:cNvPr>
          <p:cNvSpPr>
            <a:spLocks xmlns:a="http://schemas.openxmlformats.org/drawingml/2006/main" noGrp="1"/>
          </p:cNvSpPr>
          <p:nvPr/>
        </p:nvSpPr>
        <p:spPr>
          <a:xfrm xmlns:a="http://schemas.openxmlformats.org/drawingml/2006/main">
            <a:off x="428625" y="1428750"/>
            <a:ext cx="4381500" cy="2524125"/>
          </a:xfrm>
          <a:prstGeom xmlns:a="http://schemas.openxmlformats.org/drawingml/2006/main" prst="roundRect">
            <a:avLst>
              <a:gd name="adj" fmla="val 2264"/>
            </a:avLst>
          </a:prstGeom>
          <a:noFill xmlns:a="http://schemas.openxmlformats.org/drawingml/2006/main"/>
          <a:ln xmlns:a="http://schemas.openxmlformats.org/drawingml/2006/main" w="19050">
            <a:solidFill>
              <a:srgbClr val="0000FF"/>
            </a:solidFill>
            <a:prstDash val="solid"/>
          </a:ln>
        </p:spPr>
      </p:sp>
      <p:sp>
        <p:nvSpPr>
          <p:cNvPr id="5" name="practice-goal-label">
            <a:extLst xmlns:a="http://schemas.openxmlformats.org/drawingml/2006/main">
              <a:ext uri="{FF2B5EF4-FFF2-40B4-BE49-F238E27FC236}">
                <a16:creationId xmlns:a16="http://schemas.microsoft.com/office/drawing/2014/main" id="{A6C8D1FC-C383-4E91-89CF-A1DEF35742AF}"/>
              </a:ext>
            </a:extLst>
          </p:cNvPr>
          <p:cNvSpPr>
            <a:spLocks xmlns:a="http://schemas.openxmlformats.org/drawingml/2006/main" noGrp="1"/>
          </p:cNvSpPr>
          <p:nvPr/>
        </p:nvSpPr>
        <p:spPr>
          <a:xfrm xmlns:a="http://schemas.openxmlformats.org/drawingml/2006/main">
            <a:off x="666750" y="16668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실습 목표</a:t>
            </a:r>
          </a:p>
        </p:txBody>
      </p:sp>
      <p:sp>
        <p:nvSpPr>
          <p:cNvPr id="6" name="practice-goal-text">
            <a:extLst xmlns:a="http://schemas.openxmlformats.org/drawingml/2006/main">
              <a:ext uri="{FF2B5EF4-FFF2-40B4-BE49-F238E27FC236}">
                <a16:creationId xmlns:a16="http://schemas.microsoft.com/office/drawing/2014/main" id="{BD01AD68-BA60-44E7-8F7B-8A11F8C53FF0}"/>
              </a:ext>
            </a:extLst>
          </p:cNvPr>
          <p:cNvSpPr>
            <a:spLocks xmlns:a="http://schemas.openxmlformats.org/drawingml/2006/main" noGrp="1"/>
          </p:cNvSpPr>
          <p:nvPr/>
        </p:nvSpPr>
        <p:spPr>
          <a:xfrm xmlns:a="http://schemas.openxmlformats.org/drawingml/2006/main">
            <a:off x="666750" y="2143125"/>
            <a:ext cx="3714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200" b="1">
                <a:solidFill>
                  <a:srgbClr val="1429A0"/>
                </a:solidFill>
                <a:latin typeface="맑은 고딕"/>
                <a:ea typeface="맑은 고딕"/>
                <a:cs typeface="맑은 고딕"/>
              </a:defRPr>
            </a:pPr>
            <a:r>
              <a:rPr sz="2200" b="1">
                <a:solidFill>
                  <a:srgbClr val="1429A0"/>
                </a:solidFill>
                <a:latin typeface="맑은 고딕"/>
                <a:ea typeface="맑은 고딕"/>
                <a:cs typeface="맑은 고딕"/>
              </a:rPr>
              <a:t>새 Chat을 열어도</a:t>
            </a:r>
          </a:p>
          <a:p xmlns:a="http://schemas.openxmlformats.org/drawingml/2006/main">
            <a:pPr algn="l">
              <a:defRPr sz="2200" b="1">
                <a:solidFill>
                  <a:srgbClr val="1429A0"/>
                </a:solidFill>
                <a:latin typeface="맑은 고딕"/>
                <a:ea typeface="맑은 고딕"/>
                <a:cs typeface="맑은 고딕"/>
              </a:defRPr>
            </a:pPr>
            <a:r>
              <a:rPr sz="2200" b="1">
                <a:solidFill>
                  <a:srgbClr val="1429A0"/>
                </a:solidFill>
                <a:latin typeface="맑은 고딕"/>
                <a:ea typeface="맑은 고딕"/>
                <a:cs typeface="맑은 고딕"/>
              </a:rPr>
              <a:t>공통 파일과 작성 규칙이</a:t>
            </a:r>
          </a:p>
          <a:p xmlns:a="http://schemas.openxmlformats.org/drawingml/2006/main">
            <a:pPr algn="l">
              <a:defRPr sz="2200" b="1">
                <a:solidFill>
                  <a:srgbClr val="1429A0"/>
                </a:solidFill>
                <a:latin typeface="맑은 고딕"/>
                <a:ea typeface="맑은 고딕"/>
                <a:cs typeface="맑은 고딕"/>
              </a:defRPr>
            </a:pPr>
            <a:r>
              <a:rPr sz="2200" b="1">
                <a:solidFill>
                  <a:srgbClr val="1429A0"/>
                </a:solidFill>
                <a:latin typeface="맑은 고딕"/>
                <a:ea typeface="맑은 고딕"/>
                <a:cs typeface="맑은 고딕"/>
              </a:rPr>
              <a:t>재사용되는지 확인</a:t>
            </a:r>
          </a:p>
        </p:txBody>
      </p:sp>
      <p:sp>
        <p:nvSpPr>
          <p:cNvPr id="7" name="practice-check-box">
            <a:extLst xmlns:a="http://schemas.openxmlformats.org/drawingml/2006/main">
              <a:ext uri="{FF2B5EF4-FFF2-40B4-BE49-F238E27FC236}">
                <a16:creationId xmlns:a16="http://schemas.microsoft.com/office/drawing/2014/main" id="{DE57EB55-C0F3-420D-B4DF-0EE977D771C5}"/>
              </a:ext>
            </a:extLst>
          </p:cNvPr>
          <p:cNvSpPr>
            <a:spLocks xmlns:a="http://schemas.openxmlformats.org/drawingml/2006/main" noGrp="1"/>
          </p:cNvSpPr>
          <p:nvPr/>
        </p:nvSpPr>
        <p:spPr>
          <a:xfrm xmlns:a="http://schemas.openxmlformats.org/drawingml/2006/main">
            <a:off x="5238750" y="1428750"/>
            <a:ext cx="3333750" cy="25241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8" name="practice-check-title-fill">
            <a:extLst xmlns:a="http://schemas.openxmlformats.org/drawingml/2006/main">
              <a:ext uri="{FF2B5EF4-FFF2-40B4-BE49-F238E27FC236}">
                <a16:creationId xmlns:a16="http://schemas.microsoft.com/office/drawing/2014/main" id="{ECBD4848-B4AE-4134-AC62-57F89E05AAD8}"/>
              </a:ext>
            </a:extLst>
          </p:cNvPr>
          <p:cNvSpPr>
            <a:spLocks xmlns:a="http://schemas.openxmlformats.org/drawingml/2006/main" noGrp="1"/>
          </p:cNvSpPr>
          <p:nvPr/>
        </p:nvSpPr>
        <p:spPr>
          <a:xfrm xmlns:a="http://schemas.openxmlformats.org/drawingml/2006/main">
            <a:off x="5238750" y="1428750"/>
            <a:ext cx="33337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9" name="practice-check-title">
            <a:extLst xmlns:a="http://schemas.openxmlformats.org/drawingml/2006/main">
              <a:ext uri="{FF2B5EF4-FFF2-40B4-BE49-F238E27FC236}">
                <a16:creationId xmlns:a16="http://schemas.microsoft.com/office/drawing/2014/main" id="{DF7DC154-2B3F-4E8F-A456-22665F99E182}"/>
              </a:ext>
            </a:extLst>
          </p:cNvPr>
          <p:cNvSpPr>
            <a:spLocks xmlns:a="http://schemas.openxmlformats.org/drawingml/2006/main" noGrp="1"/>
          </p:cNvSpPr>
          <p:nvPr/>
        </p:nvSpPr>
        <p:spPr>
          <a:xfrm xmlns:a="http://schemas.openxmlformats.org/drawingml/2006/main">
            <a:off x="5295900" y="1447800"/>
            <a:ext cx="321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준비 및 규칙</a:t>
            </a:r>
          </a:p>
        </p:txBody>
      </p:sp>
      <p:sp>
        <p:nvSpPr>
          <p:cNvPr id="10" name="practice-check-body">
            <a:extLst xmlns:a="http://schemas.openxmlformats.org/drawingml/2006/main">
              <a:ext uri="{FF2B5EF4-FFF2-40B4-BE49-F238E27FC236}">
                <a16:creationId xmlns:a16="http://schemas.microsoft.com/office/drawing/2014/main" id="{C02B369E-81BE-48F4-98D1-F0B35768DFA7}"/>
              </a:ext>
            </a:extLst>
          </p:cNvPr>
          <p:cNvSpPr>
            <a:spLocks xmlns:a="http://schemas.openxmlformats.org/drawingml/2006/main" noGrp="1"/>
          </p:cNvSpPr>
          <p:nvPr/>
        </p:nvSpPr>
        <p:spPr>
          <a:xfrm xmlns:a="http://schemas.openxmlformats.org/drawingml/2006/main">
            <a:off x="5334000" y="1828800"/>
            <a:ext cx="3143250" cy="2066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1. 제공된 quality_issue.md 사용</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2. 개인 Free/Plus 계정으로 진행</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3. 실제 회사 자료 입력 금지</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4. 총 실습시간 약 13분</a:t>
            </a:r>
          </a:p>
        </p:txBody>
      </p:sp>
    </p:spTree>
    <p:extLst>
      <p:ext uri="{BB962C8B-B14F-4D97-AF65-F5344CB8AC3E}">
        <p14:creationId xmlns:p14="http://schemas.microsoft.com/office/powerpoint/2010/main" val="201048634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1" name="content-title">
            <a:extLst xmlns:a="http://schemas.openxmlformats.org/drawingml/2006/main">
              <a:ext uri="{FF2B5EF4-FFF2-40B4-BE49-F238E27FC236}">
                <a16:creationId xmlns:a16="http://schemas.microsoft.com/office/drawing/2014/main" id="{CEDC42A4-B24B-4EF4-B9C2-A5C7AE91C6D9}"/>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Project Context 설정</a:t>
            </a:r>
          </a:p>
        </p:txBody>
      </p:sp>
      <p:sp>
        <p:nvSpPr>
          <p:cNvPr id="2" name="content-message">
            <a:extLst xmlns:a="http://schemas.openxmlformats.org/drawingml/2006/main">
              <a:ext uri="{FF2B5EF4-FFF2-40B4-BE49-F238E27FC236}">
                <a16:creationId xmlns:a16="http://schemas.microsoft.com/office/drawing/2014/main" id="{5A439522-9AF5-4140-AD04-57F797A1BC93}"/>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자료와 답변 구조를 Project에 고정한다</a:t>
            </a:r>
          </a:p>
        </p:txBody>
      </p:sp>
      <p:sp>
        <p:nvSpPr>
          <p:cNvPr id="3" name="footer-source-report">
            <a:extLst xmlns:a="http://schemas.openxmlformats.org/drawingml/2006/main">
              <a:ext uri="{FF2B5EF4-FFF2-40B4-BE49-F238E27FC236}">
                <a16:creationId xmlns:a16="http://schemas.microsoft.com/office/drawing/2014/main" id="{13D70BC6-41EA-4135-A48C-133044A7F77D}"/>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section-rule-42-135">
            <a:extLst xmlns:a="http://schemas.openxmlformats.org/drawingml/2006/main">
              <a:ext uri="{FF2B5EF4-FFF2-40B4-BE49-F238E27FC236}">
                <a16:creationId xmlns:a16="http://schemas.microsoft.com/office/drawing/2014/main" id="{7698A4AA-8F12-4340-8349-7FFC912BE325}"/>
              </a:ext>
            </a:extLst>
          </p:cNvPr>
          <p:cNvSpPr>
            <a:spLocks xmlns:a="http://schemas.openxmlformats.org/drawingml/2006/main" noGrp="1"/>
          </p:cNvSpPr>
          <p:nvPr/>
        </p:nvSpPr>
        <p:spPr>
          <a:xfrm xmlns:a="http://schemas.openxmlformats.org/drawingml/2006/main">
            <a:off x="400050" y="1552575"/>
            <a:ext cx="2762250" cy="19050"/>
          </a:xfrm>
          <a:prstGeom xmlns:a="http://schemas.openxmlformats.org/drawingml/2006/main" prst="rect">
            <a:avLst/>
          </a:prstGeom>
          <a:solidFill xmlns:a="http://schemas.openxmlformats.org/drawingml/2006/main">
            <a:srgbClr val="0000FF"/>
          </a:solidFill>
          <a:ln xmlns:a="http://schemas.openxmlformats.org/drawingml/2006/main" w="0">
            <a:noFill/>
            <a:prstDash val="solid"/>
          </a:ln>
        </p:spPr>
      </p:sp>
      <p:sp>
        <p:nvSpPr>
          <p:cNvPr id="5" name="section-label-42-135">
            <a:extLst xmlns:a="http://schemas.openxmlformats.org/drawingml/2006/main">
              <a:ext uri="{FF2B5EF4-FFF2-40B4-BE49-F238E27FC236}">
                <a16:creationId xmlns:a16="http://schemas.microsoft.com/office/drawing/2014/main" id="{45F80EA8-EDD5-4940-8C90-0EA85B5A2FFE}"/>
              </a:ext>
            </a:extLst>
          </p:cNvPr>
          <p:cNvSpPr>
            <a:spLocks xmlns:a="http://schemas.openxmlformats.org/drawingml/2006/main" noGrp="1"/>
          </p:cNvSpPr>
          <p:nvPr/>
        </p:nvSpPr>
        <p:spPr>
          <a:xfrm xmlns:a="http://schemas.openxmlformats.org/drawingml/2006/main">
            <a:off x="400050" y="1285875"/>
            <a:ext cx="276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진행 순서</a:t>
            </a:r>
          </a:p>
        </p:txBody>
      </p:sp>
      <p:sp>
        <p:nvSpPr>
          <p:cNvPr id="6" name="practice-steps">
            <a:extLst xmlns:a="http://schemas.openxmlformats.org/drawingml/2006/main">
              <a:ext uri="{FF2B5EF4-FFF2-40B4-BE49-F238E27FC236}">
                <a16:creationId xmlns:a16="http://schemas.microsoft.com/office/drawing/2014/main" id="{C1431BC2-EF8D-43D5-9212-396F2A0800AA}"/>
              </a:ext>
            </a:extLst>
          </p:cNvPr>
          <p:cNvSpPr>
            <a:spLocks xmlns:a="http://schemas.openxmlformats.org/drawingml/2006/main" noGrp="1"/>
          </p:cNvSpPr>
          <p:nvPr/>
        </p:nvSpPr>
        <p:spPr>
          <a:xfrm xmlns:a="http://schemas.openxmlformats.org/drawingml/2006/main">
            <a:off x="428625" y="1666875"/>
            <a:ext cx="2857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1. 새 Project 생성</a:t>
            </a:r>
          </a:p>
          <a:p xmlns:a="http://schemas.openxmlformats.org/drawingml/2006/main">
            <a:r>
              <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2. quality_issue.md 업로드</a:t>
            </a:r>
          </a:p>
          <a:p xmlns:a="http://schemas.openxmlformats.org/drawingml/2006/main">
            <a:r>
              <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3. Project Instructions 입력</a:t>
            </a:r>
          </a:p>
          <a:p xmlns:a="http://schemas.openxmlformats.org/drawingml/2006/main">
            <a:r>
              <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4. 첫 Chat에서 가설 3개 요청</a:t>
            </a:r>
          </a:p>
        </p:txBody>
      </p:sp>
      <p:sp>
        <p:nvSpPr>
          <p:cNvPr id="7" name="section-rule-390-135">
            <a:extLst xmlns:a="http://schemas.openxmlformats.org/drawingml/2006/main">
              <a:ext uri="{FF2B5EF4-FFF2-40B4-BE49-F238E27FC236}">
                <a16:creationId xmlns:a16="http://schemas.microsoft.com/office/drawing/2014/main" id="{0F13AA8B-93A4-432F-AE86-9425B16780B1}"/>
              </a:ext>
            </a:extLst>
          </p:cNvPr>
          <p:cNvSpPr>
            <a:spLocks xmlns:a="http://schemas.openxmlformats.org/drawingml/2006/main" noGrp="1"/>
          </p:cNvSpPr>
          <p:nvPr/>
        </p:nvSpPr>
        <p:spPr>
          <a:xfrm xmlns:a="http://schemas.openxmlformats.org/drawingml/2006/main">
            <a:off x="3714750" y="1552575"/>
            <a:ext cx="5000625" cy="19050"/>
          </a:xfrm>
          <a:prstGeom xmlns:a="http://schemas.openxmlformats.org/drawingml/2006/main" prst="rect">
            <a:avLst/>
          </a:prstGeom>
          <a:solidFill xmlns:a="http://schemas.openxmlformats.org/drawingml/2006/main">
            <a:srgbClr val="0000FF"/>
          </a:solidFill>
          <a:ln xmlns:a="http://schemas.openxmlformats.org/drawingml/2006/main" w="0">
            <a:noFill/>
            <a:prstDash val="solid"/>
          </a:ln>
        </p:spPr>
      </p:sp>
      <p:sp>
        <p:nvSpPr>
          <p:cNvPr id="8" name="section-label-390-135">
            <a:extLst xmlns:a="http://schemas.openxmlformats.org/drawingml/2006/main">
              <a:ext uri="{FF2B5EF4-FFF2-40B4-BE49-F238E27FC236}">
                <a16:creationId xmlns:a16="http://schemas.microsoft.com/office/drawing/2014/main" id="{953117F5-7199-40D6-BC89-960A0920FE6E}"/>
              </a:ext>
            </a:extLst>
          </p:cNvPr>
          <p:cNvSpPr>
            <a:spLocks xmlns:a="http://schemas.openxmlformats.org/drawingml/2006/main" noGrp="1"/>
          </p:cNvSpPr>
          <p:nvPr/>
        </p:nvSpPr>
        <p:spPr>
          <a:xfrm xmlns:a="http://schemas.openxmlformats.org/drawingml/2006/main">
            <a:off x="3714750" y="1285875"/>
            <a:ext cx="5000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Project Instructions — 그대로 복사</a:t>
            </a:r>
          </a:p>
        </p:txBody>
      </p:sp>
      <p:sp>
        <p:nvSpPr>
          <p:cNvPr id="9" name="instruction-code">
            <a:extLst xmlns:a="http://schemas.openxmlformats.org/drawingml/2006/main">
              <a:ext uri="{FF2B5EF4-FFF2-40B4-BE49-F238E27FC236}">
                <a16:creationId xmlns:a16="http://schemas.microsoft.com/office/drawing/2014/main" id="{7736F8C1-6BCB-44AA-B76D-7ABD28B33572}"/>
              </a:ext>
            </a:extLst>
          </p:cNvPr>
          <p:cNvSpPr>
            <a:spLocks xmlns:a="http://schemas.openxmlformats.org/drawingml/2006/main" noGrp="1"/>
          </p:cNvSpPr>
          <p:nvPr/>
        </p:nvSpPr>
        <p:spPr>
          <a:xfrm xmlns:a="http://schemas.openxmlformats.org/drawingml/2006/main">
            <a:off x="3714750" y="1666875"/>
            <a:ext cx="5000625" cy="2333625"/>
          </a:xfrm>
          <a:prstGeom xmlns:a="http://schemas.openxmlformats.org/drawingml/2006/main" prst="roundRect">
            <a:avLst>
              <a:gd name="adj" fmla="val 2449"/>
            </a:avLst>
          </a:prstGeom>
          <a:noFill xmlns:a="http://schemas.openxmlformats.org/drawingml/2006/main"/>
          <a:ln xmlns:a="http://schemas.openxmlformats.org/drawingml/2006/main" w="9525">
            <a:solidFill>
              <a:srgbClr val="898989"/>
            </a:solidFill>
            <a:prstDash val="solid"/>
          </a:ln>
        </p:spPr>
      </p:sp>
      <p:sp>
        <p:nvSpPr>
          <p:cNvPr id="10" name="instruction-text">
            <a:extLst xmlns:a="http://schemas.openxmlformats.org/drawingml/2006/main">
              <a:ext uri="{FF2B5EF4-FFF2-40B4-BE49-F238E27FC236}">
                <a16:creationId xmlns:a16="http://schemas.microsoft.com/office/drawing/2014/main" id="{1FC76C40-07E4-4A3B-95E0-F1511C333AEB}"/>
              </a:ext>
            </a:extLst>
          </p:cNvPr>
          <p:cNvSpPr>
            <a:spLocks xmlns:a="http://schemas.openxmlformats.org/drawingml/2006/main" noGrp="1"/>
          </p:cNvSpPr>
          <p:nvPr/>
        </p:nvSpPr>
        <p:spPr>
          <a:xfrm xmlns:a="http://schemas.openxmlformats.org/drawingml/2006/main">
            <a:off x="3905250" y="1809750"/>
            <a:ext cx="46196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당신은 품질개선 프로젝트의 분석 파트너다.</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답변은 항상</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결론 → 근거 → 아직 모르는 것 → 다음 Action</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순서로 작성한다.</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근거가 부족하면 인과관계로 단정하지 않는다.</a:t>
            </a:r>
          </a:p>
        </p:txBody>
      </p:sp>
    </p:spTree>
    <p:extLst>
      <p:ext uri="{BB962C8B-B14F-4D97-AF65-F5344CB8AC3E}">
        <p14:creationId xmlns:p14="http://schemas.microsoft.com/office/powerpoint/2010/main" val="88273599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content-title">
            <a:extLst xmlns:a="http://schemas.openxmlformats.org/drawingml/2006/main">
              <a:ext uri="{FF2B5EF4-FFF2-40B4-BE49-F238E27FC236}">
                <a16:creationId xmlns:a16="http://schemas.microsoft.com/office/drawing/2014/main" id="{2C2AFE8C-B010-4D0B-B687-BF6B6865EA19}"/>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새 Chat에서도 Context 재사용하기</a:t>
            </a:r>
          </a:p>
        </p:txBody>
      </p:sp>
      <p:sp>
        <p:nvSpPr>
          <p:cNvPr id="2" name="content-message">
            <a:extLst xmlns:a="http://schemas.openxmlformats.org/drawingml/2006/main">
              <a:ext uri="{FF2B5EF4-FFF2-40B4-BE49-F238E27FC236}">
                <a16:creationId xmlns:a16="http://schemas.microsoft.com/office/drawing/2014/main" id="{E1F49FEB-732F-4839-B9D6-7460E077EE65}"/>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파일과 규칙을 다시 입력하지 않아도 된다</a:t>
            </a:r>
          </a:p>
        </p:txBody>
      </p:sp>
      <p:sp>
        <p:nvSpPr>
          <p:cNvPr id="3" name="footer-source-report">
            <a:extLst xmlns:a="http://schemas.openxmlformats.org/drawingml/2006/main">
              <a:ext uri="{FF2B5EF4-FFF2-40B4-BE49-F238E27FC236}">
                <a16:creationId xmlns:a16="http://schemas.microsoft.com/office/drawing/2014/main" id="{C0F448EE-34DB-438E-A5B4-E9AA8A1896EC}"/>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left-panel-box">
            <a:extLst xmlns:a="http://schemas.openxmlformats.org/drawingml/2006/main">
              <a:ext uri="{FF2B5EF4-FFF2-40B4-BE49-F238E27FC236}">
                <a16:creationId xmlns:a16="http://schemas.microsoft.com/office/drawing/2014/main" id="{2E17C768-913F-4D02-8205-13B3FCC0E698}"/>
              </a:ext>
            </a:extLst>
          </p:cNvPr>
          <p:cNvSpPr>
            <a:spLocks xmlns:a="http://schemas.openxmlformats.org/drawingml/2006/main" noGrp="1"/>
          </p:cNvSpPr>
          <p:nvPr/>
        </p:nvSpPr>
        <p:spPr>
          <a:xfrm xmlns:a="http://schemas.openxmlformats.org/drawingml/2006/main">
            <a:off x="400050" y="1381125"/>
            <a:ext cx="3905250" cy="25241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left-panel-title-fill">
            <a:extLst xmlns:a="http://schemas.openxmlformats.org/drawingml/2006/main">
              <a:ext uri="{FF2B5EF4-FFF2-40B4-BE49-F238E27FC236}">
                <a16:creationId xmlns:a16="http://schemas.microsoft.com/office/drawing/2014/main" id="{E625B914-A127-4420-9D93-49FFD7783767}"/>
              </a:ext>
            </a:extLst>
          </p:cNvPr>
          <p:cNvSpPr>
            <a:spLocks xmlns:a="http://schemas.openxmlformats.org/drawingml/2006/main" noGrp="1"/>
          </p:cNvSpPr>
          <p:nvPr/>
        </p:nvSpPr>
        <p:spPr>
          <a:xfrm xmlns:a="http://schemas.openxmlformats.org/drawingml/2006/main">
            <a:off x="40005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left-panel-title">
            <a:extLst xmlns:a="http://schemas.openxmlformats.org/drawingml/2006/main">
              <a:ext uri="{FF2B5EF4-FFF2-40B4-BE49-F238E27FC236}">
                <a16:creationId xmlns:a16="http://schemas.microsoft.com/office/drawing/2014/main" id="{C6139584-46CE-4B95-BAB3-159EE55161D4}"/>
              </a:ext>
            </a:extLst>
          </p:cNvPr>
          <p:cNvSpPr>
            <a:spLocks xmlns:a="http://schemas.openxmlformats.org/drawingml/2006/main" noGrp="1"/>
          </p:cNvSpPr>
          <p:nvPr/>
        </p:nvSpPr>
        <p:spPr>
          <a:xfrm xmlns:a="http://schemas.openxmlformats.org/drawingml/2006/main">
            <a:off x="45720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첫 번째 Chat</a:t>
            </a:r>
          </a:p>
        </p:txBody>
      </p:sp>
      <p:sp>
        <p:nvSpPr>
          <p:cNvPr id="7" name="left-panel-body">
            <a:extLst xmlns:a="http://schemas.openxmlformats.org/drawingml/2006/main">
              <a:ext uri="{FF2B5EF4-FFF2-40B4-BE49-F238E27FC236}">
                <a16:creationId xmlns:a16="http://schemas.microsoft.com/office/drawing/2014/main" id="{0EADC966-9F5A-4041-A8CF-8D7D0E8DCB6B}"/>
              </a:ext>
            </a:extLst>
          </p:cNvPr>
          <p:cNvSpPr>
            <a:spLocks xmlns:a="http://schemas.openxmlformats.org/drawingml/2006/main" noGrp="1"/>
          </p:cNvSpPr>
          <p:nvPr/>
        </p:nvSpPr>
        <p:spPr>
          <a:xfrm xmlns:a="http://schemas.openxmlformats.org/drawingml/2006/main">
            <a:off x="495300" y="1781175"/>
            <a:ext cx="3714750" cy="2066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첨부자료를 바탕으로 우선 검증해야 할 가설 3개를 정하고, 왜 그 순서인지 설명해줘.</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확인: 인과관계를 단정하지 않는가?</a:t>
            </a:r>
          </a:p>
        </p:txBody>
      </p:sp>
      <p:sp>
        <p:nvSpPr>
          <p:cNvPr id="8" name="right-panel-box">
            <a:extLst xmlns:a="http://schemas.openxmlformats.org/drawingml/2006/main">
              <a:ext uri="{FF2B5EF4-FFF2-40B4-BE49-F238E27FC236}">
                <a16:creationId xmlns:a16="http://schemas.microsoft.com/office/drawing/2014/main" id="{B91DEB26-1790-4396-9653-890E58FC2273}"/>
              </a:ext>
            </a:extLst>
          </p:cNvPr>
          <p:cNvSpPr>
            <a:spLocks xmlns:a="http://schemas.openxmlformats.org/drawingml/2006/main" noGrp="1"/>
          </p:cNvSpPr>
          <p:nvPr/>
        </p:nvSpPr>
        <p:spPr>
          <a:xfrm xmlns:a="http://schemas.openxmlformats.org/drawingml/2006/main">
            <a:off x="4686300" y="1381125"/>
            <a:ext cx="3905250" cy="25241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right-panel-title-fill">
            <a:extLst xmlns:a="http://schemas.openxmlformats.org/drawingml/2006/main">
              <a:ext uri="{FF2B5EF4-FFF2-40B4-BE49-F238E27FC236}">
                <a16:creationId xmlns:a16="http://schemas.microsoft.com/office/drawing/2014/main" id="{3DC2BE9D-D055-4437-A4C2-17AFA8724DA2}"/>
              </a:ext>
            </a:extLst>
          </p:cNvPr>
          <p:cNvSpPr>
            <a:spLocks xmlns:a="http://schemas.openxmlformats.org/drawingml/2006/main" noGrp="1"/>
          </p:cNvSpPr>
          <p:nvPr/>
        </p:nvSpPr>
        <p:spPr>
          <a:xfrm xmlns:a="http://schemas.openxmlformats.org/drawingml/2006/main">
            <a:off x="468630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right-panel-title">
            <a:extLst xmlns:a="http://schemas.openxmlformats.org/drawingml/2006/main">
              <a:ext uri="{FF2B5EF4-FFF2-40B4-BE49-F238E27FC236}">
                <a16:creationId xmlns:a16="http://schemas.microsoft.com/office/drawing/2014/main" id="{CC699838-981B-4666-BF69-759C1351E4E2}"/>
              </a:ext>
            </a:extLst>
          </p:cNvPr>
          <p:cNvSpPr>
            <a:spLocks xmlns:a="http://schemas.openxmlformats.org/drawingml/2006/main" noGrp="1"/>
          </p:cNvSpPr>
          <p:nvPr/>
        </p:nvSpPr>
        <p:spPr>
          <a:xfrm xmlns:a="http://schemas.openxmlformats.org/drawingml/2006/main">
            <a:off x="474345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같은 Project의 새 Chat</a:t>
            </a:r>
          </a:p>
        </p:txBody>
      </p:sp>
      <p:sp>
        <p:nvSpPr>
          <p:cNvPr id="11" name="right-panel-body">
            <a:extLst xmlns:a="http://schemas.openxmlformats.org/drawingml/2006/main">
              <a:ext uri="{FF2B5EF4-FFF2-40B4-BE49-F238E27FC236}">
                <a16:creationId xmlns:a16="http://schemas.microsoft.com/office/drawing/2014/main" id="{BE24843F-DD97-4122-8A32-D5371831947B}"/>
              </a:ext>
            </a:extLst>
          </p:cNvPr>
          <p:cNvSpPr>
            <a:spLocks xmlns:a="http://schemas.openxmlformats.org/drawingml/2006/main" noGrp="1"/>
          </p:cNvSpPr>
          <p:nvPr/>
        </p:nvSpPr>
        <p:spPr>
          <a:xfrm xmlns:a="http://schemas.openxmlformats.org/drawingml/2006/main">
            <a:off x="4781550" y="1781175"/>
            <a:ext cx="3714750" cy="2066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이 문제를 팀장에게 1분 안에 설명해야 한다. Project의 작성 규칙에 맞춰 보고용 문장을 작성해줘.</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확인: 공통 작성 순서가 유지되는가?</a:t>
            </a:r>
          </a:p>
        </p:txBody>
      </p:sp>
      <p:sp>
        <p:nvSpPr>
          <p:cNvPr id="12" name="no-repeat">
            <a:extLst xmlns:a="http://schemas.openxmlformats.org/drawingml/2006/main">
              <a:ext uri="{FF2B5EF4-FFF2-40B4-BE49-F238E27FC236}">
                <a16:creationId xmlns:a16="http://schemas.microsoft.com/office/drawing/2014/main" id="{F0A63B0C-E274-48EE-94C8-8C9D67E6797B}"/>
              </a:ext>
            </a:extLst>
          </p:cNvPr>
          <p:cNvSpPr>
            <a:spLocks xmlns:a="http://schemas.openxmlformats.org/drawingml/2006/main" noGrp="1"/>
          </p:cNvSpPr>
          <p:nvPr/>
        </p:nvSpPr>
        <p:spPr>
          <a:xfrm xmlns:a="http://schemas.openxmlformats.org/drawingml/2006/main">
            <a:off x="2000250" y="40957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700" b="1">
                <a:solidFill>
                  <a:srgbClr val="1429A0"/>
                </a:solidFill>
                <a:latin typeface="맑은 고딕"/>
                <a:ea typeface="맑은 고딕"/>
                <a:cs typeface="맑은 고딕"/>
              </a:defRPr>
            </a:pPr>
            <a:r>
              <a:rPr sz="1700" b="1">
                <a:solidFill>
                  <a:srgbClr val="1429A0"/>
                </a:solidFill>
                <a:latin typeface="맑은 고딕"/>
                <a:ea typeface="맑은 고딕"/>
                <a:cs typeface="맑은 고딕"/>
              </a:rPr>
              <a:t>파일 재업로드 없음  ·  형식 규칙 재입력 없음</a:t>
            </a:r>
          </a:p>
        </p:txBody>
      </p:sp>
    </p:spTree>
    <p:extLst>
      <p:ext uri="{BB962C8B-B14F-4D97-AF65-F5344CB8AC3E}">
        <p14:creationId xmlns:p14="http://schemas.microsoft.com/office/powerpoint/2010/main" val="88273599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content-title">
            <a:extLst xmlns:a="http://schemas.openxmlformats.org/drawingml/2006/main">
              <a:ext uri="{FF2B5EF4-FFF2-40B4-BE49-F238E27FC236}">
                <a16:creationId xmlns:a16="http://schemas.microsoft.com/office/drawing/2014/main" id="{E3D09A04-ECA7-4BEF-BA9E-4E6E4DFBE73F}"/>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방금 무엇이 달라졌는가</a:t>
            </a:r>
          </a:p>
        </p:txBody>
      </p:sp>
      <p:sp>
        <p:nvSpPr>
          <p:cNvPr id="2" name="content-message">
            <a:extLst xmlns:a="http://schemas.openxmlformats.org/drawingml/2006/main">
              <a:ext uri="{FF2B5EF4-FFF2-40B4-BE49-F238E27FC236}">
                <a16:creationId xmlns:a16="http://schemas.microsoft.com/office/drawing/2014/main" id="{95DA9162-A894-4FAE-9FA1-DAE6308AD727}"/>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긴 Prompt보다 재사용 가능한 Context 공간이 중요하다</a:t>
            </a:r>
          </a:p>
        </p:txBody>
      </p:sp>
      <p:sp>
        <p:nvSpPr>
          <p:cNvPr id="3" name="footer-source-report">
            <a:extLst xmlns:a="http://schemas.openxmlformats.org/drawingml/2006/main">
              <a:ext uri="{FF2B5EF4-FFF2-40B4-BE49-F238E27FC236}">
                <a16:creationId xmlns:a16="http://schemas.microsoft.com/office/drawing/2014/main" id="{5ECDB59F-A288-408C-A17D-8CF4D6CA496B}"/>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left-panel-box">
            <a:extLst xmlns:a="http://schemas.openxmlformats.org/drawingml/2006/main">
              <a:ext uri="{FF2B5EF4-FFF2-40B4-BE49-F238E27FC236}">
                <a16:creationId xmlns:a16="http://schemas.microsoft.com/office/drawing/2014/main" id="{FFE59B51-8AB7-4F7C-B455-FE71263E9AC2}"/>
              </a:ext>
            </a:extLst>
          </p:cNvPr>
          <p:cNvSpPr>
            <a:spLocks xmlns:a="http://schemas.openxmlformats.org/drawingml/2006/main" noGrp="1"/>
          </p:cNvSpPr>
          <p:nvPr/>
        </p:nvSpPr>
        <p:spPr>
          <a:xfrm xmlns:a="http://schemas.openxmlformats.org/drawingml/2006/main">
            <a:off x="400050" y="1381125"/>
            <a:ext cx="3905250" cy="261937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left-panel-title-fill">
            <a:extLst xmlns:a="http://schemas.openxmlformats.org/drawingml/2006/main">
              <a:ext uri="{FF2B5EF4-FFF2-40B4-BE49-F238E27FC236}">
                <a16:creationId xmlns:a16="http://schemas.microsoft.com/office/drawing/2014/main" id="{7B172FD4-645D-44A8-8D59-6E06E2591530}"/>
              </a:ext>
            </a:extLst>
          </p:cNvPr>
          <p:cNvSpPr>
            <a:spLocks xmlns:a="http://schemas.openxmlformats.org/drawingml/2006/main" noGrp="1"/>
          </p:cNvSpPr>
          <p:nvPr/>
        </p:nvSpPr>
        <p:spPr>
          <a:xfrm xmlns:a="http://schemas.openxmlformats.org/drawingml/2006/main">
            <a:off x="40005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left-panel-title">
            <a:extLst xmlns:a="http://schemas.openxmlformats.org/drawingml/2006/main">
              <a:ext uri="{FF2B5EF4-FFF2-40B4-BE49-F238E27FC236}">
                <a16:creationId xmlns:a16="http://schemas.microsoft.com/office/drawing/2014/main" id="{5D7A4057-5024-4583-BE81-80F3D5149CEB}"/>
              </a:ext>
            </a:extLst>
          </p:cNvPr>
          <p:cNvSpPr>
            <a:spLocks xmlns:a="http://schemas.openxmlformats.org/drawingml/2006/main" noGrp="1"/>
          </p:cNvSpPr>
          <p:nvPr/>
        </p:nvSpPr>
        <p:spPr>
          <a:xfrm xmlns:a="http://schemas.openxmlformats.org/drawingml/2006/main">
            <a:off x="45720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다시 입력하지 않은 것</a:t>
            </a:r>
          </a:p>
        </p:txBody>
      </p:sp>
      <p:sp>
        <p:nvSpPr>
          <p:cNvPr id="7" name="left-panel-body">
            <a:extLst xmlns:a="http://schemas.openxmlformats.org/drawingml/2006/main">
              <a:ext uri="{FF2B5EF4-FFF2-40B4-BE49-F238E27FC236}">
                <a16:creationId xmlns:a16="http://schemas.microsoft.com/office/drawing/2014/main" id="{643FA8DE-B80D-4BBE-9D0E-ED5F58D2D648}"/>
              </a:ext>
            </a:extLst>
          </p:cNvPr>
          <p:cNvSpPr>
            <a:spLocks xmlns:a="http://schemas.openxmlformats.org/drawingml/2006/main" noGrp="1"/>
          </p:cNvSpPr>
          <p:nvPr/>
        </p:nvSpPr>
        <p:spPr>
          <a:xfrm xmlns:a="http://schemas.openxmlformats.org/drawingml/2006/main">
            <a:off x="495300" y="1781175"/>
            <a:ext cx="3714750" cy="2162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quality_issue.md</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답변 작성 순서</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인과관계 단정 금지 원칙</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품질개선 업무 배경</a:t>
            </a:r>
          </a:p>
        </p:txBody>
      </p:sp>
      <p:sp>
        <p:nvSpPr>
          <p:cNvPr id="8" name="right-panel-box">
            <a:extLst xmlns:a="http://schemas.openxmlformats.org/drawingml/2006/main">
              <a:ext uri="{FF2B5EF4-FFF2-40B4-BE49-F238E27FC236}">
                <a16:creationId xmlns:a16="http://schemas.microsoft.com/office/drawing/2014/main" id="{F9F127F7-1D30-4FF0-8457-8FB67AFC9C61}"/>
              </a:ext>
            </a:extLst>
          </p:cNvPr>
          <p:cNvSpPr>
            <a:spLocks xmlns:a="http://schemas.openxmlformats.org/drawingml/2006/main" noGrp="1"/>
          </p:cNvSpPr>
          <p:nvPr/>
        </p:nvSpPr>
        <p:spPr>
          <a:xfrm xmlns:a="http://schemas.openxmlformats.org/drawingml/2006/main">
            <a:off x="4686300" y="1381125"/>
            <a:ext cx="3905250" cy="261937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right-panel-title-fill">
            <a:extLst xmlns:a="http://schemas.openxmlformats.org/drawingml/2006/main">
              <a:ext uri="{FF2B5EF4-FFF2-40B4-BE49-F238E27FC236}">
                <a16:creationId xmlns:a16="http://schemas.microsoft.com/office/drawing/2014/main" id="{0191F491-EDF4-4ED7-A53D-C9A686FE8DD7}"/>
              </a:ext>
            </a:extLst>
          </p:cNvPr>
          <p:cNvSpPr>
            <a:spLocks xmlns:a="http://schemas.openxmlformats.org/drawingml/2006/main" noGrp="1"/>
          </p:cNvSpPr>
          <p:nvPr/>
        </p:nvSpPr>
        <p:spPr>
          <a:xfrm xmlns:a="http://schemas.openxmlformats.org/drawingml/2006/main">
            <a:off x="468630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right-panel-title">
            <a:extLst xmlns:a="http://schemas.openxmlformats.org/drawingml/2006/main">
              <a:ext uri="{FF2B5EF4-FFF2-40B4-BE49-F238E27FC236}">
                <a16:creationId xmlns:a16="http://schemas.microsoft.com/office/drawing/2014/main" id="{C842C877-B199-4738-BDEB-DE1D591A433B}"/>
              </a:ext>
            </a:extLst>
          </p:cNvPr>
          <p:cNvSpPr>
            <a:spLocks xmlns:a="http://schemas.openxmlformats.org/drawingml/2006/main" noGrp="1"/>
          </p:cNvSpPr>
          <p:nvPr/>
        </p:nvSpPr>
        <p:spPr>
          <a:xfrm xmlns:a="http://schemas.openxmlformats.org/drawingml/2006/main">
            <a:off x="474345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이번 Chat에서 바꾼 것</a:t>
            </a:r>
          </a:p>
        </p:txBody>
      </p:sp>
      <p:sp>
        <p:nvSpPr>
          <p:cNvPr id="11" name="right-panel-body">
            <a:extLst xmlns:a="http://schemas.openxmlformats.org/drawingml/2006/main">
              <a:ext uri="{FF2B5EF4-FFF2-40B4-BE49-F238E27FC236}">
                <a16:creationId xmlns:a16="http://schemas.microsoft.com/office/drawing/2014/main" id="{A8EA4F19-6432-4224-9C0A-A9071C741929}"/>
              </a:ext>
            </a:extLst>
          </p:cNvPr>
          <p:cNvSpPr>
            <a:spLocks xmlns:a="http://schemas.openxmlformats.org/drawingml/2006/main" noGrp="1"/>
          </p:cNvSpPr>
          <p:nvPr/>
        </p:nvSpPr>
        <p:spPr>
          <a:xfrm xmlns:a="http://schemas.openxmlformats.org/drawingml/2006/main">
            <a:off x="4781550" y="1781175"/>
            <a:ext cx="3714750" cy="2162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독자: 분석자 → 팀장</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목적: 가설 선정 → 1분 보고</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질문의 초점</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요구한 출력 길이</a:t>
            </a:r>
          </a:p>
        </p:txBody>
      </p:sp>
      <p:sp>
        <p:nvSpPr>
          <p:cNvPr id="12" name="debrief-line">
            <a:extLst xmlns:a="http://schemas.openxmlformats.org/drawingml/2006/main">
              <a:ext uri="{FF2B5EF4-FFF2-40B4-BE49-F238E27FC236}">
                <a16:creationId xmlns:a16="http://schemas.microsoft.com/office/drawing/2014/main" id="{2CD88AB4-5C90-45B8-9726-4A1519746443}"/>
              </a:ext>
            </a:extLst>
          </p:cNvPr>
          <p:cNvSpPr>
            <a:spLocks xmlns:a="http://schemas.openxmlformats.org/drawingml/2006/main" noGrp="1"/>
          </p:cNvSpPr>
          <p:nvPr/>
        </p:nvSpPr>
        <p:spPr>
          <a:xfrm xmlns:a="http://schemas.openxmlformats.org/drawingml/2006/main">
            <a:off x="1047750" y="4171950"/>
            <a:ext cx="704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성공 기준: 완벽한 기억이 아니라 공통 Context와 Instructions의 재사용</a:t>
            </a:r>
          </a:p>
        </p:txBody>
      </p:sp>
    </p:spTree>
    <p:extLst>
      <p:ext uri="{BB962C8B-B14F-4D97-AF65-F5344CB8AC3E}">
        <p14:creationId xmlns:p14="http://schemas.microsoft.com/office/powerpoint/2010/main" val="252883448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content-title">
            <a:extLst xmlns:a="http://schemas.openxmlformats.org/drawingml/2006/main">
              <a:ext uri="{FF2B5EF4-FFF2-40B4-BE49-F238E27FC236}">
                <a16:creationId xmlns:a16="http://schemas.microsoft.com/office/drawing/2014/main" id="{EAD1858F-0DFA-400B-9629-BABD35C3BC65}"/>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Library는 무엇을 저장하는가</a:t>
            </a:r>
          </a:p>
        </p:txBody>
      </p:sp>
      <p:sp>
        <p:nvSpPr>
          <p:cNvPr id="2" name="content-message">
            <a:extLst xmlns:a="http://schemas.openxmlformats.org/drawingml/2006/main">
              <a:ext uri="{FF2B5EF4-FFF2-40B4-BE49-F238E27FC236}">
                <a16:creationId xmlns:a16="http://schemas.microsoft.com/office/drawing/2014/main" id="{13D92795-1268-448E-B6FE-D0C25E945D20}"/>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사용했던 파일도 재사용 가능한 AI 자산이 된다</a:t>
            </a:r>
          </a:p>
        </p:txBody>
      </p:sp>
      <p:sp>
        <p:nvSpPr>
          <p:cNvPr id="3" name="footer-source-report">
            <a:extLst xmlns:a="http://schemas.openxmlformats.org/drawingml/2006/main">
              <a:ext uri="{FF2B5EF4-FFF2-40B4-BE49-F238E27FC236}">
                <a16:creationId xmlns:a16="http://schemas.microsoft.com/office/drawing/2014/main" id="{1CE1CF2E-2766-41C3-8C1C-909D76CA7DF2}"/>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flow-0-box">
            <a:extLst xmlns:a="http://schemas.openxmlformats.org/drawingml/2006/main">
              <a:ext uri="{FF2B5EF4-FFF2-40B4-BE49-F238E27FC236}">
                <a16:creationId xmlns:a16="http://schemas.microsoft.com/office/drawing/2014/main" id="{E8DA4F88-0657-4D8E-B00D-69B1300816DA}"/>
              </a:ext>
            </a:extLst>
          </p:cNvPr>
          <p:cNvSpPr>
            <a:spLocks xmlns:a="http://schemas.openxmlformats.org/drawingml/2006/main" noGrp="1"/>
          </p:cNvSpPr>
          <p:nvPr/>
        </p:nvSpPr>
        <p:spPr>
          <a:xfrm xmlns:a="http://schemas.openxmlformats.org/drawingml/2006/main">
            <a:off x="400050" y="1952625"/>
            <a:ext cx="1869281"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00"/>
            </a:solidFill>
            <a:prstDash val="solid"/>
          </a:ln>
        </p:spPr>
      </p:sp>
      <p:sp>
        <p:nvSpPr>
          <p:cNvPr id="5" name="flow-0-title">
            <a:extLst xmlns:a="http://schemas.openxmlformats.org/drawingml/2006/main">
              <a:ext uri="{FF2B5EF4-FFF2-40B4-BE49-F238E27FC236}">
                <a16:creationId xmlns:a16="http://schemas.microsoft.com/office/drawing/2014/main" id="{7A21B7CA-AE1D-4F4A-86D0-07225F0EC4B1}"/>
              </a:ext>
            </a:extLst>
          </p:cNvPr>
          <p:cNvSpPr>
            <a:spLocks xmlns:a="http://schemas.openxmlformats.org/drawingml/2006/main" noGrp="1"/>
          </p:cNvSpPr>
          <p:nvPr/>
        </p:nvSpPr>
        <p:spPr>
          <a:xfrm xmlns:a="http://schemas.openxmlformats.org/drawingml/2006/main">
            <a:off x="457200" y="2047875"/>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업로드·생성</a:t>
            </a:r>
          </a:p>
        </p:txBody>
      </p:sp>
      <p:sp>
        <p:nvSpPr>
          <p:cNvPr id="6" name="flow-0-body">
            <a:extLst xmlns:a="http://schemas.openxmlformats.org/drawingml/2006/main">
              <a:ext uri="{FF2B5EF4-FFF2-40B4-BE49-F238E27FC236}">
                <a16:creationId xmlns:a16="http://schemas.microsoft.com/office/drawing/2014/main" id="{A81BA9AB-BFBA-4269-BA1D-C1BCC8FF528C}"/>
              </a:ext>
            </a:extLst>
          </p:cNvPr>
          <p:cNvSpPr>
            <a:spLocks xmlns:a="http://schemas.openxmlformats.org/drawingml/2006/main" noGrp="1"/>
          </p:cNvSpPr>
          <p:nvPr/>
        </p:nvSpPr>
        <p:spPr>
          <a:xfrm xmlns:a="http://schemas.openxmlformats.org/drawingml/2006/main">
            <a:off x="476250" y="2390775"/>
            <a:ext cx="1716881"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PDF·CSV</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문서·이미지</a:t>
            </a:r>
          </a:p>
        </p:txBody>
      </p:sp>
      <p:sp>
        <p:nvSpPr>
          <p:cNvPr id="7" name="arrow-239.25-251.5">
            <a:extLst xmlns:a="http://schemas.openxmlformats.org/drawingml/2006/main">
              <a:ext uri="{FF2B5EF4-FFF2-40B4-BE49-F238E27FC236}">
                <a16:creationId xmlns:a16="http://schemas.microsoft.com/office/drawing/2014/main" id="{863516DF-11E5-4C6D-B7E0-D45A4B74A89E}"/>
              </a:ext>
            </a:extLst>
          </p:cNvPr>
          <p:cNvSpPr>
            <a:spLocks xmlns:a="http://schemas.openxmlformats.org/drawingml/2006/main" noGrp="1"/>
          </p:cNvSpPr>
          <p:nvPr/>
        </p:nvSpPr>
        <p:spPr>
          <a:xfrm xmlns:a="http://schemas.openxmlformats.org/drawingml/2006/main">
            <a:off x="2278856" y="239553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8" name="flow-1-box">
            <a:extLst xmlns:a="http://schemas.openxmlformats.org/drawingml/2006/main">
              <a:ext uri="{FF2B5EF4-FFF2-40B4-BE49-F238E27FC236}">
                <a16:creationId xmlns:a16="http://schemas.microsoft.com/office/drawing/2014/main" id="{7F5C9896-3F5A-4E12-9030-0AC3F4DCD4FA}"/>
              </a:ext>
            </a:extLst>
          </p:cNvPr>
          <p:cNvSpPr>
            <a:spLocks xmlns:a="http://schemas.openxmlformats.org/drawingml/2006/main" noGrp="1"/>
          </p:cNvSpPr>
          <p:nvPr/>
        </p:nvSpPr>
        <p:spPr>
          <a:xfrm xmlns:a="http://schemas.openxmlformats.org/drawingml/2006/main">
            <a:off x="2555081" y="1952625"/>
            <a:ext cx="1869281"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00"/>
            </a:solidFill>
            <a:prstDash val="solid"/>
          </a:ln>
        </p:spPr>
      </p:sp>
      <p:sp>
        <p:nvSpPr>
          <p:cNvPr id="9" name="flow-1-title">
            <a:extLst xmlns:a="http://schemas.openxmlformats.org/drawingml/2006/main">
              <a:ext uri="{FF2B5EF4-FFF2-40B4-BE49-F238E27FC236}">
                <a16:creationId xmlns:a16="http://schemas.microsoft.com/office/drawing/2014/main" id="{078309D4-328B-401C-A2CE-BD2B23DD2D58}"/>
              </a:ext>
            </a:extLst>
          </p:cNvPr>
          <p:cNvSpPr>
            <a:spLocks xmlns:a="http://schemas.openxmlformats.org/drawingml/2006/main" noGrp="1"/>
          </p:cNvSpPr>
          <p:nvPr/>
        </p:nvSpPr>
        <p:spPr>
          <a:xfrm xmlns:a="http://schemas.openxmlformats.org/drawingml/2006/main">
            <a:off x="2612231" y="2047875"/>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Library</a:t>
            </a:r>
          </a:p>
        </p:txBody>
      </p:sp>
      <p:sp>
        <p:nvSpPr>
          <p:cNvPr id="10" name="flow-1-body">
            <a:extLst xmlns:a="http://schemas.openxmlformats.org/drawingml/2006/main">
              <a:ext uri="{FF2B5EF4-FFF2-40B4-BE49-F238E27FC236}">
                <a16:creationId xmlns:a16="http://schemas.microsoft.com/office/drawing/2014/main" id="{B294F409-2BE9-4657-A6B4-79A87A39341F}"/>
              </a:ext>
            </a:extLst>
          </p:cNvPr>
          <p:cNvSpPr>
            <a:spLocks xmlns:a="http://schemas.openxmlformats.org/drawingml/2006/main" noGrp="1"/>
          </p:cNvSpPr>
          <p:nvPr/>
        </p:nvSpPr>
        <p:spPr>
          <a:xfrm xmlns:a="http://schemas.openxmlformats.org/drawingml/2006/main">
            <a:off x="2631281" y="2390775"/>
            <a:ext cx="1716881"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검색 가능한</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파일 자산 허브</a:t>
            </a:r>
          </a:p>
        </p:txBody>
      </p:sp>
      <p:sp>
        <p:nvSpPr>
          <p:cNvPr id="11" name="arrow-465.5-251.5">
            <a:extLst xmlns:a="http://schemas.openxmlformats.org/drawingml/2006/main">
              <a:ext uri="{FF2B5EF4-FFF2-40B4-BE49-F238E27FC236}">
                <a16:creationId xmlns:a16="http://schemas.microsoft.com/office/drawing/2014/main" id="{24810620-7632-40D7-A081-611BAB84BC48}"/>
              </a:ext>
            </a:extLst>
          </p:cNvPr>
          <p:cNvSpPr>
            <a:spLocks xmlns:a="http://schemas.openxmlformats.org/drawingml/2006/main" noGrp="1"/>
          </p:cNvSpPr>
          <p:nvPr/>
        </p:nvSpPr>
        <p:spPr>
          <a:xfrm xmlns:a="http://schemas.openxmlformats.org/drawingml/2006/main">
            <a:off x="4433888" y="239553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2" name="flow-2-box">
            <a:extLst xmlns:a="http://schemas.openxmlformats.org/drawingml/2006/main">
              <a:ext uri="{FF2B5EF4-FFF2-40B4-BE49-F238E27FC236}">
                <a16:creationId xmlns:a16="http://schemas.microsoft.com/office/drawing/2014/main" id="{D6CAD2FE-A02D-4825-AC5A-884DA4383B91}"/>
              </a:ext>
            </a:extLst>
          </p:cNvPr>
          <p:cNvSpPr>
            <a:spLocks xmlns:a="http://schemas.openxmlformats.org/drawingml/2006/main" noGrp="1"/>
          </p:cNvSpPr>
          <p:nvPr/>
        </p:nvSpPr>
        <p:spPr>
          <a:xfrm xmlns:a="http://schemas.openxmlformats.org/drawingml/2006/main">
            <a:off x="4710113" y="1952625"/>
            <a:ext cx="1869281"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00"/>
            </a:solidFill>
            <a:prstDash val="solid"/>
          </a:ln>
        </p:spPr>
      </p:sp>
      <p:sp>
        <p:nvSpPr>
          <p:cNvPr id="13" name="flow-2-title">
            <a:extLst xmlns:a="http://schemas.openxmlformats.org/drawingml/2006/main">
              <a:ext uri="{FF2B5EF4-FFF2-40B4-BE49-F238E27FC236}">
                <a16:creationId xmlns:a16="http://schemas.microsoft.com/office/drawing/2014/main" id="{A98F9FC9-706C-4A5D-90FA-B4254186D3F6}"/>
              </a:ext>
            </a:extLst>
          </p:cNvPr>
          <p:cNvSpPr>
            <a:spLocks xmlns:a="http://schemas.openxmlformats.org/drawingml/2006/main" noGrp="1"/>
          </p:cNvSpPr>
          <p:nvPr/>
        </p:nvSpPr>
        <p:spPr>
          <a:xfrm xmlns:a="http://schemas.openxmlformats.org/drawingml/2006/main">
            <a:off x="4767263" y="2047875"/>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다시 선택</a:t>
            </a:r>
          </a:p>
        </p:txBody>
      </p:sp>
      <p:sp>
        <p:nvSpPr>
          <p:cNvPr id="14" name="flow-2-body">
            <a:extLst xmlns:a="http://schemas.openxmlformats.org/drawingml/2006/main">
              <a:ext uri="{FF2B5EF4-FFF2-40B4-BE49-F238E27FC236}">
                <a16:creationId xmlns:a16="http://schemas.microsoft.com/office/drawing/2014/main" id="{368888CC-0638-40EC-A7AA-87A4E839A882}"/>
              </a:ext>
            </a:extLst>
          </p:cNvPr>
          <p:cNvSpPr>
            <a:spLocks xmlns:a="http://schemas.openxmlformats.org/drawingml/2006/main" noGrp="1"/>
          </p:cNvSpPr>
          <p:nvPr/>
        </p:nvSpPr>
        <p:spPr>
          <a:xfrm xmlns:a="http://schemas.openxmlformats.org/drawingml/2006/main">
            <a:off x="4786313" y="2390775"/>
            <a:ext cx="1716881"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재업로드 없이</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새 Chat에 연결</a:t>
            </a:r>
          </a:p>
        </p:txBody>
      </p:sp>
      <p:sp>
        <p:nvSpPr>
          <p:cNvPr id="15" name="arrow-691.75-251.5">
            <a:extLst xmlns:a="http://schemas.openxmlformats.org/drawingml/2006/main">
              <a:ext uri="{FF2B5EF4-FFF2-40B4-BE49-F238E27FC236}">
                <a16:creationId xmlns:a16="http://schemas.microsoft.com/office/drawing/2014/main" id="{A08DE7F5-DDF7-4A91-9F35-C6031CC9924B}"/>
              </a:ext>
            </a:extLst>
          </p:cNvPr>
          <p:cNvSpPr>
            <a:spLocks xmlns:a="http://schemas.openxmlformats.org/drawingml/2006/main" noGrp="1"/>
          </p:cNvSpPr>
          <p:nvPr/>
        </p:nvSpPr>
        <p:spPr>
          <a:xfrm xmlns:a="http://schemas.openxmlformats.org/drawingml/2006/main">
            <a:off x="6588919" y="239553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6" name="flow-3-box">
            <a:extLst xmlns:a="http://schemas.openxmlformats.org/drawingml/2006/main">
              <a:ext uri="{FF2B5EF4-FFF2-40B4-BE49-F238E27FC236}">
                <a16:creationId xmlns:a16="http://schemas.microsoft.com/office/drawing/2014/main" id="{CD98FF67-5C05-40B9-8E16-A69D1B22476B}"/>
              </a:ext>
            </a:extLst>
          </p:cNvPr>
          <p:cNvSpPr>
            <a:spLocks xmlns:a="http://schemas.openxmlformats.org/drawingml/2006/main" noGrp="1"/>
          </p:cNvSpPr>
          <p:nvPr/>
        </p:nvSpPr>
        <p:spPr>
          <a:xfrm xmlns:a="http://schemas.openxmlformats.org/drawingml/2006/main">
            <a:off x="6865144" y="1952625"/>
            <a:ext cx="1869281"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FF"/>
            </a:solidFill>
            <a:prstDash val="solid"/>
          </a:ln>
        </p:spPr>
      </p:sp>
      <p:sp>
        <p:nvSpPr>
          <p:cNvPr id="17" name="flow-3-title">
            <a:extLst xmlns:a="http://schemas.openxmlformats.org/drawingml/2006/main">
              <a:ext uri="{FF2B5EF4-FFF2-40B4-BE49-F238E27FC236}">
                <a16:creationId xmlns:a16="http://schemas.microsoft.com/office/drawing/2014/main" id="{DD3CE5EE-BCC7-4483-8AB4-835832F14E93}"/>
              </a:ext>
            </a:extLst>
          </p:cNvPr>
          <p:cNvSpPr>
            <a:spLocks xmlns:a="http://schemas.openxmlformats.org/drawingml/2006/main" noGrp="1"/>
          </p:cNvSpPr>
          <p:nvPr/>
        </p:nvSpPr>
        <p:spPr>
          <a:xfrm xmlns:a="http://schemas.openxmlformats.org/drawingml/2006/main">
            <a:off x="6922294" y="2047875"/>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새 Context</a:t>
            </a:r>
          </a:p>
        </p:txBody>
      </p:sp>
      <p:sp>
        <p:nvSpPr>
          <p:cNvPr id="18" name="flow-3-body">
            <a:extLst xmlns:a="http://schemas.openxmlformats.org/drawingml/2006/main">
              <a:ext uri="{FF2B5EF4-FFF2-40B4-BE49-F238E27FC236}">
                <a16:creationId xmlns:a16="http://schemas.microsoft.com/office/drawing/2014/main" id="{1FE34340-78F7-44DF-AE2B-0B7B8128A371}"/>
              </a:ext>
            </a:extLst>
          </p:cNvPr>
          <p:cNvSpPr>
            <a:spLocks xmlns:a="http://schemas.openxmlformats.org/drawingml/2006/main" noGrp="1"/>
          </p:cNvSpPr>
          <p:nvPr/>
        </p:nvSpPr>
        <p:spPr>
          <a:xfrm xmlns:a="http://schemas.openxmlformats.org/drawingml/2006/main">
            <a:off x="6941344" y="2390775"/>
            <a:ext cx="1716881"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독자·목적에 맞춰</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다시 활용</a:t>
            </a:r>
          </a:p>
        </p:txBody>
      </p:sp>
      <p:sp>
        <p:nvSpPr>
          <p:cNvPr id="19" name="free-storage-box">
            <a:extLst xmlns:a="http://schemas.openxmlformats.org/drawingml/2006/main">
              <a:ext uri="{FF2B5EF4-FFF2-40B4-BE49-F238E27FC236}">
                <a16:creationId xmlns:a16="http://schemas.microsoft.com/office/drawing/2014/main" id="{784E4A46-B1D7-4460-AE6B-389FECF451C7}"/>
              </a:ext>
            </a:extLst>
          </p:cNvPr>
          <p:cNvSpPr>
            <a:spLocks xmlns:a="http://schemas.openxmlformats.org/drawingml/2006/main" noGrp="1"/>
          </p:cNvSpPr>
          <p:nvPr/>
        </p:nvSpPr>
        <p:spPr>
          <a:xfrm xmlns:a="http://schemas.openxmlformats.org/drawingml/2006/main">
            <a:off x="2428875" y="3524250"/>
            <a:ext cx="1809750" cy="400050"/>
          </a:xfrm>
          <a:prstGeom xmlns:a="http://schemas.openxmlformats.org/drawingml/2006/main" prst="roundRect">
            <a:avLst>
              <a:gd name="adj" fmla="val 14286"/>
            </a:avLst>
          </a:prstGeom>
          <a:solidFill xmlns:a="http://schemas.openxmlformats.org/drawingml/2006/main">
            <a:srgbClr val="EBF0FF"/>
          </a:solidFill>
          <a:ln xmlns:a="http://schemas.openxmlformats.org/drawingml/2006/main" w="9525">
            <a:solidFill>
              <a:srgbClr val="1429A0"/>
            </a:solidFill>
            <a:prstDash val="solid"/>
          </a:ln>
        </p:spPr>
      </p:sp>
      <p:sp>
        <p:nvSpPr>
          <p:cNvPr id="20" name="free-storage-text">
            <a:extLst xmlns:a="http://schemas.openxmlformats.org/drawingml/2006/main">
              <a:ext uri="{FF2B5EF4-FFF2-40B4-BE49-F238E27FC236}">
                <a16:creationId xmlns:a16="http://schemas.microsoft.com/office/drawing/2014/main" id="{8C02350F-3BAA-4577-AE86-8BACB1597349}"/>
              </a:ext>
            </a:extLst>
          </p:cNvPr>
          <p:cNvSpPr>
            <a:spLocks xmlns:a="http://schemas.openxmlformats.org/drawingml/2006/main" noGrp="1"/>
          </p:cNvSpPr>
          <p:nvPr/>
        </p:nvSpPr>
        <p:spPr>
          <a:xfrm xmlns:a="http://schemas.openxmlformats.org/drawingml/2006/main">
            <a:off x="2466975" y="3552825"/>
            <a:ext cx="1733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Free 500 MB</a:t>
            </a:r>
          </a:p>
        </p:txBody>
      </p:sp>
      <p:sp>
        <p:nvSpPr>
          <p:cNvPr id="21" name="plus-storage-box">
            <a:extLst xmlns:a="http://schemas.openxmlformats.org/drawingml/2006/main">
              <a:ext uri="{FF2B5EF4-FFF2-40B4-BE49-F238E27FC236}">
                <a16:creationId xmlns:a16="http://schemas.microsoft.com/office/drawing/2014/main" id="{05DB3F95-5B71-448D-A19B-173A73C9E89E}"/>
              </a:ext>
            </a:extLst>
          </p:cNvPr>
          <p:cNvSpPr>
            <a:spLocks xmlns:a="http://schemas.openxmlformats.org/drawingml/2006/main" noGrp="1"/>
          </p:cNvSpPr>
          <p:nvPr/>
        </p:nvSpPr>
        <p:spPr>
          <a:xfrm xmlns:a="http://schemas.openxmlformats.org/drawingml/2006/main">
            <a:off x="4905375" y="3524250"/>
            <a:ext cx="1809750" cy="400050"/>
          </a:xfrm>
          <a:prstGeom xmlns:a="http://schemas.openxmlformats.org/drawingml/2006/main" prst="roundRect">
            <a:avLst>
              <a:gd name="adj" fmla="val 14286"/>
            </a:avLst>
          </a:prstGeom>
          <a:solidFill xmlns:a="http://schemas.openxmlformats.org/drawingml/2006/main">
            <a:srgbClr val="F7F9FC"/>
          </a:solidFill>
          <a:ln xmlns:a="http://schemas.openxmlformats.org/drawingml/2006/main" w="9525">
            <a:solidFill>
              <a:srgbClr val="1429A0"/>
            </a:solidFill>
            <a:prstDash val="solid"/>
          </a:ln>
        </p:spPr>
      </p:sp>
      <p:sp>
        <p:nvSpPr>
          <p:cNvPr id="22" name="plus-storage-text">
            <a:extLst xmlns:a="http://schemas.openxmlformats.org/drawingml/2006/main">
              <a:ext uri="{FF2B5EF4-FFF2-40B4-BE49-F238E27FC236}">
                <a16:creationId xmlns:a16="http://schemas.microsoft.com/office/drawing/2014/main" id="{E77CD1FA-D0E9-4E7A-9C7F-28A4D9DC4F2A}"/>
              </a:ext>
            </a:extLst>
          </p:cNvPr>
          <p:cNvSpPr>
            <a:spLocks xmlns:a="http://schemas.openxmlformats.org/drawingml/2006/main" noGrp="1"/>
          </p:cNvSpPr>
          <p:nvPr/>
        </p:nvSpPr>
        <p:spPr>
          <a:xfrm xmlns:a="http://schemas.openxmlformats.org/drawingml/2006/main">
            <a:off x="4943475" y="3552825"/>
            <a:ext cx="1733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Plus 20 GB</a:t>
            </a:r>
          </a:p>
        </p:txBody>
      </p:sp>
      <p:sp>
        <p:nvSpPr>
          <p:cNvPr id="23" name="library-note">
            <a:extLst xmlns:a="http://schemas.openxmlformats.org/drawingml/2006/main">
              <a:ext uri="{FF2B5EF4-FFF2-40B4-BE49-F238E27FC236}">
                <a16:creationId xmlns:a16="http://schemas.microsoft.com/office/drawing/2014/main" id="{6E37B916-4253-4F70-925E-478E637D206C}"/>
              </a:ext>
            </a:extLst>
          </p:cNvPr>
          <p:cNvSpPr>
            <a:spLocks xmlns:a="http://schemas.openxmlformats.org/drawingml/2006/main" noGrp="1"/>
          </p:cNvSpPr>
          <p:nvPr/>
        </p:nvSpPr>
        <p:spPr>
          <a:xfrm xmlns:a="http://schemas.openxmlformats.org/drawingml/2006/main">
            <a:off x="1571625" y="4048125"/>
            <a:ext cx="600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898989"/>
                </a:solidFill>
                <a:latin typeface="맑은 고딕"/>
                <a:ea typeface="맑은 고딕"/>
                <a:cs typeface="맑은 고딕"/>
              </a:defRPr>
            </a:pPr>
            <a:r>
              <a:rPr sz="1300" b="0">
                <a:solidFill>
                  <a:srgbClr val="898989"/>
                </a:solidFill>
                <a:latin typeface="맑은 고딕"/>
                <a:ea typeface="맑은 고딕"/>
                <a:cs typeface="맑은 고딕"/>
              </a:rPr>
              <a:t>클라우드 드라이브 전체가 아니라 ChatGPT 작업에서 사용한 파일의 재사용 허브</a:t>
            </a:r>
          </a:p>
        </p:txBody>
      </p:sp>
    </p:spTree>
    <p:extLst>
      <p:ext uri="{BB962C8B-B14F-4D97-AF65-F5344CB8AC3E}">
        <p14:creationId xmlns:p14="http://schemas.microsoft.com/office/powerpoint/2010/main" val="201048634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 name="content-title">
            <a:extLst xmlns:a="http://schemas.openxmlformats.org/drawingml/2006/main">
              <a:ext uri="{FF2B5EF4-FFF2-40B4-BE49-F238E27FC236}">
                <a16:creationId xmlns:a16="http://schemas.microsoft.com/office/drawing/2014/main" id="{BA848BFD-D5CC-4883-90AE-3CDBF2C328E4}"/>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같은 파일, 다른 독자를 위해 재사용하기</a:t>
            </a:r>
          </a:p>
        </p:txBody>
      </p:sp>
      <p:sp>
        <p:nvSpPr>
          <p:cNvPr id="2" name="content-message">
            <a:extLst xmlns:a="http://schemas.openxmlformats.org/drawingml/2006/main">
              <a:ext uri="{FF2B5EF4-FFF2-40B4-BE49-F238E27FC236}">
                <a16:creationId xmlns:a16="http://schemas.microsoft.com/office/drawing/2014/main" id="{FA4FF1DA-AD36-486C-8496-CC1ECBE677CB}"/>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파일은 같아도 목적과 독자에 따라 결과를 바꿀 수 있다</a:t>
            </a:r>
          </a:p>
        </p:txBody>
      </p:sp>
      <p:sp>
        <p:nvSpPr>
          <p:cNvPr id="3" name="footer-source-report">
            <a:extLst xmlns:a="http://schemas.openxmlformats.org/drawingml/2006/main">
              <a:ext uri="{FF2B5EF4-FFF2-40B4-BE49-F238E27FC236}">
                <a16:creationId xmlns:a16="http://schemas.microsoft.com/office/drawing/2014/main" id="{3DAA29C8-9D8C-48DD-B844-0508627DA2CD}"/>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file-asset-box">
            <a:extLst xmlns:a="http://schemas.openxmlformats.org/drawingml/2006/main">
              <a:ext uri="{FF2B5EF4-FFF2-40B4-BE49-F238E27FC236}">
                <a16:creationId xmlns:a16="http://schemas.microsoft.com/office/drawing/2014/main" id="{1DB00A35-77A7-4E04-A93D-ACA49ABFA414}"/>
              </a:ext>
            </a:extLst>
          </p:cNvPr>
          <p:cNvSpPr>
            <a:spLocks xmlns:a="http://schemas.openxmlformats.org/drawingml/2006/main" noGrp="1"/>
          </p:cNvSpPr>
          <p:nvPr/>
        </p:nvSpPr>
        <p:spPr>
          <a:xfrm xmlns:a="http://schemas.openxmlformats.org/drawingml/2006/main">
            <a:off x="523875" y="1476375"/>
            <a:ext cx="2667000" cy="23812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file-asset-title-fill">
            <a:extLst xmlns:a="http://schemas.openxmlformats.org/drawingml/2006/main">
              <a:ext uri="{FF2B5EF4-FFF2-40B4-BE49-F238E27FC236}">
                <a16:creationId xmlns:a16="http://schemas.microsoft.com/office/drawing/2014/main" id="{70C9BAAA-06A3-47D2-B3F8-4419460C03DB}"/>
              </a:ext>
            </a:extLst>
          </p:cNvPr>
          <p:cNvSpPr>
            <a:spLocks xmlns:a="http://schemas.openxmlformats.org/drawingml/2006/main" noGrp="1"/>
          </p:cNvSpPr>
          <p:nvPr/>
        </p:nvSpPr>
        <p:spPr>
          <a:xfrm xmlns:a="http://schemas.openxmlformats.org/drawingml/2006/main">
            <a:off x="523875" y="1476375"/>
            <a:ext cx="266700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file-asset-title">
            <a:extLst xmlns:a="http://schemas.openxmlformats.org/drawingml/2006/main">
              <a:ext uri="{FF2B5EF4-FFF2-40B4-BE49-F238E27FC236}">
                <a16:creationId xmlns:a16="http://schemas.microsoft.com/office/drawing/2014/main" id="{6543E531-C4D6-4ED2-A996-EA9A3CCC2A66}"/>
              </a:ext>
            </a:extLst>
          </p:cNvPr>
          <p:cNvSpPr>
            <a:spLocks xmlns:a="http://schemas.openxmlformats.org/drawingml/2006/main" noGrp="1"/>
          </p:cNvSpPr>
          <p:nvPr/>
        </p:nvSpPr>
        <p:spPr>
          <a:xfrm xmlns:a="http://schemas.openxmlformats.org/drawingml/2006/main">
            <a:off x="581025" y="1495425"/>
            <a:ext cx="2552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Library에서 파일 선택</a:t>
            </a:r>
          </a:p>
        </p:txBody>
      </p:sp>
      <p:sp>
        <p:nvSpPr>
          <p:cNvPr id="7" name="file-asset-body">
            <a:extLst xmlns:a="http://schemas.openxmlformats.org/drawingml/2006/main">
              <a:ext uri="{FF2B5EF4-FFF2-40B4-BE49-F238E27FC236}">
                <a16:creationId xmlns:a16="http://schemas.microsoft.com/office/drawing/2014/main" id="{0E5DDCBA-7B17-4CF2-9803-FF6C363383A7}"/>
              </a:ext>
            </a:extLst>
          </p:cNvPr>
          <p:cNvSpPr>
            <a:spLocks xmlns:a="http://schemas.openxmlformats.org/drawingml/2006/main" noGrp="1"/>
          </p:cNvSpPr>
          <p:nvPr/>
        </p:nvSpPr>
        <p:spPr>
          <a:xfrm xmlns:a="http://schemas.openxmlformats.org/drawingml/2006/main">
            <a:off x="619125" y="1876425"/>
            <a:ext cx="24765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quality_issue.md</a:t>
            </a:r>
          </a:p>
          <a:p xmlns:a="http://schemas.openxmlformats.org/drawingml/2006/main">
            <a:r>
              <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최근 4주 불량률 3.2%</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목표 1.5% 이하</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세 가지 관찰사항</a:t>
            </a:r>
          </a:p>
        </p:txBody>
      </p:sp>
      <p:sp>
        <p:nvSpPr>
          <p:cNvPr id="8" name="arrow-365-250">
            <a:extLst xmlns:a="http://schemas.openxmlformats.org/drawingml/2006/main">
              <a:ext uri="{FF2B5EF4-FFF2-40B4-BE49-F238E27FC236}">
                <a16:creationId xmlns:a16="http://schemas.microsoft.com/office/drawing/2014/main" id="{1F1B7642-2EFC-4CF0-9949-EC2393B95435}"/>
              </a:ext>
            </a:extLst>
          </p:cNvPr>
          <p:cNvSpPr>
            <a:spLocks xmlns:a="http://schemas.openxmlformats.org/drawingml/2006/main" noGrp="1"/>
          </p:cNvSpPr>
          <p:nvPr/>
        </p:nvSpPr>
        <p:spPr>
          <a:xfrm xmlns:a="http://schemas.openxmlformats.org/drawingml/2006/main">
            <a:off x="3476625" y="2381250"/>
            <a:ext cx="52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9" name="new-context-box">
            <a:extLst xmlns:a="http://schemas.openxmlformats.org/drawingml/2006/main">
              <a:ext uri="{FF2B5EF4-FFF2-40B4-BE49-F238E27FC236}">
                <a16:creationId xmlns:a16="http://schemas.microsoft.com/office/drawing/2014/main" id="{325008CE-EE87-4285-898D-074DB83B16A9}"/>
              </a:ext>
            </a:extLst>
          </p:cNvPr>
          <p:cNvSpPr>
            <a:spLocks xmlns:a="http://schemas.openxmlformats.org/drawingml/2006/main" noGrp="1"/>
          </p:cNvSpPr>
          <p:nvPr/>
        </p:nvSpPr>
        <p:spPr>
          <a:xfrm xmlns:a="http://schemas.openxmlformats.org/drawingml/2006/main">
            <a:off x="4238625" y="1476375"/>
            <a:ext cx="4381500" cy="23812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0" name="new-context-title-fill">
            <a:extLst xmlns:a="http://schemas.openxmlformats.org/drawingml/2006/main">
              <a:ext uri="{FF2B5EF4-FFF2-40B4-BE49-F238E27FC236}">
                <a16:creationId xmlns:a16="http://schemas.microsoft.com/office/drawing/2014/main" id="{A3E8B1DA-5533-4C12-AEBF-DEDC4AC321B2}"/>
              </a:ext>
            </a:extLst>
          </p:cNvPr>
          <p:cNvSpPr>
            <a:spLocks xmlns:a="http://schemas.openxmlformats.org/drawingml/2006/main" noGrp="1"/>
          </p:cNvSpPr>
          <p:nvPr/>
        </p:nvSpPr>
        <p:spPr>
          <a:xfrm xmlns:a="http://schemas.openxmlformats.org/drawingml/2006/main">
            <a:off x="4238625" y="1476375"/>
            <a:ext cx="438150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1" name="new-context-title">
            <a:extLst xmlns:a="http://schemas.openxmlformats.org/drawingml/2006/main">
              <a:ext uri="{FF2B5EF4-FFF2-40B4-BE49-F238E27FC236}">
                <a16:creationId xmlns:a16="http://schemas.microsoft.com/office/drawing/2014/main" id="{60426E00-C8AC-4775-B82C-ADB290E4AFAA}"/>
              </a:ext>
            </a:extLst>
          </p:cNvPr>
          <p:cNvSpPr>
            <a:spLocks xmlns:a="http://schemas.openxmlformats.org/drawingml/2006/main" noGrp="1"/>
          </p:cNvSpPr>
          <p:nvPr/>
        </p:nvSpPr>
        <p:spPr>
          <a:xfrm xmlns:a="http://schemas.openxmlformats.org/drawingml/2006/main">
            <a:off x="4295775" y="1495425"/>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새 목적의 Prompt</a:t>
            </a:r>
          </a:p>
        </p:txBody>
      </p:sp>
      <p:sp>
        <p:nvSpPr>
          <p:cNvPr id="12" name="new-context-body">
            <a:extLst xmlns:a="http://schemas.openxmlformats.org/drawingml/2006/main">
              <a:ext uri="{FF2B5EF4-FFF2-40B4-BE49-F238E27FC236}">
                <a16:creationId xmlns:a16="http://schemas.microsoft.com/office/drawing/2014/main" id="{404FD96D-5C15-466D-B549-262735ACF979}"/>
              </a:ext>
            </a:extLst>
          </p:cNvPr>
          <p:cNvSpPr>
            <a:spLocks xmlns:a="http://schemas.openxmlformats.org/drawingml/2006/main" noGrp="1"/>
          </p:cNvSpPr>
          <p:nvPr/>
        </p:nvSpPr>
        <p:spPr>
          <a:xfrm xmlns:a="http://schemas.openxmlformats.org/drawingml/2006/main">
            <a:off x="4333875" y="1876425"/>
            <a:ext cx="41910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이 자료를 이번에는 품질팀이 아니라 경영진이 읽는다고 가정해줘.</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숫자는 유지하되 5문장 이내의 Executive Summary로 바꿔줘.</a:t>
            </a:r>
          </a:p>
        </p:txBody>
      </p:sp>
      <p:sp>
        <p:nvSpPr>
          <p:cNvPr id="13" name="library-result">
            <a:extLst xmlns:a="http://schemas.openxmlformats.org/drawingml/2006/main">
              <a:ext uri="{FF2B5EF4-FFF2-40B4-BE49-F238E27FC236}">
                <a16:creationId xmlns:a16="http://schemas.microsoft.com/office/drawing/2014/main" id="{F15384C4-BB26-4CBE-9305-7C3CFF74174E}"/>
              </a:ext>
            </a:extLst>
          </p:cNvPr>
          <p:cNvSpPr>
            <a:spLocks xmlns:a="http://schemas.openxmlformats.org/drawingml/2006/main" noGrp="1"/>
          </p:cNvSpPr>
          <p:nvPr/>
        </p:nvSpPr>
        <p:spPr>
          <a:xfrm xmlns:a="http://schemas.openxmlformats.org/drawingml/2006/main">
            <a:off x="2095500" y="40957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600" b="1">
                <a:solidFill>
                  <a:srgbClr val="1429A0"/>
                </a:solidFill>
                <a:latin typeface="맑은 고딕"/>
                <a:ea typeface="맑은 고딕"/>
                <a:cs typeface="맑은 고딕"/>
              </a:defRPr>
            </a:pPr>
            <a:r>
              <a:rPr sz="1600" b="1">
                <a:solidFill>
                  <a:srgbClr val="1429A0"/>
                </a:solidFill>
                <a:latin typeface="맑은 고딕"/>
                <a:ea typeface="맑은 고딕"/>
                <a:cs typeface="맑은 고딕"/>
              </a:rPr>
              <a:t>동일 자료 + 새로운 독자 Context → 새로운 산출물</a:t>
            </a:r>
          </a:p>
        </p:txBody>
      </p:sp>
    </p:spTree>
    <p:extLst>
      <p:ext uri="{BB962C8B-B14F-4D97-AF65-F5344CB8AC3E}">
        <p14:creationId xmlns:p14="http://schemas.microsoft.com/office/powerpoint/2010/main" val="88273599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9" name="content-title">
            <a:extLst xmlns:a="http://schemas.openxmlformats.org/drawingml/2006/main">
              <a:ext uri="{FF2B5EF4-FFF2-40B4-BE49-F238E27FC236}">
                <a16:creationId xmlns:a16="http://schemas.microsoft.com/office/drawing/2014/main" id="{80D3BBE3-E814-48DD-9B84-F2440F8D9D88}"/>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Plugins와 Apps의 최신 구조</a:t>
            </a:r>
          </a:p>
        </p:txBody>
      </p:sp>
      <p:sp>
        <p:nvSpPr>
          <p:cNvPr id="2" name="content-message">
            <a:extLst xmlns:a="http://schemas.openxmlformats.org/drawingml/2006/main">
              <a:ext uri="{FF2B5EF4-FFF2-40B4-BE49-F238E27FC236}">
                <a16:creationId xmlns:a16="http://schemas.microsoft.com/office/drawing/2014/main" id="{CEBD8AA7-9139-4D3A-8C4F-6D51AF6E380F}"/>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AI의 지능뿐 아니라 어떤 도구에 접근하는지가 중요하다</a:t>
            </a:r>
          </a:p>
        </p:txBody>
      </p:sp>
      <p:sp>
        <p:nvSpPr>
          <p:cNvPr id="3" name="footer-source-report">
            <a:extLst xmlns:a="http://schemas.openxmlformats.org/drawingml/2006/main">
              <a:ext uri="{FF2B5EF4-FFF2-40B4-BE49-F238E27FC236}">
                <a16:creationId xmlns:a16="http://schemas.microsoft.com/office/drawing/2014/main" id="{C3EBFCFC-8220-4812-887C-177786B197B9}"/>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plugin-outer">
            <a:extLst xmlns:a="http://schemas.openxmlformats.org/drawingml/2006/main">
              <a:ext uri="{FF2B5EF4-FFF2-40B4-BE49-F238E27FC236}">
                <a16:creationId xmlns:a16="http://schemas.microsoft.com/office/drawing/2014/main" id="{9DD9F9E5-3213-4AD6-B06A-107B08F62616}"/>
              </a:ext>
            </a:extLst>
          </p:cNvPr>
          <p:cNvSpPr>
            <a:spLocks xmlns:a="http://schemas.openxmlformats.org/drawingml/2006/main" noGrp="1"/>
          </p:cNvSpPr>
          <p:nvPr/>
        </p:nvSpPr>
        <p:spPr>
          <a:xfrm xmlns:a="http://schemas.openxmlformats.org/drawingml/2006/main">
            <a:off x="857250" y="1381125"/>
            <a:ext cx="7429500" cy="2571750"/>
          </a:xfrm>
          <a:prstGeom xmlns:a="http://schemas.openxmlformats.org/drawingml/2006/main" prst="roundRect">
            <a:avLst>
              <a:gd name="adj" fmla="val 2222"/>
            </a:avLst>
          </a:prstGeom>
          <a:noFill xmlns:a="http://schemas.openxmlformats.org/drawingml/2006/main"/>
          <a:ln xmlns:a="http://schemas.openxmlformats.org/drawingml/2006/main" w="19050">
            <a:solidFill>
              <a:srgbClr val="1429A0"/>
            </a:solidFill>
            <a:prstDash val="solid"/>
          </a:ln>
        </p:spPr>
      </p:sp>
      <p:sp>
        <p:nvSpPr>
          <p:cNvPr id="5" name="plugin-label">
            <a:extLst xmlns:a="http://schemas.openxmlformats.org/drawingml/2006/main">
              <a:ext uri="{FF2B5EF4-FFF2-40B4-BE49-F238E27FC236}">
                <a16:creationId xmlns:a16="http://schemas.microsoft.com/office/drawing/2014/main" id="{A21D75C9-72FD-4E27-859C-04F2A8887508}"/>
              </a:ext>
            </a:extLst>
          </p:cNvPr>
          <p:cNvSpPr>
            <a:spLocks xmlns:a="http://schemas.openxmlformats.org/drawingml/2006/main" noGrp="1"/>
          </p:cNvSpPr>
          <p:nvPr/>
        </p:nvSpPr>
        <p:spPr>
          <a:xfrm xmlns:a="http://schemas.openxmlformats.org/drawingml/2006/main">
            <a:off x="1143000" y="15240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800" b="1">
                <a:solidFill>
                  <a:srgbClr val="1429A0"/>
                </a:solidFill>
                <a:latin typeface="맑은 고딕"/>
                <a:ea typeface="맑은 고딕"/>
                <a:cs typeface="맑은 고딕"/>
              </a:defRPr>
            </a:pPr>
            <a:r>
              <a:rPr sz="1800" b="1">
                <a:solidFill>
                  <a:srgbClr val="1429A0"/>
                </a:solidFill>
                <a:latin typeface="맑은 고딕"/>
                <a:ea typeface="맑은 고딕"/>
                <a:cs typeface="맑은 고딕"/>
              </a:rPr>
              <a:t>PLUGIN</a:t>
            </a:r>
          </a:p>
        </p:txBody>
      </p:sp>
      <p:sp>
        <p:nvSpPr>
          <p:cNvPr id="6" name="plugin-item-0-box">
            <a:extLst xmlns:a="http://schemas.openxmlformats.org/drawingml/2006/main">
              <a:ext uri="{FF2B5EF4-FFF2-40B4-BE49-F238E27FC236}">
                <a16:creationId xmlns:a16="http://schemas.microsoft.com/office/drawing/2014/main" id="{586EED24-478C-42F0-93E1-9F1CEE162692}"/>
              </a:ext>
            </a:extLst>
          </p:cNvPr>
          <p:cNvSpPr>
            <a:spLocks xmlns:a="http://schemas.openxmlformats.org/drawingml/2006/main" noGrp="1"/>
          </p:cNvSpPr>
          <p:nvPr/>
        </p:nvSpPr>
        <p:spPr>
          <a:xfrm xmlns:a="http://schemas.openxmlformats.org/drawingml/2006/main">
            <a:off x="1190625" y="2095500"/>
            <a:ext cx="2000250" cy="14287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7" name="plugin-item-0-title-fill">
            <a:extLst xmlns:a="http://schemas.openxmlformats.org/drawingml/2006/main">
              <a:ext uri="{FF2B5EF4-FFF2-40B4-BE49-F238E27FC236}">
                <a16:creationId xmlns:a16="http://schemas.microsoft.com/office/drawing/2014/main" id="{60CEC2E5-9B2E-4700-9101-7C68213CD885}"/>
              </a:ext>
            </a:extLst>
          </p:cNvPr>
          <p:cNvSpPr>
            <a:spLocks xmlns:a="http://schemas.openxmlformats.org/drawingml/2006/main" noGrp="1"/>
          </p:cNvSpPr>
          <p:nvPr/>
        </p:nvSpPr>
        <p:spPr>
          <a:xfrm xmlns:a="http://schemas.openxmlformats.org/drawingml/2006/main">
            <a:off x="1190625" y="2095500"/>
            <a:ext cx="2000250" cy="361950"/>
          </a:xfrm>
          <a:prstGeom xmlns:a="http://schemas.openxmlformats.org/drawingml/2006/main" prst="rect">
            <a:avLst/>
          </a:prstGeom>
          <a:solidFill xmlns:a="http://schemas.openxmlformats.org/drawingml/2006/main">
            <a:srgbClr val="EBF0FF"/>
          </a:solidFill>
          <a:ln xmlns:a="http://schemas.openxmlformats.org/drawingml/2006/main" w="0">
            <a:noFill/>
            <a:prstDash val="solid"/>
          </a:ln>
        </p:spPr>
      </p:sp>
      <p:sp>
        <p:nvSpPr>
          <p:cNvPr id="8" name="plugin-item-0-title">
            <a:extLst xmlns:a="http://schemas.openxmlformats.org/drawingml/2006/main">
              <a:ext uri="{FF2B5EF4-FFF2-40B4-BE49-F238E27FC236}">
                <a16:creationId xmlns:a16="http://schemas.microsoft.com/office/drawing/2014/main" id="{656D5E70-C3C2-4335-9DDD-42A0CC9B7291}"/>
              </a:ext>
            </a:extLst>
          </p:cNvPr>
          <p:cNvSpPr>
            <a:spLocks xmlns:a="http://schemas.openxmlformats.org/drawingml/2006/main" noGrp="1"/>
          </p:cNvSpPr>
          <p:nvPr/>
        </p:nvSpPr>
        <p:spPr>
          <a:xfrm xmlns:a="http://schemas.openxmlformats.org/drawingml/2006/main">
            <a:off x="1247775" y="211455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Skill</a:t>
            </a:r>
          </a:p>
        </p:txBody>
      </p:sp>
      <p:sp>
        <p:nvSpPr>
          <p:cNvPr id="9" name="plugin-item-0-body">
            <a:extLst xmlns:a="http://schemas.openxmlformats.org/drawingml/2006/main">
              <a:ext uri="{FF2B5EF4-FFF2-40B4-BE49-F238E27FC236}">
                <a16:creationId xmlns:a16="http://schemas.microsoft.com/office/drawing/2014/main" id="{B9C2B681-0236-4482-9F59-AECE77AB994D}"/>
              </a:ext>
            </a:extLst>
          </p:cNvPr>
          <p:cNvSpPr>
            <a:spLocks xmlns:a="http://schemas.openxmlformats.org/drawingml/2006/main" noGrp="1"/>
          </p:cNvSpPr>
          <p:nvPr/>
        </p:nvSpPr>
        <p:spPr>
          <a:xfrm xmlns:a="http://schemas.openxmlformats.org/drawingml/2006/main">
            <a:off x="1285875" y="2495550"/>
            <a:ext cx="1809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일을 어떻게 할지</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Instructions·Examples·Code</a:t>
            </a:r>
          </a:p>
        </p:txBody>
      </p:sp>
      <p:sp>
        <p:nvSpPr>
          <p:cNvPr id="10" name="plugin-item-1-box">
            <a:extLst xmlns:a="http://schemas.openxmlformats.org/drawingml/2006/main">
              <a:ext uri="{FF2B5EF4-FFF2-40B4-BE49-F238E27FC236}">
                <a16:creationId xmlns:a16="http://schemas.microsoft.com/office/drawing/2014/main" id="{DEDE7501-22F4-46D9-8E68-9706731AFC2B}"/>
              </a:ext>
            </a:extLst>
          </p:cNvPr>
          <p:cNvSpPr>
            <a:spLocks xmlns:a="http://schemas.openxmlformats.org/drawingml/2006/main" noGrp="1"/>
          </p:cNvSpPr>
          <p:nvPr/>
        </p:nvSpPr>
        <p:spPr>
          <a:xfrm xmlns:a="http://schemas.openxmlformats.org/drawingml/2006/main">
            <a:off x="3571875" y="2095500"/>
            <a:ext cx="2000250" cy="14287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1" name="plugin-item-1-title-fill">
            <a:extLst xmlns:a="http://schemas.openxmlformats.org/drawingml/2006/main">
              <a:ext uri="{FF2B5EF4-FFF2-40B4-BE49-F238E27FC236}">
                <a16:creationId xmlns:a16="http://schemas.microsoft.com/office/drawing/2014/main" id="{A70188B6-3423-4873-ABA3-8722E9E59F06}"/>
              </a:ext>
            </a:extLst>
          </p:cNvPr>
          <p:cNvSpPr>
            <a:spLocks xmlns:a="http://schemas.openxmlformats.org/drawingml/2006/main" noGrp="1"/>
          </p:cNvSpPr>
          <p:nvPr/>
        </p:nvSpPr>
        <p:spPr>
          <a:xfrm xmlns:a="http://schemas.openxmlformats.org/drawingml/2006/main">
            <a:off x="3571875" y="2095500"/>
            <a:ext cx="2000250" cy="361950"/>
          </a:xfrm>
          <a:prstGeom xmlns:a="http://schemas.openxmlformats.org/drawingml/2006/main" prst="rect">
            <a:avLst/>
          </a:prstGeom>
          <a:solidFill xmlns:a="http://schemas.openxmlformats.org/drawingml/2006/main">
            <a:srgbClr val="EBF0FF"/>
          </a:solidFill>
          <a:ln xmlns:a="http://schemas.openxmlformats.org/drawingml/2006/main" w="0">
            <a:noFill/>
            <a:prstDash val="solid"/>
          </a:ln>
        </p:spPr>
      </p:sp>
      <p:sp>
        <p:nvSpPr>
          <p:cNvPr id="12" name="plugin-item-1-title">
            <a:extLst xmlns:a="http://schemas.openxmlformats.org/drawingml/2006/main">
              <a:ext uri="{FF2B5EF4-FFF2-40B4-BE49-F238E27FC236}">
                <a16:creationId xmlns:a16="http://schemas.microsoft.com/office/drawing/2014/main" id="{D056726F-EBC0-469A-BA90-9BF521A87114}"/>
              </a:ext>
            </a:extLst>
          </p:cNvPr>
          <p:cNvSpPr>
            <a:spLocks xmlns:a="http://schemas.openxmlformats.org/drawingml/2006/main" noGrp="1"/>
          </p:cNvSpPr>
          <p:nvPr/>
        </p:nvSpPr>
        <p:spPr>
          <a:xfrm xmlns:a="http://schemas.openxmlformats.org/drawingml/2006/main">
            <a:off x="3629025" y="211455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App</a:t>
            </a:r>
          </a:p>
        </p:txBody>
      </p:sp>
      <p:sp>
        <p:nvSpPr>
          <p:cNvPr id="13" name="plugin-item-1-body">
            <a:extLst xmlns:a="http://schemas.openxmlformats.org/drawingml/2006/main">
              <a:ext uri="{FF2B5EF4-FFF2-40B4-BE49-F238E27FC236}">
                <a16:creationId xmlns:a16="http://schemas.microsoft.com/office/drawing/2014/main" id="{16C0C87C-6BBB-4F76-A9B5-ACFDB3346762}"/>
              </a:ext>
            </a:extLst>
          </p:cNvPr>
          <p:cNvSpPr>
            <a:spLocks xmlns:a="http://schemas.openxmlformats.org/drawingml/2006/main" noGrp="1"/>
          </p:cNvSpPr>
          <p:nvPr/>
        </p:nvSpPr>
        <p:spPr>
          <a:xfrm xmlns:a="http://schemas.openxmlformats.org/drawingml/2006/main">
            <a:off x="3667125" y="2495550"/>
            <a:ext cx="1809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어떤 외부 데이터와</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서비스를 사용할지</a:t>
            </a:r>
          </a:p>
        </p:txBody>
      </p:sp>
      <p:sp>
        <p:nvSpPr>
          <p:cNvPr id="14" name="plugin-item-2-box">
            <a:extLst xmlns:a="http://schemas.openxmlformats.org/drawingml/2006/main">
              <a:ext uri="{FF2B5EF4-FFF2-40B4-BE49-F238E27FC236}">
                <a16:creationId xmlns:a16="http://schemas.microsoft.com/office/drawing/2014/main" id="{36BBEF10-2C9C-43F0-BE98-FC8F12B735D0}"/>
              </a:ext>
            </a:extLst>
          </p:cNvPr>
          <p:cNvSpPr>
            <a:spLocks xmlns:a="http://schemas.openxmlformats.org/drawingml/2006/main" noGrp="1"/>
          </p:cNvSpPr>
          <p:nvPr/>
        </p:nvSpPr>
        <p:spPr>
          <a:xfrm xmlns:a="http://schemas.openxmlformats.org/drawingml/2006/main">
            <a:off x="5953125" y="2095500"/>
            <a:ext cx="2000250" cy="14287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5" name="plugin-item-2-title-fill">
            <a:extLst xmlns:a="http://schemas.openxmlformats.org/drawingml/2006/main">
              <a:ext uri="{FF2B5EF4-FFF2-40B4-BE49-F238E27FC236}">
                <a16:creationId xmlns:a16="http://schemas.microsoft.com/office/drawing/2014/main" id="{47A2F3B6-7061-4CCD-AF73-15E4D62126F5}"/>
              </a:ext>
            </a:extLst>
          </p:cNvPr>
          <p:cNvSpPr>
            <a:spLocks xmlns:a="http://schemas.openxmlformats.org/drawingml/2006/main" noGrp="1"/>
          </p:cNvSpPr>
          <p:nvPr/>
        </p:nvSpPr>
        <p:spPr>
          <a:xfrm xmlns:a="http://schemas.openxmlformats.org/drawingml/2006/main">
            <a:off x="5953125" y="2095500"/>
            <a:ext cx="2000250" cy="361950"/>
          </a:xfrm>
          <a:prstGeom xmlns:a="http://schemas.openxmlformats.org/drawingml/2006/main" prst="rect">
            <a:avLst/>
          </a:prstGeom>
          <a:solidFill xmlns:a="http://schemas.openxmlformats.org/drawingml/2006/main">
            <a:srgbClr val="EBF0FF"/>
          </a:solidFill>
          <a:ln xmlns:a="http://schemas.openxmlformats.org/drawingml/2006/main" w="0">
            <a:noFill/>
            <a:prstDash val="solid"/>
          </a:ln>
        </p:spPr>
      </p:sp>
      <p:sp>
        <p:nvSpPr>
          <p:cNvPr id="16" name="plugin-item-2-title">
            <a:extLst xmlns:a="http://schemas.openxmlformats.org/drawingml/2006/main">
              <a:ext uri="{FF2B5EF4-FFF2-40B4-BE49-F238E27FC236}">
                <a16:creationId xmlns:a16="http://schemas.microsoft.com/office/drawing/2014/main" id="{9F137EE0-AF80-48DA-A83E-A9E1C64FDDB6}"/>
              </a:ext>
            </a:extLst>
          </p:cNvPr>
          <p:cNvSpPr>
            <a:spLocks xmlns:a="http://schemas.openxmlformats.org/drawingml/2006/main" noGrp="1"/>
          </p:cNvSpPr>
          <p:nvPr/>
        </p:nvSpPr>
        <p:spPr>
          <a:xfrm xmlns:a="http://schemas.openxmlformats.org/drawingml/2006/main">
            <a:off x="6010275" y="211455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App Template</a:t>
            </a:r>
          </a:p>
        </p:txBody>
      </p:sp>
      <p:sp>
        <p:nvSpPr>
          <p:cNvPr id="17" name="plugin-item-2-body">
            <a:extLst xmlns:a="http://schemas.openxmlformats.org/drawingml/2006/main">
              <a:ext uri="{FF2B5EF4-FFF2-40B4-BE49-F238E27FC236}">
                <a16:creationId xmlns:a16="http://schemas.microsoft.com/office/drawing/2014/main" id="{353E92E9-7BB0-4646-840F-28608B1C6068}"/>
              </a:ext>
            </a:extLst>
          </p:cNvPr>
          <p:cNvSpPr>
            <a:spLocks xmlns:a="http://schemas.openxmlformats.org/drawingml/2006/main" noGrp="1"/>
          </p:cNvSpPr>
          <p:nvPr/>
        </p:nvSpPr>
        <p:spPr>
          <a:xfrm xmlns:a="http://schemas.openxmlformats.org/drawingml/2006/main">
            <a:off x="6048375" y="2495550"/>
            <a:ext cx="1809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특정 Workflow의</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시작 구조</a:t>
            </a:r>
          </a:p>
        </p:txBody>
      </p:sp>
      <p:sp>
        <p:nvSpPr>
          <p:cNvPr id="18" name="plugin-security">
            <a:extLst xmlns:a="http://schemas.openxmlformats.org/drawingml/2006/main">
              <a:ext uri="{FF2B5EF4-FFF2-40B4-BE49-F238E27FC236}">
                <a16:creationId xmlns:a16="http://schemas.microsoft.com/office/drawing/2014/main" id="{6127B745-1CDE-4E47-9836-C74288BD2959}"/>
              </a:ext>
            </a:extLst>
          </p:cNvPr>
          <p:cNvSpPr>
            <a:spLocks xmlns:a="http://schemas.openxmlformats.org/drawingml/2006/main" noGrp="1"/>
          </p:cNvSpPr>
          <p:nvPr/>
        </p:nvSpPr>
        <p:spPr>
          <a:xfrm xmlns:a="http://schemas.openxmlformats.org/drawingml/2006/main">
            <a:off x="2190750" y="41433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회사 Gmail·Drive·Calendar는 교육 실습에서 연결하지 않음</a:t>
            </a:r>
          </a:p>
        </p:txBody>
      </p:sp>
    </p:spTree>
    <p:extLst>
      <p:ext uri="{BB962C8B-B14F-4D97-AF65-F5344CB8AC3E}">
        <p14:creationId xmlns:p14="http://schemas.microsoft.com/office/powerpoint/2010/main" val="201048634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7" name="content-title">
            <a:extLst xmlns:a="http://schemas.openxmlformats.org/drawingml/2006/main">
              <a:ext uri="{FF2B5EF4-FFF2-40B4-BE49-F238E27FC236}">
                <a16:creationId xmlns:a16="http://schemas.microsoft.com/office/drawing/2014/main" id="{B56C0604-0660-4CCC-8CE0-72FA15DB009E}"/>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Scheduled Tasks: 언제 일할 것인가</a:t>
            </a:r>
          </a:p>
        </p:txBody>
      </p:sp>
      <p:sp>
        <p:nvSpPr>
          <p:cNvPr id="2" name="content-message">
            <a:extLst xmlns:a="http://schemas.openxmlformats.org/drawingml/2006/main">
              <a:ext uri="{FF2B5EF4-FFF2-40B4-BE49-F238E27FC236}">
                <a16:creationId xmlns:a16="http://schemas.microsoft.com/office/drawing/2014/main" id="{270F55BF-48D0-475B-B306-C5272018C2C0}"/>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AI가 정해진 시간이나 조건에 먼저 움직인다</a:t>
            </a:r>
          </a:p>
        </p:txBody>
      </p:sp>
      <p:sp>
        <p:nvSpPr>
          <p:cNvPr id="3" name="footer-source-report">
            <a:extLst xmlns:a="http://schemas.openxmlformats.org/drawingml/2006/main">
              <a:ext uri="{FF2B5EF4-FFF2-40B4-BE49-F238E27FC236}">
                <a16:creationId xmlns:a16="http://schemas.microsoft.com/office/drawing/2014/main" id="{7A06164E-6157-4DED-A138-7A49D1B7B229}"/>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task-0-box">
            <a:extLst xmlns:a="http://schemas.openxmlformats.org/drawingml/2006/main">
              <a:ext uri="{FF2B5EF4-FFF2-40B4-BE49-F238E27FC236}">
                <a16:creationId xmlns:a16="http://schemas.microsoft.com/office/drawing/2014/main" id="{99AEDB4D-F3FB-4F4F-A72B-8B7CCF0C5123}"/>
              </a:ext>
            </a:extLst>
          </p:cNvPr>
          <p:cNvSpPr>
            <a:spLocks xmlns:a="http://schemas.openxmlformats.org/drawingml/2006/main" noGrp="1"/>
          </p:cNvSpPr>
          <p:nvPr/>
        </p:nvSpPr>
        <p:spPr>
          <a:xfrm xmlns:a="http://schemas.openxmlformats.org/drawingml/2006/main">
            <a:off x="428625" y="1476375"/>
            <a:ext cx="2571750" cy="23336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task-0-title-fill">
            <a:extLst xmlns:a="http://schemas.openxmlformats.org/drawingml/2006/main">
              <a:ext uri="{FF2B5EF4-FFF2-40B4-BE49-F238E27FC236}">
                <a16:creationId xmlns:a16="http://schemas.microsoft.com/office/drawing/2014/main" id="{F9CEE1BF-A873-4AE7-A921-73ABCB59F9F8}"/>
              </a:ext>
            </a:extLst>
          </p:cNvPr>
          <p:cNvSpPr>
            <a:spLocks xmlns:a="http://schemas.openxmlformats.org/drawingml/2006/main" noGrp="1"/>
          </p:cNvSpPr>
          <p:nvPr/>
        </p:nvSpPr>
        <p:spPr>
          <a:xfrm xmlns:a="http://schemas.openxmlformats.org/drawingml/2006/main">
            <a:off x="428625" y="1476375"/>
            <a:ext cx="25717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task-0-title">
            <a:extLst xmlns:a="http://schemas.openxmlformats.org/drawingml/2006/main">
              <a:ext uri="{FF2B5EF4-FFF2-40B4-BE49-F238E27FC236}">
                <a16:creationId xmlns:a16="http://schemas.microsoft.com/office/drawing/2014/main" id="{80EFF679-83F1-46DA-9210-4567101461D0}"/>
              </a:ext>
            </a:extLst>
          </p:cNvPr>
          <p:cNvSpPr>
            <a:spLocks xmlns:a="http://schemas.openxmlformats.org/drawingml/2006/main" noGrp="1"/>
          </p:cNvSpPr>
          <p:nvPr/>
        </p:nvSpPr>
        <p:spPr>
          <a:xfrm xmlns:a="http://schemas.openxmlformats.org/drawingml/2006/main">
            <a:off x="485775" y="1495425"/>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Reminder</a:t>
            </a:r>
          </a:p>
        </p:txBody>
      </p:sp>
      <p:sp>
        <p:nvSpPr>
          <p:cNvPr id="7" name="task-0-body">
            <a:extLst xmlns:a="http://schemas.openxmlformats.org/drawingml/2006/main">
              <a:ext uri="{FF2B5EF4-FFF2-40B4-BE49-F238E27FC236}">
                <a16:creationId xmlns:a16="http://schemas.microsoft.com/office/drawing/2014/main" id="{BDC1DF6E-277B-416C-ABF9-B090EE7E5EAC}"/>
              </a:ext>
            </a:extLst>
          </p:cNvPr>
          <p:cNvSpPr>
            <a:spLocks xmlns:a="http://schemas.openxmlformats.org/drawingml/2006/main" noGrp="1"/>
          </p:cNvSpPr>
          <p:nvPr/>
        </p:nvSpPr>
        <p:spPr>
          <a:xfrm xmlns:a="http://schemas.openxmlformats.org/drawingml/2006/main">
            <a:off x="523875" y="1876425"/>
            <a:ext cx="238125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한 번 실행</a:t>
            </a:r>
          </a:p>
          <a:p xmlns:a="http://schemas.openxmlformats.org/drawingml/2006/main">
            <a:r>
              <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내일 15시에</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특허 미팅 준비 알림</a:t>
            </a:r>
          </a:p>
        </p:txBody>
      </p:sp>
      <p:sp>
        <p:nvSpPr>
          <p:cNvPr id="8" name="task-1-box">
            <a:extLst xmlns:a="http://schemas.openxmlformats.org/drawingml/2006/main">
              <a:ext uri="{FF2B5EF4-FFF2-40B4-BE49-F238E27FC236}">
                <a16:creationId xmlns:a16="http://schemas.microsoft.com/office/drawing/2014/main" id="{F467230B-EAA7-4F3D-A181-8D76B0DFEE52}"/>
              </a:ext>
            </a:extLst>
          </p:cNvPr>
          <p:cNvSpPr>
            <a:spLocks xmlns:a="http://schemas.openxmlformats.org/drawingml/2006/main" noGrp="1"/>
          </p:cNvSpPr>
          <p:nvPr/>
        </p:nvSpPr>
        <p:spPr>
          <a:xfrm xmlns:a="http://schemas.openxmlformats.org/drawingml/2006/main">
            <a:off x="3286125" y="1476375"/>
            <a:ext cx="2571750" cy="23336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task-1-title-fill">
            <a:extLst xmlns:a="http://schemas.openxmlformats.org/drawingml/2006/main">
              <a:ext uri="{FF2B5EF4-FFF2-40B4-BE49-F238E27FC236}">
                <a16:creationId xmlns:a16="http://schemas.microsoft.com/office/drawing/2014/main" id="{CEE82BEC-70AA-4976-AC95-3D54786EFDFE}"/>
              </a:ext>
            </a:extLst>
          </p:cNvPr>
          <p:cNvSpPr>
            <a:spLocks xmlns:a="http://schemas.openxmlformats.org/drawingml/2006/main" noGrp="1"/>
          </p:cNvSpPr>
          <p:nvPr/>
        </p:nvSpPr>
        <p:spPr>
          <a:xfrm xmlns:a="http://schemas.openxmlformats.org/drawingml/2006/main">
            <a:off x="3286125" y="1476375"/>
            <a:ext cx="25717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task-1-title">
            <a:extLst xmlns:a="http://schemas.openxmlformats.org/drawingml/2006/main">
              <a:ext uri="{FF2B5EF4-FFF2-40B4-BE49-F238E27FC236}">
                <a16:creationId xmlns:a16="http://schemas.microsoft.com/office/drawing/2014/main" id="{62EF8AFC-78C8-4050-A4EB-EC81DA5E37A9}"/>
              </a:ext>
            </a:extLst>
          </p:cNvPr>
          <p:cNvSpPr>
            <a:spLocks xmlns:a="http://schemas.openxmlformats.org/drawingml/2006/main" noGrp="1"/>
          </p:cNvSpPr>
          <p:nvPr/>
        </p:nvSpPr>
        <p:spPr>
          <a:xfrm xmlns:a="http://schemas.openxmlformats.org/drawingml/2006/main">
            <a:off x="3343275" y="1495425"/>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Recurring</a:t>
            </a:r>
          </a:p>
        </p:txBody>
      </p:sp>
      <p:sp>
        <p:nvSpPr>
          <p:cNvPr id="11" name="task-1-body">
            <a:extLst xmlns:a="http://schemas.openxmlformats.org/drawingml/2006/main">
              <a:ext uri="{FF2B5EF4-FFF2-40B4-BE49-F238E27FC236}">
                <a16:creationId xmlns:a16="http://schemas.microsoft.com/office/drawing/2014/main" id="{6FF68759-9F46-464E-86E6-3F65BE08F8D4}"/>
              </a:ext>
            </a:extLst>
          </p:cNvPr>
          <p:cNvSpPr>
            <a:spLocks xmlns:a="http://schemas.openxmlformats.org/drawingml/2006/main" noGrp="1"/>
          </p:cNvSpPr>
          <p:nvPr/>
        </p:nvSpPr>
        <p:spPr>
          <a:xfrm xmlns:a="http://schemas.openxmlformats.org/drawingml/2006/main">
            <a:off x="3381375" y="1876425"/>
            <a:ext cx="238125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정기 반복</a:t>
            </a:r>
          </a:p>
          <a:p xmlns:a="http://schemas.openxmlformats.org/drawingml/2006/main">
            <a:r>
              <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매주 월요일</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기술 뉴스 브리핑</a:t>
            </a:r>
          </a:p>
        </p:txBody>
      </p:sp>
      <p:sp>
        <p:nvSpPr>
          <p:cNvPr id="12" name="task-2-box">
            <a:extLst xmlns:a="http://schemas.openxmlformats.org/drawingml/2006/main">
              <a:ext uri="{FF2B5EF4-FFF2-40B4-BE49-F238E27FC236}">
                <a16:creationId xmlns:a16="http://schemas.microsoft.com/office/drawing/2014/main" id="{B96B9E23-22ED-4EF2-8BE8-677B3CF57736}"/>
              </a:ext>
            </a:extLst>
          </p:cNvPr>
          <p:cNvSpPr>
            <a:spLocks xmlns:a="http://schemas.openxmlformats.org/drawingml/2006/main" noGrp="1"/>
          </p:cNvSpPr>
          <p:nvPr/>
        </p:nvSpPr>
        <p:spPr>
          <a:xfrm xmlns:a="http://schemas.openxmlformats.org/drawingml/2006/main">
            <a:off x="6143625" y="1476375"/>
            <a:ext cx="2571750" cy="23336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3" name="task-2-title-fill">
            <a:extLst xmlns:a="http://schemas.openxmlformats.org/drawingml/2006/main">
              <a:ext uri="{FF2B5EF4-FFF2-40B4-BE49-F238E27FC236}">
                <a16:creationId xmlns:a16="http://schemas.microsoft.com/office/drawing/2014/main" id="{173E9AD3-2234-481A-B9BC-0F443C30FF7A}"/>
              </a:ext>
            </a:extLst>
          </p:cNvPr>
          <p:cNvSpPr>
            <a:spLocks xmlns:a="http://schemas.openxmlformats.org/drawingml/2006/main" noGrp="1"/>
          </p:cNvSpPr>
          <p:nvPr/>
        </p:nvSpPr>
        <p:spPr>
          <a:xfrm xmlns:a="http://schemas.openxmlformats.org/drawingml/2006/main">
            <a:off x="6143625" y="1476375"/>
            <a:ext cx="25717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4" name="task-2-title">
            <a:extLst xmlns:a="http://schemas.openxmlformats.org/drawingml/2006/main">
              <a:ext uri="{FF2B5EF4-FFF2-40B4-BE49-F238E27FC236}">
                <a16:creationId xmlns:a16="http://schemas.microsoft.com/office/drawing/2014/main" id="{735FE724-7514-42FF-940B-6F7379D995A4}"/>
              </a:ext>
            </a:extLst>
          </p:cNvPr>
          <p:cNvSpPr>
            <a:spLocks xmlns:a="http://schemas.openxmlformats.org/drawingml/2006/main" noGrp="1"/>
          </p:cNvSpPr>
          <p:nvPr/>
        </p:nvSpPr>
        <p:spPr>
          <a:xfrm xmlns:a="http://schemas.openxmlformats.org/drawingml/2006/main">
            <a:off x="6200775" y="1495425"/>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Monitoring</a:t>
            </a:r>
          </a:p>
        </p:txBody>
      </p:sp>
      <p:sp>
        <p:nvSpPr>
          <p:cNvPr id="15" name="task-2-body">
            <a:extLst xmlns:a="http://schemas.openxmlformats.org/drawingml/2006/main">
              <a:ext uri="{FF2B5EF4-FFF2-40B4-BE49-F238E27FC236}">
                <a16:creationId xmlns:a16="http://schemas.microsoft.com/office/drawing/2014/main" id="{A14FBC12-413B-41AD-A9A3-78C2F0FDF30C}"/>
              </a:ext>
            </a:extLst>
          </p:cNvPr>
          <p:cNvSpPr>
            <a:spLocks xmlns:a="http://schemas.openxmlformats.org/drawingml/2006/main" noGrp="1"/>
          </p:cNvSpPr>
          <p:nvPr/>
        </p:nvSpPr>
        <p:spPr>
          <a:xfrm xmlns:a="http://schemas.openxmlformats.org/drawingml/2006/main">
            <a:off x="6238875" y="1876425"/>
            <a:ext cx="238125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변화 시 보고</a:t>
            </a:r>
          </a:p>
          <a:p xmlns:a="http://schemas.openxmlformats.org/drawingml/2006/main">
            <a:r>
              <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중요 신규 발표가</a:t>
            </a:r>
          </a:p>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생기면 알림</a:t>
            </a:r>
          </a:p>
        </p:txBody>
      </p:sp>
      <p:sp>
        <p:nvSpPr>
          <p:cNvPr id="16" name="task-limit">
            <a:extLst xmlns:a="http://schemas.openxmlformats.org/drawingml/2006/main">
              <a:ext uri="{FF2B5EF4-FFF2-40B4-BE49-F238E27FC236}">
                <a16:creationId xmlns:a16="http://schemas.microsoft.com/office/drawing/2014/main" id="{29A7C36F-6A1C-4A57-8D43-732278F015BB}"/>
              </a:ext>
            </a:extLst>
          </p:cNvPr>
          <p:cNvSpPr>
            <a:spLocks xmlns:a="http://schemas.openxmlformats.org/drawingml/2006/main" noGrp="1"/>
          </p:cNvSpPr>
          <p:nvPr/>
        </p:nvSpPr>
        <p:spPr>
          <a:xfrm xmlns:a="http://schemas.openxmlformats.org/drawingml/2006/main">
            <a:off x="1762125" y="40957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Plus 이상 · active task 최대 5개 · 실행 빈도 최대 시간당 1회</a:t>
            </a:r>
          </a:p>
        </p:txBody>
      </p:sp>
    </p:spTree>
    <p:extLst>
      <p:ext uri="{BB962C8B-B14F-4D97-AF65-F5344CB8AC3E}">
        <p14:creationId xmlns:p14="http://schemas.microsoft.com/office/powerpoint/2010/main" val="88273599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6" name="content-title">
            <a:extLst xmlns:a="http://schemas.openxmlformats.org/drawingml/2006/main">
              <a:ext uri="{FF2B5EF4-FFF2-40B4-BE49-F238E27FC236}">
                <a16:creationId xmlns:a16="http://schemas.microsoft.com/office/drawing/2014/main" id="{380D8EAE-AF3F-48B7-A6B0-BC458448AED8}"/>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Skills: 어떻게 일할 것인가</a:t>
            </a:r>
          </a:p>
        </p:txBody>
      </p:sp>
      <p:sp>
        <p:nvSpPr>
          <p:cNvPr id="2" name="content-message">
            <a:extLst xmlns:a="http://schemas.openxmlformats.org/drawingml/2006/main">
              <a:ext uri="{FF2B5EF4-FFF2-40B4-BE49-F238E27FC236}">
                <a16:creationId xmlns:a16="http://schemas.microsoft.com/office/drawing/2014/main" id="{857B78EE-3F72-4CBF-9121-0055B9D3B107}"/>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좋은 Prompt를 반복 가능한 업무 표준으로 만든다</a:t>
            </a:r>
          </a:p>
        </p:txBody>
      </p:sp>
      <p:sp>
        <p:nvSpPr>
          <p:cNvPr id="3" name="footer-source-report">
            <a:extLst xmlns:a="http://schemas.openxmlformats.org/drawingml/2006/main">
              <a:ext uri="{FF2B5EF4-FFF2-40B4-BE49-F238E27FC236}">
                <a16:creationId xmlns:a16="http://schemas.microsoft.com/office/drawing/2014/main" id="{1C3BD430-CBD9-432E-83BB-0547D39D3C78}"/>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flow-0-box">
            <a:extLst xmlns:a="http://schemas.openxmlformats.org/drawingml/2006/main">
              <a:ext uri="{FF2B5EF4-FFF2-40B4-BE49-F238E27FC236}">
                <a16:creationId xmlns:a16="http://schemas.microsoft.com/office/drawing/2014/main" id="{85674669-D8E7-465A-AF5E-65E897DDBAC6}"/>
              </a:ext>
            </a:extLst>
          </p:cNvPr>
          <p:cNvSpPr>
            <a:spLocks xmlns:a="http://schemas.openxmlformats.org/drawingml/2006/main" noGrp="1"/>
          </p:cNvSpPr>
          <p:nvPr/>
        </p:nvSpPr>
        <p:spPr>
          <a:xfrm xmlns:a="http://schemas.openxmlformats.org/drawingml/2006/main">
            <a:off x="400050" y="1762125"/>
            <a:ext cx="1438275"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00"/>
            </a:solidFill>
            <a:prstDash val="solid"/>
          </a:ln>
        </p:spPr>
      </p:sp>
      <p:sp>
        <p:nvSpPr>
          <p:cNvPr id="5" name="flow-0-title">
            <a:extLst xmlns:a="http://schemas.openxmlformats.org/drawingml/2006/main">
              <a:ext uri="{FF2B5EF4-FFF2-40B4-BE49-F238E27FC236}">
                <a16:creationId xmlns:a16="http://schemas.microsoft.com/office/drawing/2014/main" id="{4F9ED3F1-5AC6-49A4-AD3E-579B067F2B9C}"/>
              </a:ext>
            </a:extLst>
          </p:cNvPr>
          <p:cNvSpPr>
            <a:spLocks xmlns:a="http://schemas.openxmlformats.org/drawingml/2006/main" noGrp="1"/>
          </p:cNvSpPr>
          <p:nvPr/>
        </p:nvSpPr>
        <p:spPr>
          <a:xfrm xmlns:a="http://schemas.openxmlformats.org/drawingml/2006/main">
            <a:off x="457200" y="18573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Instructions</a:t>
            </a:r>
          </a:p>
        </p:txBody>
      </p:sp>
      <p:sp>
        <p:nvSpPr>
          <p:cNvPr id="6" name="flow-0-body">
            <a:extLst xmlns:a="http://schemas.openxmlformats.org/drawingml/2006/main">
              <a:ext uri="{FF2B5EF4-FFF2-40B4-BE49-F238E27FC236}">
                <a16:creationId xmlns:a16="http://schemas.microsoft.com/office/drawing/2014/main" id="{2246D261-664E-43E7-BFBE-BD6875D9F54F}"/>
              </a:ext>
            </a:extLst>
          </p:cNvPr>
          <p:cNvSpPr>
            <a:spLocks xmlns:a="http://schemas.openxmlformats.org/drawingml/2006/main" noGrp="1"/>
          </p:cNvSpPr>
          <p:nvPr/>
        </p:nvSpPr>
        <p:spPr>
          <a:xfrm xmlns:a="http://schemas.openxmlformats.org/drawingml/2006/main">
            <a:off x="476250" y="2200275"/>
            <a:ext cx="1285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업무 규칙</a:t>
            </a:r>
          </a:p>
        </p:txBody>
      </p:sp>
      <p:sp>
        <p:nvSpPr>
          <p:cNvPr id="7" name="arrow-194-231.5">
            <a:extLst xmlns:a="http://schemas.openxmlformats.org/drawingml/2006/main">
              <a:ext uri="{FF2B5EF4-FFF2-40B4-BE49-F238E27FC236}">
                <a16:creationId xmlns:a16="http://schemas.microsoft.com/office/drawing/2014/main" id="{AA332DAC-6347-44A1-9D32-FC33474D19AA}"/>
              </a:ext>
            </a:extLst>
          </p:cNvPr>
          <p:cNvSpPr>
            <a:spLocks xmlns:a="http://schemas.openxmlformats.org/drawingml/2006/main" noGrp="1"/>
          </p:cNvSpPr>
          <p:nvPr/>
        </p:nvSpPr>
        <p:spPr>
          <a:xfrm xmlns:a="http://schemas.openxmlformats.org/drawingml/2006/main">
            <a:off x="1847850" y="220503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8" name="flow-1-box">
            <a:extLst xmlns:a="http://schemas.openxmlformats.org/drawingml/2006/main">
              <a:ext uri="{FF2B5EF4-FFF2-40B4-BE49-F238E27FC236}">
                <a16:creationId xmlns:a16="http://schemas.microsoft.com/office/drawing/2014/main" id="{B5FC652D-FF3B-4240-B518-F5FCC98DB23F}"/>
              </a:ext>
            </a:extLst>
          </p:cNvPr>
          <p:cNvSpPr>
            <a:spLocks xmlns:a="http://schemas.openxmlformats.org/drawingml/2006/main" noGrp="1"/>
          </p:cNvSpPr>
          <p:nvPr/>
        </p:nvSpPr>
        <p:spPr>
          <a:xfrm xmlns:a="http://schemas.openxmlformats.org/drawingml/2006/main">
            <a:off x="2124075" y="1762125"/>
            <a:ext cx="1438275"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00"/>
            </a:solidFill>
            <a:prstDash val="solid"/>
          </a:ln>
        </p:spPr>
      </p:sp>
      <p:sp>
        <p:nvSpPr>
          <p:cNvPr id="9" name="flow-1-title">
            <a:extLst xmlns:a="http://schemas.openxmlformats.org/drawingml/2006/main">
              <a:ext uri="{FF2B5EF4-FFF2-40B4-BE49-F238E27FC236}">
                <a16:creationId xmlns:a16="http://schemas.microsoft.com/office/drawing/2014/main" id="{9F56D89F-9FF0-4AEC-91D0-CEA93E76866A}"/>
              </a:ext>
            </a:extLst>
          </p:cNvPr>
          <p:cNvSpPr>
            <a:spLocks xmlns:a="http://schemas.openxmlformats.org/drawingml/2006/main" noGrp="1"/>
          </p:cNvSpPr>
          <p:nvPr/>
        </p:nvSpPr>
        <p:spPr>
          <a:xfrm xmlns:a="http://schemas.openxmlformats.org/drawingml/2006/main">
            <a:off x="2181225" y="18573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Examples</a:t>
            </a:r>
          </a:p>
        </p:txBody>
      </p:sp>
      <p:sp>
        <p:nvSpPr>
          <p:cNvPr id="10" name="flow-1-body">
            <a:extLst xmlns:a="http://schemas.openxmlformats.org/drawingml/2006/main">
              <a:ext uri="{FF2B5EF4-FFF2-40B4-BE49-F238E27FC236}">
                <a16:creationId xmlns:a16="http://schemas.microsoft.com/office/drawing/2014/main" id="{6B6087E7-5623-4437-A567-3DB3DBFE5131}"/>
              </a:ext>
            </a:extLst>
          </p:cNvPr>
          <p:cNvSpPr>
            <a:spLocks xmlns:a="http://schemas.openxmlformats.org/drawingml/2006/main" noGrp="1"/>
          </p:cNvSpPr>
          <p:nvPr/>
        </p:nvSpPr>
        <p:spPr>
          <a:xfrm xmlns:a="http://schemas.openxmlformats.org/drawingml/2006/main">
            <a:off x="2200275" y="2200275"/>
            <a:ext cx="1285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좋은 결과의</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기준</a:t>
            </a:r>
          </a:p>
        </p:txBody>
      </p:sp>
      <p:sp>
        <p:nvSpPr>
          <p:cNvPr id="11" name="arrow-375-231.5">
            <a:extLst xmlns:a="http://schemas.openxmlformats.org/drawingml/2006/main">
              <a:ext uri="{FF2B5EF4-FFF2-40B4-BE49-F238E27FC236}">
                <a16:creationId xmlns:a16="http://schemas.microsoft.com/office/drawing/2014/main" id="{1527B267-5C5B-4642-BAF5-892DB890F628}"/>
              </a:ext>
            </a:extLst>
          </p:cNvPr>
          <p:cNvSpPr>
            <a:spLocks xmlns:a="http://schemas.openxmlformats.org/drawingml/2006/main" noGrp="1"/>
          </p:cNvSpPr>
          <p:nvPr/>
        </p:nvSpPr>
        <p:spPr>
          <a:xfrm xmlns:a="http://schemas.openxmlformats.org/drawingml/2006/main">
            <a:off x="3571875" y="220503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2" name="flow-2-box">
            <a:extLst xmlns:a="http://schemas.openxmlformats.org/drawingml/2006/main">
              <a:ext uri="{FF2B5EF4-FFF2-40B4-BE49-F238E27FC236}">
                <a16:creationId xmlns:a16="http://schemas.microsoft.com/office/drawing/2014/main" id="{69343D83-C395-4586-AE36-3E9DB21E2EB2}"/>
              </a:ext>
            </a:extLst>
          </p:cNvPr>
          <p:cNvSpPr>
            <a:spLocks xmlns:a="http://schemas.openxmlformats.org/drawingml/2006/main" noGrp="1"/>
          </p:cNvSpPr>
          <p:nvPr/>
        </p:nvSpPr>
        <p:spPr>
          <a:xfrm xmlns:a="http://schemas.openxmlformats.org/drawingml/2006/main">
            <a:off x="3848100" y="1762125"/>
            <a:ext cx="1438275"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00"/>
            </a:solidFill>
            <a:prstDash val="solid"/>
          </a:ln>
        </p:spPr>
      </p:sp>
      <p:sp>
        <p:nvSpPr>
          <p:cNvPr id="13" name="flow-2-title">
            <a:extLst xmlns:a="http://schemas.openxmlformats.org/drawingml/2006/main">
              <a:ext uri="{FF2B5EF4-FFF2-40B4-BE49-F238E27FC236}">
                <a16:creationId xmlns:a16="http://schemas.microsoft.com/office/drawing/2014/main" id="{E3F89C13-F2FF-4EA7-B372-D3354A0CCA42}"/>
              </a:ext>
            </a:extLst>
          </p:cNvPr>
          <p:cNvSpPr>
            <a:spLocks xmlns:a="http://schemas.openxmlformats.org/drawingml/2006/main" noGrp="1"/>
          </p:cNvSpPr>
          <p:nvPr/>
        </p:nvSpPr>
        <p:spPr>
          <a:xfrm xmlns:a="http://schemas.openxmlformats.org/drawingml/2006/main">
            <a:off x="3905250" y="18573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Assets·Code</a:t>
            </a:r>
          </a:p>
        </p:txBody>
      </p:sp>
      <p:sp>
        <p:nvSpPr>
          <p:cNvPr id="14" name="flow-2-body">
            <a:extLst xmlns:a="http://schemas.openxmlformats.org/drawingml/2006/main">
              <a:ext uri="{FF2B5EF4-FFF2-40B4-BE49-F238E27FC236}">
                <a16:creationId xmlns:a16="http://schemas.microsoft.com/office/drawing/2014/main" id="{54BC2A25-2A62-444A-8179-7AFE034625F7}"/>
              </a:ext>
            </a:extLst>
          </p:cNvPr>
          <p:cNvSpPr>
            <a:spLocks xmlns:a="http://schemas.openxmlformats.org/drawingml/2006/main" noGrp="1"/>
          </p:cNvSpPr>
          <p:nvPr/>
        </p:nvSpPr>
        <p:spPr>
          <a:xfrm xmlns:a="http://schemas.openxmlformats.org/drawingml/2006/main">
            <a:off x="3924300" y="2200275"/>
            <a:ext cx="1285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양식·스크립트</a:t>
            </a:r>
          </a:p>
        </p:txBody>
      </p:sp>
      <p:sp>
        <p:nvSpPr>
          <p:cNvPr id="15" name="arrow-556-231.5">
            <a:extLst xmlns:a="http://schemas.openxmlformats.org/drawingml/2006/main">
              <a:ext uri="{FF2B5EF4-FFF2-40B4-BE49-F238E27FC236}">
                <a16:creationId xmlns:a16="http://schemas.microsoft.com/office/drawing/2014/main" id="{72EB7E94-A661-4F0C-B962-709A3EE1ACF7}"/>
              </a:ext>
            </a:extLst>
          </p:cNvPr>
          <p:cNvSpPr>
            <a:spLocks xmlns:a="http://schemas.openxmlformats.org/drawingml/2006/main" noGrp="1"/>
          </p:cNvSpPr>
          <p:nvPr/>
        </p:nvSpPr>
        <p:spPr>
          <a:xfrm xmlns:a="http://schemas.openxmlformats.org/drawingml/2006/main">
            <a:off x="5295900" y="220503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6" name="flow-3-box">
            <a:extLst xmlns:a="http://schemas.openxmlformats.org/drawingml/2006/main">
              <a:ext uri="{FF2B5EF4-FFF2-40B4-BE49-F238E27FC236}">
                <a16:creationId xmlns:a16="http://schemas.microsoft.com/office/drawing/2014/main" id="{9CF4C3CF-3418-49CD-A79C-5CF63D274C3E}"/>
              </a:ext>
            </a:extLst>
          </p:cNvPr>
          <p:cNvSpPr>
            <a:spLocks xmlns:a="http://schemas.openxmlformats.org/drawingml/2006/main" noGrp="1"/>
          </p:cNvSpPr>
          <p:nvPr/>
        </p:nvSpPr>
        <p:spPr>
          <a:xfrm xmlns:a="http://schemas.openxmlformats.org/drawingml/2006/main">
            <a:off x="5572125" y="1762125"/>
            <a:ext cx="1438275"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00"/>
            </a:solidFill>
            <a:prstDash val="solid"/>
          </a:ln>
        </p:spPr>
      </p:sp>
      <p:sp>
        <p:nvSpPr>
          <p:cNvPr id="17" name="flow-3-title">
            <a:extLst xmlns:a="http://schemas.openxmlformats.org/drawingml/2006/main">
              <a:ext uri="{FF2B5EF4-FFF2-40B4-BE49-F238E27FC236}">
                <a16:creationId xmlns:a16="http://schemas.microsoft.com/office/drawing/2014/main" id="{134EC999-F7B2-4BBC-9C1A-30C763C355D0}"/>
              </a:ext>
            </a:extLst>
          </p:cNvPr>
          <p:cNvSpPr>
            <a:spLocks xmlns:a="http://schemas.openxmlformats.org/drawingml/2006/main" noGrp="1"/>
          </p:cNvSpPr>
          <p:nvPr/>
        </p:nvSpPr>
        <p:spPr>
          <a:xfrm xmlns:a="http://schemas.openxmlformats.org/drawingml/2006/main">
            <a:off x="5629275" y="18573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Repeatable Output</a:t>
            </a:r>
          </a:p>
        </p:txBody>
      </p:sp>
      <p:sp>
        <p:nvSpPr>
          <p:cNvPr id="18" name="flow-3-body">
            <a:extLst xmlns:a="http://schemas.openxmlformats.org/drawingml/2006/main">
              <a:ext uri="{FF2B5EF4-FFF2-40B4-BE49-F238E27FC236}">
                <a16:creationId xmlns:a16="http://schemas.microsoft.com/office/drawing/2014/main" id="{CB0CF984-B2C9-4378-B9FF-B14FDF4E73C2}"/>
              </a:ext>
            </a:extLst>
          </p:cNvPr>
          <p:cNvSpPr>
            <a:spLocks xmlns:a="http://schemas.openxmlformats.org/drawingml/2006/main" noGrp="1"/>
          </p:cNvSpPr>
          <p:nvPr/>
        </p:nvSpPr>
        <p:spPr>
          <a:xfrm xmlns:a="http://schemas.openxmlformats.org/drawingml/2006/main">
            <a:off x="5648325" y="2200275"/>
            <a:ext cx="1285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일관된 결과</a:t>
            </a:r>
          </a:p>
        </p:txBody>
      </p:sp>
      <p:sp>
        <p:nvSpPr>
          <p:cNvPr id="19" name="arrow-737-231.5">
            <a:extLst xmlns:a="http://schemas.openxmlformats.org/drawingml/2006/main">
              <a:ext uri="{FF2B5EF4-FFF2-40B4-BE49-F238E27FC236}">
                <a16:creationId xmlns:a16="http://schemas.microsoft.com/office/drawing/2014/main" id="{FD22796C-6AB7-473F-99B7-C9D8C07FA135}"/>
              </a:ext>
            </a:extLst>
          </p:cNvPr>
          <p:cNvSpPr>
            <a:spLocks xmlns:a="http://schemas.openxmlformats.org/drawingml/2006/main" noGrp="1"/>
          </p:cNvSpPr>
          <p:nvPr/>
        </p:nvSpPr>
        <p:spPr>
          <a:xfrm xmlns:a="http://schemas.openxmlformats.org/drawingml/2006/main">
            <a:off x="7019925" y="220503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20" name="flow-4-box">
            <a:extLst xmlns:a="http://schemas.openxmlformats.org/drawingml/2006/main">
              <a:ext uri="{FF2B5EF4-FFF2-40B4-BE49-F238E27FC236}">
                <a16:creationId xmlns:a16="http://schemas.microsoft.com/office/drawing/2014/main" id="{DA2CF3F5-001E-4691-BC4A-E1DF9311A2DA}"/>
              </a:ext>
            </a:extLst>
          </p:cNvPr>
          <p:cNvSpPr>
            <a:spLocks xmlns:a="http://schemas.openxmlformats.org/drawingml/2006/main" noGrp="1"/>
          </p:cNvSpPr>
          <p:nvPr/>
        </p:nvSpPr>
        <p:spPr>
          <a:xfrm xmlns:a="http://schemas.openxmlformats.org/drawingml/2006/main">
            <a:off x="7296150" y="1762125"/>
            <a:ext cx="1438275" cy="1190625"/>
          </a:xfrm>
          <a:prstGeom xmlns:a="http://schemas.openxmlformats.org/drawingml/2006/main" prst="roundRect">
            <a:avLst>
              <a:gd name="adj" fmla="val 4800"/>
            </a:avLst>
          </a:prstGeom>
          <a:noFill xmlns:a="http://schemas.openxmlformats.org/drawingml/2006/main"/>
          <a:ln xmlns:a="http://schemas.openxmlformats.org/drawingml/2006/main" w="9525">
            <a:solidFill>
              <a:srgbClr val="0000FF"/>
            </a:solidFill>
            <a:prstDash val="solid"/>
          </a:ln>
        </p:spPr>
      </p:sp>
      <p:sp>
        <p:nvSpPr>
          <p:cNvPr id="21" name="flow-4-title">
            <a:extLst xmlns:a="http://schemas.openxmlformats.org/drawingml/2006/main">
              <a:ext uri="{FF2B5EF4-FFF2-40B4-BE49-F238E27FC236}">
                <a16:creationId xmlns:a16="http://schemas.microsoft.com/office/drawing/2014/main" id="{BF9A698D-FB64-4FCC-BCA5-069B24A77F32}"/>
              </a:ext>
            </a:extLst>
          </p:cNvPr>
          <p:cNvSpPr>
            <a:spLocks xmlns:a="http://schemas.openxmlformats.org/drawingml/2006/main" noGrp="1"/>
          </p:cNvSpPr>
          <p:nvPr/>
        </p:nvSpPr>
        <p:spPr>
          <a:xfrm xmlns:a="http://schemas.openxmlformats.org/drawingml/2006/main">
            <a:off x="7353300" y="18573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QA</a:t>
            </a:r>
          </a:p>
        </p:txBody>
      </p:sp>
      <p:sp>
        <p:nvSpPr>
          <p:cNvPr id="22" name="flow-4-body">
            <a:extLst xmlns:a="http://schemas.openxmlformats.org/drawingml/2006/main">
              <a:ext uri="{FF2B5EF4-FFF2-40B4-BE49-F238E27FC236}">
                <a16:creationId xmlns:a16="http://schemas.microsoft.com/office/drawing/2014/main" id="{90D15CF8-4EA0-4C2D-BEED-A993C07F897F}"/>
              </a:ext>
            </a:extLst>
          </p:cNvPr>
          <p:cNvSpPr>
            <a:spLocks xmlns:a="http://schemas.openxmlformats.org/drawingml/2006/main" noGrp="1"/>
          </p:cNvSpPr>
          <p:nvPr/>
        </p:nvSpPr>
        <p:spPr>
          <a:xfrm xmlns:a="http://schemas.openxmlformats.org/drawingml/2006/main">
            <a:off x="7372350" y="2200275"/>
            <a:ext cx="1285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내용·출처·</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레이아웃 검수</a:t>
            </a:r>
          </a:p>
        </p:txBody>
      </p:sp>
      <p:sp>
        <p:nvSpPr>
          <p:cNvPr id="23" name="skill-demo">
            <a:extLst xmlns:a="http://schemas.openxmlformats.org/drawingml/2006/main">
              <a:ext uri="{FF2B5EF4-FFF2-40B4-BE49-F238E27FC236}">
                <a16:creationId xmlns:a16="http://schemas.microsoft.com/office/drawing/2014/main" id="{E74C91EC-4AB9-41F7-BAF4-08E216AA9EDE}"/>
              </a:ext>
            </a:extLst>
          </p:cNvPr>
          <p:cNvSpPr>
            <a:spLocks xmlns:a="http://schemas.openxmlformats.org/drawingml/2006/main" noGrp="1"/>
          </p:cNvSpPr>
          <p:nvPr/>
        </p:nvSpPr>
        <p:spPr>
          <a:xfrm xmlns:a="http://schemas.openxmlformats.org/drawingml/2006/main">
            <a:off x="1428750" y="3286125"/>
            <a:ext cx="6286500" cy="666750"/>
          </a:xfrm>
          <a:prstGeom xmlns:a="http://schemas.openxmlformats.org/drawingml/2006/main" prst="roundRect">
            <a:avLst>
              <a:gd name="adj" fmla="val 8571"/>
            </a:avLst>
          </a:prstGeom>
          <a:noFill xmlns:a="http://schemas.openxmlformats.org/drawingml/2006/main"/>
          <a:ln xmlns:a="http://schemas.openxmlformats.org/drawingml/2006/main" w="9525">
            <a:solidFill>
              <a:srgbClr val="1429A0"/>
            </a:solidFill>
            <a:prstDash val="solid"/>
          </a:ln>
        </p:spPr>
      </p:sp>
      <p:sp>
        <p:nvSpPr>
          <p:cNvPr id="24" name="skill-demo-text">
            <a:extLst xmlns:a="http://schemas.openxmlformats.org/drawingml/2006/main">
              <a:ext uri="{FF2B5EF4-FFF2-40B4-BE49-F238E27FC236}">
                <a16:creationId xmlns:a16="http://schemas.microsoft.com/office/drawing/2014/main" id="{61DDAA41-E6A9-4DEB-B568-3267CB0C767C}"/>
              </a:ext>
            </a:extLst>
          </p:cNvPr>
          <p:cNvSpPr>
            <a:spLocks xmlns:a="http://schemas.openxmlformats.org/drawingml/2006/main" noGrp="1"/>
          </p:cNvSpPr>
          <p:nvPr/>
        </p:nvSpPr>
        <p:spPr>
          <a:xfrm xmlns:a="http://schemas.openxmlformats.org/drawingml/2006/main">
            <a:off x="1619250" y="34290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Demo: Corporate PPT Skill — Summary → 레이아웃 → Speaker Notes → QA</a:t>
            </a:r>
          </a:p>
        </p:txBody>
      </p:sp>
      <p:sp>
        <p:nvSpPr>
          <p:cNvPr id="25" name="skill-warning">
            <a:extLst xmlns:a="http://schemas.openxmlformats.org/drawingml/2006/main">
              <a:ext uri="{FF2B5EF4-FFF2-40B4-BE49-F238E27FC236}">
                <a16:creationId xmlns:a16="http://schemas.microsoft.com/office/drawing/2014/main" id="{6170C1F7-2FB6-4321-8AAA-A954CEE17122}"/>
              </a:ext>
            </a:extLst>
          </p:cNvPr>
          <p:cNvSpPr>
            <a:spLocks xmlns:a="http://schemas.openxmlformats.org/drawingml/2006/main" noGrp="1"/>
          </p:cNvSpPr>
          <p:nvPr/>
        </p:nvSpPr>
        <p:spPr>
          <a:xfrm xmlns:a="http://schemas.openxmlformats.org/drawingml/2006/main">
            <a:off x="1666875" y="4143375"/>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898989"/>
                </a:solidFill>
                <a:latin typeface="맑은 고딕"/>
                <a:ea typeface="맑은 고딕"/>
                <a:cs typeface="맑은 고딕"/>
              </a:defRPr>
            </a:pPr>
            <a:r>
              <a:rPr sz="1200" b="0">
                <a:solidFill>
                  <a:srgbClr val="898989"/>
                </a:solidFill>
                <a:latin typeface="맑은 고딕"/>
                <a:ea typeface="맑은 고딕"/>
                <a:cs typeface="맑은 고딕"/>
              </a:rPr>
              <a:t>⚠ 개인 Free·Plus 가용성은 공식 문서 표기가 충돌하므로 계정별 확인</a:t>
            </a:r>
          </a:p>
        </p:txBody>
      </p:sp>
    </p:spTree>
    <p:extLst>
      <p:ext uri="{BB962C8B-B14F-4D97-AF65-F5344CB8AC3E}">
        <p14:creationId xmlns:p14="http://schemas.microsoft.com/office/powerpoint/2010/main" val="201048634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 name="content-title">
            <a:extLst xmlns:a="http://schemas.openxmlformats.org/drawingml/2006/main">
              <a:ext uri="{FF2B5EF4-FFF2-40B4-BE49-F238E27FC236}">
                <a16:creationId xmlns:a16="http://schemas.microsoft.com/office/drawing/2014/main" id="{8648AF0B-FADA-4729-98E4-C21EDC229DEB}"/>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Context, Tool, Time, Method</a:t>
            </a:r>
          </a:p>
        </p:txBody>
      </p:sp>
      <p:sp>
        <p:nvSpPr>
          <p:cNvPr id="2" name="content-message">
            <a:extLst xmlns:a="http://schemas.openxmlformats.org/drawingml/2006/main">
              <a:ext uri="{FF2B5EF4-FFF2-40B4-BE49-F238E27FC236}">
                <a16:creationId xmlns:a16="http://schemas.microsoft.com/office/drawing/2014/main" id="{689693A8-85FD-4CF8-9D4B-A5C1A5A0EB6E}"/>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고급 기능은 서로 다른 업무 조건을 담당한다</a:t>
            </a:r>
          </a:p>
        </p:txBody>
      </p:sp>
      <p:sp>
        <p:nvSpPr>
          <p:cNvPr id="3" name="footer-source-report">
            <a:extLst xmlns:a="http://schemas.openxmlformats.org/drawingml/2006/main">
              <a:ext uri="{FF2B5EF4-FFF2-40B4-BE49-F238E27FC236}">
                <a16:creationId xmlns:a16="http://schemas.microsoft.com/office/drawing/2014/main" id="{54A22C2D-CF6F-41C0-A4ED-1BA671C89279}"/>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condition-0">
            <a:extLst xmlns:a="http://schemas.openxmlformats.org/drawingml/2006/main">
              <a:ext uri="{FF2B5EF4-FFF2-40B4-BE49-F238E27FC236}">
                <a16:creationId xmlns:a16="http://schemas.microsoft.com/office/drawing/2014/main" id="{42825408-3159-4F07-8359-BB4D99686334}"/>
              </a:ext>
            </a:extLst>
          </p:cNvPr>
          <p:cNvSpPr>
            <a:spLocks xmlns:a="http://schemas.openxmlformats.org/drawingml/2006/main" noGrp="1"/>
          </p:cNvSpPr>
          <p:nvPr/>
        </p:nvSpPr>
        <p:spPr>
          <a:xfrm xmlns:a="http://schemas.openxmlformats.org/drawingml/2006/main">
            <a:off x="428625" y="1571625"/>
            <a:ext cx="1857375" cy="2333625"/>
          </a:xfrm>
          <a:prstGeom xmlns:a="http://schemas.openxmlformats.org/drawingml/2006/main" prst="roundRect">
            <a:avLst>
              <a:gd name="adj" fmla="val 3077"/>
            </a:avLst>
          </a:prstGeom>
          <a:noFill xmlns:a="http://schemas.openxmlformats.org/drawingml/2006/main"/>
          <a:ln xmlns:a="http://schemas.openxmlformats.org/drawingml/2006/main" w="9525">
            <a:solidFill>
              <a:srgbClr val="000000"/>
            </a:solidFill>
            <a:prstDash val="solid"/>
          </a:ln>
        </p:spPr>
      </p:sp>
      <p:sp>
        <p:nvSpPr>
          <p:cNvPr id="5" name="condition-0-key">
            <a:extLst xmlns:a="http://schemas.openxmlformats.org/drawingml/2006/main">
              <a:ext uri="{FF2B5EF4-FFF2-40B4-BE49-F238E27FC236}">
                <a16:creationId xmlns:a16="http://schemas.microsoft.com/office/drawing/2014/main" id="{FB234422-C313-4819-AAF6-BE1ECBC2A479}"/>
              </a:ext>
            </a:extLst>
          </p:cNvPr>
          <p:cNvSpPr>
            <a:spLocks xmlns:a="http://schemas.openxmlformats.org/drawingml/2006/main" noGrp="1"/>
          </p:cNvSpPr>
          <p:nvPr/>
        </p:nvSpPr>
        <p:spPr>
          <a:xfrm xmlns:a="http://schemas.openxmlformats.org/drawingml/2006/main">
            <a:off x="523875" y="180975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CONTEXT</a:t>
            </a:r>
          </a:p>
        </p:txBody>
      </p:sp>
      <p:sp>
        <p:nvSpPr>
          <p:cNvPr id="6" name="condition-0-q">
            <a:extLst xmlns:a="http://schemas.openxmlformats.org/drawingml/2006/main">
              <a:ext uri="{FF2B5EF4-FFF2-40B4-BE49-F238E27FC236}">
                <a16:creationId xmlns:a16="http://schemas.microsoft.com/office/drawing/2014/main" id="{46913F93-7221-4586-945B-1B41932D9AC4}"/>
              </a:ext>
            </a:extLst>
          </p:cNvPr>
          <p:cNvSpPr>
            <a:spLocks xmlns:a="http://schemas.openxmlformats.org/drawingml/2006/main" noGrp="1"/>
          </p:cNvSpPr>
          <p:nvPr/>
        </p:nvSpPr>
        <p:spPr>
          <a:xfrm xmlns:a="http://schemas.openxmlformats.org/drawingml/2006/main">
            <a:off x="600075" y="2381250"/>
            <a:ext cx="15144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무엇을 알고 있어야 하나</a:t>
            </a:r>
          </a:p>
        </p:txBody>
      </p:sp>
      <p:sp>
        <p:nvSpPr>
          <p:cNvPr id="7" name="condition-0-feature">
            <a:extLst xmlns:a="http://schemas.openxmlformats.org/drawingml/2006/main">
              <a:ext uri="{FF2B5EF4-FFF2-40B4-BE49-F238E27FC236}">
                <a16:creationId xmlns:a16="http://schemas.microsoft.com/office/drawing/2014/main" id="{A120CBA1-A187-45BA-9623-D6BF08A2D179}"/>
              </a:ext>
            </a:extLst>
          </p:cNvPr>
          <p:cNvSpPr>
            <a:spLocks xmlns:a="http://schemas.openxmlformats.org/drawingml/2006/main" noGrp="1"/>
          </p:cNvSpPr>
          <p:nvPr/>
        </p:nvSpPr>
        <p:spPr>
          <a:xfrm xmlns:a="http://schemas.openxmlformats.org/drawingml/2006/main">
            <a:off x="619125" y="323850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Projects</a:t>
            </a:r>
          </a:p>
        </p:txBody>
      </p:sp>
      <p:sp>
        <p:nvSpPr>
          <p:cNvPr id="8" name="condition-1">
            <a:extLst xmlns:a="http://schemas.openxmlformats.org/drawingml/2006/main">
              <a:ext uri="{FF2B5EF4-FFF2-40B4-BE49-F238E27FC236}">
                <a16:creationId xmlns:a16="http://schemas.microsoft.com/office/drawing/2014/main" id="{7C9359F5-D4CB-4C35-92EA-8AD45F847BD1}"/>
              </a:ext>
            </a:extLst>
          </p:cNvPr>
          <p:cNvSpPr>
            <a:spLocks xmlns:a="http://schemas.openxmlformats.org/drawingml/2006/main" noGrp="1"/>
          </p:cNvSpPr>
          <p:nvPr/>
        </p:nvSpPr>
        <p:spPr>
          <a:xfrm xmlns:a="http://schemas.openxmlformats.org/drawingml/2006/main">
            <a:off x="2571750" y="1571625"/>
            <a:ext cx="1857375" cy="2333625"/>
          </a:xfrm>
          <a:prstGeom xmlns:a="http://schemas.openxmlformats.org/drawingml/2006/main" prst="roundRect">
            <a:avLst>
              <a:gd name="adj" fmla="val 3077"/>
            </a:avLst>
          </a:prstGeom>
          <a:noFill xmlns:a="http://schemas.openxmlformats.org/drawingml/2006/main"/>
          <a:ln xmlns:a="http://schemas.openxmlformats.org/drawingml/2006/main" w="9525">
            <a:solidFill>
              <a:srgbClr val="000000"/>
            </a:solidFill>
            <a:prstDash val="solid"/>
          </a:ln>
        </p:spPr>
      </p:sp>
      <p:sp>
        <p:nvSpPr>
          <p:cNvPr id="9" name="condition-1-key">
            <a:extLst xmlns:a="http://schemas.openxmlformats.org/drawingml/2006/main">
              <a:ext uri="{FF2B5EF4-FFF2-40B4-BE49-F238E27FC236}">
                <a16:creationId xmlns:a16="http://schemas.microsoft.com/office/drawing/2014/main" id="{0F5AFB1D-F999-4766-B5A8-EB9EBDAB911D}"/>
              </a:ext>
            </a:extLst>
          </p:cNvPr>
          <p:cNvSpPr>
            <a:spLocks xmlns:a="http://schemas.openxmlformats.org/drawingml/2006/main" noGrp="1"/>
          </p:cNvSpPr>
          <p:nvPr/>
        </p:nvSpPr>
        <p:spPr>
          <a:xfrm xmlns:a="http://schemas.openxmlformats.org/drawingml/2006/main">
            <a:off x="2667000" y="180975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TOOL</a:t>
            </a:r>
          </a:p>
        </p:txBody>
      </p:sp>
      <p:sp>
        <p:nvSpPr>
          <p:cNvPr id="10" name="condition-1-q">
            <a:extLst xmlns:a="http://schemas.openxmlformats.org/drawingml/2006/main">
              <a:ext uri="{FF2B5EF4-FFF2-40B4-BE49-F238E27FC236}">
                <a16:creationId xmlns:a16="http://schemas.microsoft.com/office/drawing/2014/main" id="{5D2F5A69-99E7-4CD8-BED8-C0F59CEB4C74}"/>
              </a:ext>
            </a:extLst>
          </p:cNvPr>
          <p:cNvSpPr>
            <a:spLocks xmlns:a="http://schemas.openxmlformats.org/drawingml/2006/main" noGrp="1"/>
          </p:cNvSpPr>
          <p:nvPr/>
        </p:nvSpPr>
        <p:spPr>
          <a:xfrm xmlns:a="http://schemas.openxmlformats.org/drawingml/2006/main">
            <a:off x="2743200" y="2381250"/>
            <a:ext cx="15144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어떤 시스템을 사용할까</a:t>
            </a:r>
          </a:p>
        </p:txBody>
      </p:sp>
      <p:sp>
        <p:nvSpPr>
          <p:cNvPr id="11" name="condition-1-feature">
            <a:extLst xmlns:a="http://schemas.openxmlformats.org/drawingml/2006/main">
              <a:ext uri="{FF2B5EF4-FFF2-40B4-BE49-F238E27FC236}">
                <a16:creationId xmlns:a16="http://schemas.microsoft.com/office/drawing/2014/main" id="{F33BA26A-D1B6-4DFF-A932-F2D716110530}"/>
              </a:ext>
            </a:extLst>
          </p:cNvPr>
          <p:cNvSpPr>
            <a:spLocks xmlns:a="http://schemas.openxmlformats.org/drawingml/2006/main" noGrp="1"/>
          </p:cNvSpPr>
          <p:nvPr/>
        </p:nvSpPr>
        <p:spPr>
          <a:xfrm xmlns:a="http://schemas.openxmlformats.org/drawingml/2006/main">
            <a:off x="2762250" y="323850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Apps</a:t>
            </a:r>
          </a:p>
        </p:txBody>
      </p:sp>
      <p:sp>
        <p:nvSpPr>
          <p:cNvPr id="12" name="condition-2">
            <a:extLst xmlns:a="http://schemas.openxmlformats.org/drawingml/2006/main">
              <a:ext uri="{FF2B5EF4-FFF2-40B4-BE49-F238E27FC236}">
                <a16:creationId xmlns:a16="http://schemas.microsoft.com/office/drawing/2014/main" id="{5BD964C1-EBAF-40AA-B700-0992DAF3E7D2}"/>
              </a:ext>
            </a:extLst>
          </p:cNvPr>
          <p:cNvSpPr>
            <a:spLocks xmlns:a="http://schemas.openxmlformats.org/drawingml/2006/main" noGrp="1"/>
          </p:cNvSpPr>
          <p:nvPr/>
        </p:nvSpPr>
        <p:spPr>
          <a:xfrm xmlns:a="http://schemas.openxmlformats.org/drawingml/2006/main">
            <a:off x="4714875" y="1571625"/>
            <a:ext cx="1857375" cy="2333625"/>
          </a:xfrm>
          <a:prstGeom xmlns:a="http://schemas.openxmlformats.org/drawingml/2006/main" prst="roundRect">
            <a:avLst>
              <a:gd name="adj" fmla="val 3077"/>
            </a:avLst>
          </a:prstGeom>
          <a:noFill xmlns:a="http://schemas.openxmlformats.org/drawingml/2006/main"/>
          <a:ln xmlns:a="http://schemas.openxmlformats.org/drawingml/2006/main" w="9525">
            <a:solidFill>
              <a:srgbClr val="000000"/>
            </a:solidFill>
            <a:prstDash val="solid"/>
          </a:ln>
        </p:spPr>
      </p:sp>
      <p:sp>
        <p:nvSpPr>
          <p:cNvPr id="13" name="condition-2-key">
            <a:extLst xmlns:a="http://schemas.openxmlformats.org/drawingml/2006/main">
              <a:ext uri="{FF2B5EF4-FFF2-40B4-BE49-F238E27FC236}">
                <a16:creationId xmlns:a16="http://schemas.microsoft.com/office/drawing/2014/main" id="{3F291243-D921-4698-935E-2CA229E87250}"/>
              </a:ext>
            </a:extLst>
          </p:cNvPr>
          <p:cNvSpPr>
            <a:spLocks xmlns:a="http://schemas.openxmlformats.org/drawingml/2006/main" noGrp="1"/>
          </p:cNvSpPr>
          <p:nvPr/>
        </p:nvSpPr>
        <p:spPr>
          <a:xfrm xmlns:a="http://schemas.openxmlformats.org/drawingml/2006/main">
            <a:off x="4810125" y="180975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TIME</a:t>
            </a:r>
          </a:p>
        </p:txBody>
      </p:sp>
      <p:sp>
        <p:nvSpPr>
          <p:cNvPr id="14" name="condition-2-q">
            <a:extLst xmlns:a="http://schemas.openxmlformats.org/drawingml/2006/main">
              <a:ext uri="{FF2B5EF4-FFF2-40B4-BE49-F238E27FC236}">
                <a16:creationId xmlns:a16="http://schemas.microsoft.com/office/drawing/2014/main" id="{EDFE92CF-7AEB-428E-B445-3A3AA60C7976}"/>
              </a:ext>
            </a:extLst>
          </p:cNvPr>
          <p:cNvSpPr>
            <a:spLocks xmlns:a="http://schemas.openxmlformats.org/drawingml/2006/main" noGrp="1"/>
          </p:cNvSpPr>
          <p:nvPr/>
        </p:nvSpPr>
        <p:spPr>
          <a:xfrm xmlns:a="http://schemas.openxmlformats.org/drawingml/2006/main">
            <a:off x="4886325" y="2381250"/>
            <a:ext cx="15144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언제 실행할까</a:t>
            </a:r>
          </a:p>
        </p:txBody>
      </p:sp>
      <p:sp>
        <p:nvSpPr>
          <p:cNvPr id="15" name="condition-2-feature">
            <a:extLst xmlns:a="http://schemas.openxmlformats.org/drawingml/2006/main">
              <a:ext uri="{FF2B5EF4-FFF2-40B4-BE49-F238E27FC236}">
                <a16:creationId xmlns:a16="http://schemas.microsoft.com/office/drawing/2014/main" id="{5D8FDDCA-1D7E-4908-B96E-B8522A1E625D}"/>
              </a:ext>
            </a:extLst>
          </p:cNvPr>
          <p:cNvSpPr>
            <a:spLocks xmlns:a="http://schemas.openxmlformats.org/drawingml/2006/main" noGrp="1"/>
          </p:cNvSpPr>
          <p:nvPr/>
        </p:nvSpPr>
        <p:spPr>
          <a:xfrm xmlns:a="http://schemas.openxmlformats.org/drawingml/2006/main">
            <a:off x="4905375" y="323850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Tasks</a:t>
            </a:r>
          </a:p>
        </p:txBody>
      </p:sp>
      <p:sp>
        <p:nvSpPr>
          <p:cNvPr id="16" name="condition-3">
            <a:extLst xmlns:a="http://schemas.openxmlformats.org/drawingml/2006/main">
              <a:ext uri="{FF2B5EF4-FFF2-40B4-BE49-F238E27FC236}">
                <a16:creationId xmlns:a16="http://schemas.microsoft.com/office/drawing/2014/main" id="{992E1A5E-33D4-42C7-B93B-19565C10337E}"/>
              </a:ext>
            </a:extLst>
          </p:cNvPr>
          <p:cNvSpPr>
            <a:spLocks xmlns:a="http://schemas.openxmlformats.org/drawingml/2006/main" noGrp="1"/>
          </p:cNvSpPr>
          <p:nvPr/>
        </p:nvSpPr>
        <p:spPr>
          <a:xfrm xmlns:a="http://schemas.openxmlformats.org/drawingml/2006/main">
            <a:off x="6858000" y="1571625"/>
            <a:ext cx="1857375" cy="2333625"/>
          </a:xfrm>
          <a:prstGeom xmlns:a="http://schemas.openxmlformats.org/drawingml/2006/main" prst="roundRect">
            <a:avLst>
              <a:gd name="adj" fmla="val 3077"/>
            </a:avLst>
          </a:prstGeom>
          <a:noFill xmlns:a="http://schemas.openxmlformats.org/drawingml/2006/main"/>
          <a:ln xmlns:a="http://schemas.openxmlformats.org/drawingml/2006/main" w="9525">
            <a:solidFill>
              <a:srgbClr val="0000FF"/>
            </a:solidFill>
            <a:prstDash val="solid"/>
          </a:ln>
        </p:spPr>
      </p:sp>
      <p:sp>
        <p:nvSpPr>
          <p:cNvPr id="17" name="condition-3-key">
            <a:extLst xmlns:a="http://schemas.openxmlformats.org/drawingml/2006/main">
              <a:ext uri="{FF2B5EF4-FFF2-40B4-BE49-F238E27FC236}">
                <a16:creationId xmlns:a16="http://schemas.microsoft.com/office/drawing/2014/main" id="{FC705150-B749-44EB-AB8E-19E96CE2A31F}"/>
              </a:ext>
            </a:extLst>
          </p:cNvPr>
          <p:cNvSpPr>
            <a:spLocks xmlns:a="http://schemas.openxmlformats.org/drawingml/2006/main" noGrp="1"/>
          </p:cNvSpPr>
          <p:nvPr/>
        </p:nvSpPr>
        <p:spPr>
          <a:xfrm xmlns:a="http://schemas.openxmlformats.org/drawingml/2006/main">
            <a:off x="6953250" y="180975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700" b="1">
                <a:solidFill>
                  <a:srgbClr val="1429A0"/>
                </a:solidFill>
                <a:latin typeface="맑은 고딕"/>
                <a:ea typeface="맑은 고딕"/>
                <a:cs typeface="맑은 고딕"/>
              </a:defRPr>
            </a:pPr>
            <a:r>
              <a:rPr sz="1700" b="1">
                <a:solidFill>
                  <a:srgbClr val="1429A0"/>
                </a:solidFill>
                <a:latin typeface="맑은 고딕"/>
                <a:ea typeface="맑은 고딕"/>
                <a:cs typeface="맑은 고딕"/>
              </a:rPr>
              <a:t>METHOD</a:t>
            </a:r>
          </a:p>
        </p:txBody>
      </p:sp>
      <p:sp>
        <p:nvSpPr>
          <p:cNvPr id="18" name="condition-3-q">
            <a:extLst xmlns:a="http://schemas.openxmlformats.org/drawingml/2006/main">
              <a:ext uri="{FF2B5EF4-FFF2-40B4-BE49-F238E27FC236}">
                <a16:creationId xmlns:a16="http://schemas.microsoft.com/office/drawing/2014/main" id="{9AB91790-00FF-464B-8273-37253F98C0B5}"/>
              </a:ext>
            </a:extLst>
          </p:cNvPr>
          <p:cNvSpPr>
            <a:spLocks xmlns:a="http://schemas.openxmlformats.org/drawingml/2006/main" noGrp="1"/>
          </p:cNvSpPr>
          <p:nvPr/>
        </p:nvSpPr>
        <p:spPr>
          <a:xfrm xmlns:a="http://schemas.openxmlformats.org/drawingml/2006/main">
            <a:off x="7029450" y="2381250"/>
            <a:ext cx="15144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어떤 절차로 일할까</a:t>
            </a:r>
          </a:p>
        </p:txBody>
      </p:sp>
      <p:sp>
        <p:nvSpPr>
          <p:cNvPr id="19" name="condition-3-feature">
            <a:extLst xmlns:a="http://schemas.openxmlformats.org/drawingml/2006/main">
              <a:ext uri="{FF2B5EF4-FFF2-40B4-BE49-F238E27FC236}">
                <a16:creationId xmlns:a16="http://schemas.microsoft.com/office/drawing/2014/main" id="{FB0F02C8-FD6D-43E1-ADF2-8CAF07E03DCC}"/>
              </a:ext>
            </a:extLst>
          </p:cNvPr>
          <p:cNvSpPr>
            <a:spLocks xmlns:a="http://schemas.openxmlformats.org/drawingml/2006/main" noGrp="1"/>
          </p:cNvSpPr>
          <p:nvPr/>
        </p:nvSpPr>
        <p:spPr>
          <a:xfrm xmlns:a="http://schemas.openxmlformats.org/drawingml/2006/main">
            <a:off x="7048500" y="323850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Skills</a:t>
            </a:r>
          </a:p>
        </p:txBody>
      </p:sp>
      <p:sp>
        <p:nvSpPr>
          <p:cNvPr id="20" name="agent-transition">
            <a:extLst xmlns:a="http://schemas.openxmlformats.org/drawingml/2006/main">
              <a:ext uri="{FF2B5EF4-FFF2-40B4-BE49-F238E27FC236}">
                <a16:creationId xmlns:a16="http://schemas.microsoft.com/office/drawing/2014/main" id="{FC9744C9-50E8-4100-AD9D-CE121B2BFEAF}"/>
              </a:ext>
            </a:extLst>
          </p:cNvPr>
          <p:cNvSpPr>
            <a:spLocks xmlns:a="http://schemas.openxmlformats.org/drawingml/2006/main" noGrp="1"/>
          </p:cNvSpPr>
          <p:nvPr/>
        </p:nvSpPr>
        <p:spPr>
          <a:xfrm xmlns:a="http://schemas.openxmlformats.org/drawingml/2006/main">
            <a:off x="1809750" y="414337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이 조건들이 갖춰지면 AI에게 ‘업무 전체’를 맡길 수 있다</a:t>
            </a:r>
          </a:p>
        </p:txBody>
      </p:sp>
    </p:spTree>
    <p:extLst>
      <p:ext uri="{BB962C8B-B14F-4D97-AF65-F5344CB8AC3E}">
        <p14:creationId xmlns:p14="http://schemas.microsoft.com/office/powerpoint/2010/main" val="201048634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3" name="content-title">
            <a:extLst xmlns:a="http://schemas.openxmlformats.org/drawingml/2006/main">
              <a:ext uri="{FF2B5EF4-FFF2-40B4-BE49-F238E27FC236}">
                <a16:creationId xmlns:a16="http://schemas.microsoft.com/office/drawing/2014/main" id="{145D008B-81F0-41FC-9445-96FC18113004}"/>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Work: 질문이 아니라 업무를 맡긴다</a:t>
            </a:r>
          </a:p>
        </p:txBody>
      </p:sp>
      <p:sp>
        <p:nvSpPr>
          <p:cNvPr id="2" name="content-message">
            <a:extLst xmlns:a="http://schemas.openxmlformats.org/drawingml/2006/main">
              <a:ext uri="{FF2B5EF4-FFF2-40B4-BE49-F238E27FC236}">
                <a16:creationId xmlns:a16="http://schemas.microsoft.com/office/drawing/2014/main" id="{A949BF79-6D5F-4DA8-B426-07440994E65F}"/>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목표·자료·제약·품질기준을 주면 완성된 결과를 만든다</a:t>
            </a:r>
          </a:p>
        </p:txBody>
      </p:sp>
      <p:sp>
        <p:nvSpPr>
          <p:cNvPr id="3" name="footer-source-report">
            <a:extLst xmlns:a="http://schemas.openxmlformats.org/drawingml/2006/main">
              <a:ext uri="{FF2B5EF4-FFF2-40B4-BE49-F238E27FC236}">
                <a16:creationId xmlns:a16="http://schemas.microsoft.com/office/drawing/2014/main" id="{FE8058E5-7C18-4D20-8657-59D71E7311B5}"/>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left-panel-box">
            <a:extLst xmlns:a="http://schemas.openxmlformats.org/drawingml/2006/main">
              <a:ext uri="{FF2B5EF4-FFF2-40B4-BE49-F238E27FC236}">
                <a16:creationId xmlns:a16="http://schemas.microsoft.com/office/drawing/2014/main" id="{A55C007B-7C87-4A1E-928C-F9F4C8F58ABC}"/>
              </a:ext>
            </a:extLst>
          </p:cNvPr>
          <p:cNvSpPr>
            <a:spLocks xmlns:a="http://schemas.openxmlformats.org/drawingml/2006/main" noGrp="1"/>
          </p:cNvSpPr>
          <p:nvPr/>
        </p:nvSpPr>
        <p:spPr>
          <a:xfrm xmlns:a="http://schemas.openxmlformats.org/drawingml/2006/main">
            <a:off x="400050" y="1381125"/>
            <a:ext cx="3905250" cy="27146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left-panel-title-fill">
            <a:extLst xmlns:a="http://schemas.openxmlformats.org/drawingml/2006/main">
              <a:ext uri="{FF2B5EF4-FFF2-40B4-BE49-F238E27FC236}">
                <a16:creationId xmlns:a16="http://schemas.microsoft.com/office/drawing/2014/main" id="{178492EA-3A6E-4179-8FC3-D2BB5DBEB198}"/>
              </a:ext>
            </a:extLst>
          </p:cNvPr>
          <p:cNvSpPr>
            <a:spLocks xmlns:a="http://schemas.openxmlformats.org/drawingml/2006/main" noGrp="1"/>
          </p:cNvSpPr>
          <p:nvPr/>
        </p:nvSpPr>
        <p:spPr>
          <a:xfrm xmlns:a="http://schemas.openxmlformats.org/drawingml/2006/main">
            <a:off x="40005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left-panel-title">
            <a:extLst xmlns:a="http://schemas.openxmlformats.org/drawingml/2006/main">
              <a:ext uri="{FF2B5EF4-FFF2-40B4-BE49-F238E27FC236}">
                <a16:creationId xmlns:a16="http://schemas.microsoft.com/office/drawing/2014/main" id="{B6064EAF-67AA-41BB-A997-B69E930E660F}"/>
              </a:ext>
            </a:extLst>
          </p:cNvPr>
          <p:cNvSpPr>
            <a:spLocks xmlns:a="http://schemas.openxmlformats.org/drawingml/2006/main" noGrp="1"/>
          </p:cNvSpPr>
          <p:nvPr/>
        </p:nvSpPr>
        <p:spPr>
          <a:xfrm xmlns:a="http://schemas.openxmlformats.org/drawingml/2006/main">
            <a:off x="45720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일반 Chat</a:t>
            </a:r>
          </a:p>
        </p:txBody>
      </p:sp>
      <p:sp>
        <p:nvSpPr>
          <p:cNvPr id="7" name="left-panel-body">
            <a:extLst xmlns:a="http://schemas.openxmlformats.org/drawingml/2006/main">
              <a:ext uri="{FF2B5EF4-FFF2-40B4-BE49-F238E27FC236}">
                <a16:creationId xmlns:a16="http://schemas.microsoft.com/office/drawing/2014/main" id="{8F38AAD3-82C3-4B30-8C35-A742BC618D01}"/>
              </a:ext>
            </a:extLst>
          </p:cNvPr>
          <p:cNvSpPr>
            <a:spLocks xmlns:a="http://schemas.openxmlformats.org/drawingml/2006/main" noGrp="1"/>
          </p:cNvSpPr>
          <p:nvPr/>
        </p:nvSpPr>
        <p:spPr>
          <a:xfrm xmlns:a="http://schemas.openxmlformats.org/drawingml/2006/main">
            <a:off x="495300" y="1781175"/>
            <a:ext cx="371475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사용자 역할</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다음 단계를 계속 지시</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AI 역할</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현재 Prompt에 답변</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대표 결과</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아이디어·설명·초안</a:t>
            </a:r>
          </a:p>
        </p:txBody>
      </p:sp>
      <p:sp>
        <p:nvSpPr>
          <p:cNvPr id="8" name="right-panel-box">
            <a:extLst xmlns:a="http://schemas.openxmlformats.org/drawingml/2006/main">
              <a:ext uri="{FF2B5EF4-FFF2-40B4-BE49-F238E27FC236}">
                <a16:creationId xmlns:a16="http://schemas.microsoft.com/office/drawing/2014/main" id="{2D4C2560-7F17-4242-98EE-6F98560BE472}"/>
              </a:ext>
            </a:extLst>
          </p:cNvPr>
          <p:cNvSpPr>
            <a:spLocks xmlns:a="http://schemas.openxmlformats.org/drawingml/2006/main" noGrp="1"/>
          </p:cNvSpPr>
          <p:nvPr/>
        </p:nvSpPr>
        <p:spPr>
          <a:xfrm xmlns:a="http://schemas.openxmlformats.org/drawingml/2006/main">
            <a:off x="4686300" y="1381125"/>
            <a:ext cx="3905250" cy="27146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right-panel-title-fill">
            <a:extLst xmlns:a="http://schemas.openxmlformats.org/drawingml/2006/main">
              <a:ext uri="{FF2B5EF4-FFF2-40B4-BE49-F238E27FC236}">
                <a16:creationId xmlns:a16="http://schemas.microsoft.com/office/drawing/2014/main" id="{1B53509F-4FBF-4891-8AEE-34BA0B8668B4}"/>
              </a:ext>
            </a:extLst>
          </p:cNvPr>
          <p:cNvSpPr>
            <a:spLocks xmlns:a="http://schemas.openxmlformats.org/drawingml/2006/main" noGrp="1"/>
          </p:cNvSpPr>
          <p:nvPr/>
        </p:nvSpPr>
        <p:spPr>
          <a:xfrm xmlns:a="http://schemas.openxmlformats.org/drawingml/2006/main">
            <a:off x="468630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right-panel-title">
            <a:extLst xmlns:a="http://schemas.openxmlformats.org/drawingml/2006/main">
              <a:ext uri="{FF2B5EF4-FFF2-40B4-BE49-F238E27FC236}">
                <a16:creationId xmlns:a16="http://schemas.microsoft.com/office/drawing/2014/main" id="{2AE90C35-091C-45EF-98FF-A9B904036320}"/>
              </a:ext>
            </a:extLst>
          </p:cNvPr>
          <p:cNvSpPr>
            <a:spLocks xmlns:a="http://schemas.openxmlformats.org/drawingml/2006/main" noGrp="1"/>
          </p:cNvSpPr>
          <p:nvPr/>
        </p:nvSpPr>
        <p:spPr>
          <a:xfrm xmlns:a="http://schemas.openxmlformats.org/drawingml/2006/main">
            <a:off x="474345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Work</a:t>
            </a:r>
          </a:p>
        </p:txBody>
      </p:sp>
      <p:sp>
        <p:nvSpPr>
          <p:cNvPr id="11" name="right-panel-body">
            <a:extLst xmlns:a="http://schemas.openxmlformats.org/drawingml/2006/main">
              <a:ext uri="{FF2B5EF4-FFF2-40B4-BE49-F238E27FC236}">
                <a16:creationId xmlns:a16="http://schemas.microsoft.com/office/drawing/2014/main" id="{BF85468F-3494-4DA7-8FED-59273E9D1D5B}"/>
              </a:ext>
            </a:extLst>
          </p:cNvPr>
          <p:cNvSpPr>
            <a:spLocks xmlns:a="http://schemas.openxmlformats.org/drawingml/2006/main" noGrp="1"/>
          </p:cNvSpPr>
          <p:nvPr/>
        </p:nvSpPr>
        <p:spPr>
          <a:xfrm xmlns:a="http://schemas.openxmlformats.org/drawingml/2006/main">
            <a:off x="4781550" y="1781175"/>
            <a:ext cx="371475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사용자 역할</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목표와 품질기준 정의</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AI 역할</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조사·분석·작성·수정 수행</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대표 결과</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 문서·PPT·분석·Site</a:t>
            </a:r>
          </a:p>
        </p:txBody>
      </p:sp>
      <p:sp>
        <p:nvSpPr>
          <p:cNvPr id="12" name="work-access">
            <a:extLst xmlns:a="http://schemas.openxmlformats.org/drawingml/2006/main">
              <a:ext uri="{FF2B5EF4-FFF2-40B4-BE49-F238E27FC236}">
                <a16:creationId xmlns:a16="http://schemas.microsoft.com/office/drawing/2014/main" id="{976EDB15-033E-4B3E-AD52-F2540498C185}"/>
              </a:ext>
            </a:extLst>
          </p:cNvPr>
          <p:cNvSpPr>
            <a:spLocks xmlns:a="http://schemas.openxmlformats.org/drawingml/2006/main" noGrp="1"/>
          </p:cNvSpPr>
          <p:nvPr/>
        </p:nvSpPr>
        <p:spPr>
          <a:xfrm xmlns:a="http://schemas.openxmlformats.org/drawingml/2006/main">
            <a:off x="2333625" y="4143375"/>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898989"/>
                </a:solidFill>
                <a:latin typeface="맑은 고딕"/>
                <a:ea typeface="맑은 고딕"/>
                <a:cs typeface="맑은 고딕"/>
              </a:defRPr>
            </a:pPr>
            <a:r>
              <a:rPr sz="1200" b="0">
                <a:solidFill>
                  <a:srgbClr val="898989"/>
                </a:solidFill>
                <a:latin typeface="맑은 고딕"/>
                <a:ea typeface="맑은 고딕"/>
                <a:cs typeface="맑은 고딕"/>
              </a:rPr>
              <a:t>Free: Desktop 제한 제공  |  Plus: Desktop·Web·Mobile</a:t>
            </a:r>
          </a:p>
        </p:txBody>
      </p:sp>
    </p:spTree>
    <p:extLst>
      <p:ext uri="{BB962C8B-B14F-4D97-AF65-F5344CB8AC3E}">
        <p14:creationId xmlns:p14="http://schemas.microsoft.com/office/powerpoint/2010/main" val="25288344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5" name="content-title">
            <a:extLst xmlns:a="http://schemas.openxmlformats.org/drawingml/2006/main">
              <a:ext uri="{FF2B5EF4-FFF2-40B4-BE49-F238E27FC236}">
                <a16:creationId xmlns:a16="http://schemas.microsoft.com/office/drawing/2014/main" id="{4A2760CE-46DE-4471-9A2B-34AEBA317D56}"/>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공개 논문에서 발표자료까지</a:t>
            </a:r>
          </a:p>
        </p:txBody>
      </p:sp>
      <p:sp>
        <p:nvSpPr>
          <p:cNvPr id="2" name="content-message">
            <a:extLst xmlns:a="http://schemas.openxmlformats.org/drawingml/2006/main">
              <a:ext uri="{FF2B5EF4-FFF2-40B4-BE49-F238E27FC236}">
                <a16:creationId xmlns:a16="http://schemas.microsoft.com/office/drawing/2014/main" id="{31ADA90F-E4A1-4F3F-9FF0-F99B5018D3A5}"/>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Work는 조사·분석·작성·검수를 하나의 업무로 수행한다</a:t>
            </a:r>
          </a:p>
        </p:txBody>
      </p:sp>
      <p:sp>
        <p:nvSpPr>
          <p:cNvPr id="3" name="footer-source-report">
            <a:extLst xmlns:a="http://schemas.openxmlformats.org/drawingml/2006/main">
              <a:ext uri="{FF2B5EF4-FFF2-40B4-BE49-F238E27FC236}">
                <a16:creationId xmlns:a16="http://schemas.microsoft.com/office/drawing/2014/main" id="{8CD806AE-4060-434B-9AD9-9C45D1CABB80}"/>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flow-0-box">
            <a:extLst xmlns:a="http://schemas.openxmlformats.org/drawingml/2006/main">
              <a:ext uri="{FF2B5EF4-FFF2-40B4-BE49-F238E27FC236}">
                <a16:creationId xmlns:a16="http://schemas.microsoft.com/office/drawing/2014/main" id="{B233F423-21DD-4F1E-BD4C-4CCD376AC24A}"/>
              </a:ext>
            </a:extLst>
          </p:cNvPr>
          <p:cNvSpPr>
            <a:spLocks xmlns:a="http://schemas.openxmlformats.org/drawingml/2006/main" noGrp="1"/>
          </p:cNvSpPr>
          <p:nvPr/>
        </p:nvSpPr>
        <p:spPr>
          <a:xfrm xmlns:a="http://schemas.openxmlformats.org/drawingml/2006/main">
            <a:off x="400050" y="1571625"/>
            <a:ext cx="1438275" cy="1123950"/>
          </a:xfrm>
          <a:prstGeom xmlns:a="http://schemas.openxmlformats.org/drawingml/2006/main" prst="roundRect">
            <a:avLst>
              <a:gd name="adj" fmla="val 5085"/>
            </a:avLst>
          </a:prstGeom>
          <a:noFill xmlns:a="http://schemas.openxmlformats.org/drawingml/2006/main"/>
          <a:ln xmlns:a="http://schemas.openxmlformats.org/drawingml/2006/main" w="9525">
            <a:solidFill>
              <a:srgbClr val="000000"/>
            </a:solidFill>
            <a:prstDash val="solid"/>
          </a:ln>
        </p:spPr>
      </p:sp>
      <p:sp>
        <p:nvSpPr>
          <p:cNvPr id="5" name="flow-0-title">
            <a:extLst xmlns:a="http://schemas.openxmlformats.org/drawingml/2006/main">
              <a:ext uri="{FF2B5EF4-FFF2-40B4-BE49-F238E27FC236}">
                <a16:creationId xmlns:a16="http://schemas.microsoft.com/office/drawing/2014/main" id="{D1D2AE30-2AC8-4862-8EBE-14E40C9974C9}"/>
              </a:ext>
            </a:extLst>
          </p:cNvPr>
          <p:cNvSpPr>
            <a:spLocks xmlns:a="http://schemas.openxmlformats.org/drawingml/2006/main" noGrp="1"/>
          </p:cNvSpPr>
          <p:nvPr/>
        </p:nvSpPr>
        <p:spPr>
          <a:xfrm xmlns:a="http://schemas.openxmlformats.org/drawingml/2006/main">
            <a:off x="457200" y="16668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공개 PDF</a:t>
            </a:r>
          </a:p>
        </p:txBody>
      </p:sp>
      <p:sp>
        <p:nvSpPr>
          <p:cNvPr id="6" name="flow-0-body">
            <a:extLst xmlns:a="http://schemas.openxmlformats.org/drawingml/2006/main">
              <a:ext uri="{FF2B5EF4-FFF2-40B4-BE49-F238E27FC236}">
                <a16:creationId xmlns:a16="http://schemas.microsoft.com/office/drawing/2014/main" id="{64AA1780-EB03-45DD-B9DC-7BD795D677F7}"/>
              </a:ext>
            </a:extLst>
          </p:cNvPr>
          <p:cNvSpPr>
            <a:spLocks xmlns:a="http://schemas.openxmlformats.org/drawingml/2006/main" noGrp="1"/>
          </p:cNvSpPr>
          <p:nvPr/>
        </p:nvSpPr>
        <p:spPr>
          <a:xfrm xmlns:a="http://schemas.openxmlformats.org/drawingml/2006/main">
            <a:off x="476250" y="2009775"/>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핵심 주장·</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Figure</a:t>
            </a:r>
          </a:p>
        </p:txBody>
      </p:sp>
      <p:sp>
        <p:nvSpPr>
          <p:cNvPr id="7" name="arrow-194-208">
            <a:extLst xmlns:a="http://schemas.openxmlformats.org/drawingml/2006/main">
              <a:ext uri="{FF2B5EF4-FFF2-40B4-BE49-F238E27FC236}">
                <a16:creationId xmlns:a16="http://schemas.microsoft.com/office/drawing/2014/main" id="{EBAB517F-F170-4EC5-9192-5AF82D14158E}"/>
              </a:ext>
            </a:extLst>
          </p:cNvPr>
          <p:cNvSpPr>
            <a:spLocks xmlns:a="http://schemas.openxmlformats.org/drawingml/2006/main" noGrp="1"/>
          </p:cNvSpPr>
          <p:nvPr/>
        </p:nvSpPr>
        <p:spPr>
          <a:xfrm xmlns:a="http://schemas.openxmlformats.org/drawingml/2006/main">
            <a:off x="1847850" y="19812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8" name="flow-1-box">
            <a:extLst xmlns:a="http://schemas.openxmlformats.org/drawingml/2006/main">
              <a:ext uri="{FF2B5EF4-FFF2-40B4-BE49-F238E27FC236}">
                <a16:creationId xmlns:a16="http://schemas.microsoft.com/office/drawing/2014/main" id="{F3BD636D-0DE1-4553-9BA1-A544EF11471A}"/>
              </a:ext>
            </a:extLst>
          </p:cNvPr>
          <p:cNvSpPr>
            <a:spLocks xmlns:a="http://schemas.openxmlformats.org/drawingml/2006/main" noGrp="1"/>
          </p:cNvSpPr>
          <p:nvPr/>
        </p:nvSpPr>
        <p:spPr>
          <a:xfrm xmlns:a="http://schemas.openxmlformats.org/drawingml/2006/main">
            <a:off x="2124075" y="1571625"/>
            <a:ext cx="1438275" cy="1123950"/>
          </a:xfrm>
          <a:prstGeom xmlns:a="http://schemas.openxmlformats.org/drawingml/2006/main" prst="roundRect">
            <a:avLst>
              <a:gd name="adj" fmla="val 5085"/>
            </a:avLst>
          </a:prstGeom>
          <a:noFill xmlns:a="http://schemas.openxmlformats.org/drawingml/2006/main"/>
          <a:ln xmlns:a="http://schemas.openxmlformats.org/drawingml/2006/main" w="9525">
            <a:solidFill>
              <a:srgbClr val="000000"/>
            </a:solidFill>
            <a:prstDash val="solid"/>
          </a:ln>
        </p:spPr>
      </p:sp>
      <p:sp>
        <p:nvSpPr>
          <p:cNvPr id="9" name="flow-1-title">
            <a:extLst xmlns:a="http://schemas.openxmlformats.org/drawingml/2006/main">
              <a:ext uri="{FF2B5EF4-FFF2-40B4-BE49-F238E27FC236}">
                <a16:creationId xmlns:a16="http://schemas.microsoft.com/office/drawing/2014/main" id="{53735D2E-2461-4275-BE1C-FEFE376D840A}"/>
              </a:ext>
            </a:extLst>
          </p:cNvPr>
          <p:cNvSpPr>
            <a:spLocks xmlns:a="http://schemas.openxmlformats.org/drawingml/2006/main" noGrp="1"/>
          </p:cNvSpPr>
          <p:nvPr/>
        </p:nvSpPr>
        <p:spPr>
          <a:xfrm xmlns:a="http://schemas.openxmlformats.org/drawingml/2006/main">
            <a:off x="2181225" y="16668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최신 조사</a:t>
            </a:r>
          </a:p>
        </p:txBody>
      </p:sp>
      <p:sp>
        <p:nvSpPr>
          <p:cNvPr id="10" name="flow-1-body">
            <a:extLst xmlns:a="http://schemas.openxmlformats.org/drawingml/2006/main">
              <a:ext uri="{FF2B5EF4-FFF2-40B4-BE49-F238E27FC236}">
                <a16:creationId xmlns:a16="http://schemas.microsoft.com/office/drawing/2014/main" id="{B7A458F9-4ECE-47B5-9489-94447F9FB538}"/>
              </a:ext>
            </a:extLst>
          </p:cNvPr>
          <p:cNvSpPr>
            <a:spLocks xmlns:a="http://schemas.openxmlformats.org/drawingml/2006/main" noGrp="1"/>
          </p:cNvSpPr>
          <p:nvPr/>
        </p:nvSpPr>
        <p:spPr>
          <a:xfrm xmlns:a="http://schemas.openxmlformats.org/drawingml/2006/main">
            <a:off x="2200275" y="2009775"/>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공식자료로</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배경 보완</a:t>
            </a:r>
          </a:p>
        </p:txBody>
      </p:sp>
      <p:sp>
        <p:nvSpPr>
          <p:cNvPr id="11" name="arrow-375-208">
            <a:extLst xmlns:a="http://schemas.openxmlformats.org/drawingml/2006/main">
              <a:ext uri="{FF2B5EF4-FFF2-40B4-BE49-F238E27FC236}">
                <a16:creationId xmlns:a16="http://schemas.microsoft.com/office/drawing/2014/main" id="{9ABF68F2-40CE-42E5-B86E-2F45F7F8EA87}"/>
              </a:ext>
            </a:extLst>
          </p:cNvPr>
          <p:cNvSpPr>
            <a:spLocks xmlns:a="http://schemas.openxmlformats.org/drawingml/2006/main" noGrp="1"/>
          </p:cNvSpPr>
          <p:nvPr/>
        </p:nvSpPr>
        <p:spPr>
          <a:xfrm xmlns:a="http://schemas.openxmlformats.org/drawingml/2006/main">
            <a:off x="3571875" y="19812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2" name="flow-2-box">
            <a:extLst xmlns:a="http://schemas.openxmlformats.org/drawingml/2006/main">
              <a:ext uri="{FF2B5EF4-FFF2-40B4-BE49-F238E27FC236}">
                <a16:creationId xmlns:a16="http://schemas.microsoft.com/office/drawing/2014/main" id="{AA714274-79FA-4420-9015-268E037500EA}"/>
              </a:ext>
            </a:extLst>
          </p:cNvPr>
          <p:cNvSpPr>
            <a:spLocks xmlns:a="http://schemas.openxmlformats.org/drawingml/2006/main" noGrp="1"/>
          </p:cNvSpPr>
          <p:nvPr/>
        </p:nvSpPr>
        <p:spPr>
          <a:xfrm xmlns:a="http://schemas.openxmlformats.org/drawingml/2006/main">
            <a:off x="3848100" y="1571625"/>
            <a:ext cx="1438275" cy="1123950"/>
          </a:xfrm>
          <a:prstGeom xmlns:a="http://schemas.openxmlformats.org/drawingml/2006/main" prst="roundRect">
            <a:avLst>
              <a:gd name="adj" fmla="val 5085"/>
            </a:avLst>
          </a:prstGeom>
          <a:noFill xmlns:a="http://schemas.openxmlformats.org/drawingml/2006/main"/>
          <a:ln xmlns:a="http://schemas.openxmlformats.org/drawingml/2006/main" w="9525">
            <a:solidFill>
              <a:srgbClr val="000000"/>
            </a:solidFill>
            <a:prstDash val="solid"/>
          </a:ln>
        </p:spPr>
      </p:sp>
      <p:sp>
        <p:nvSpPr>
          <p:cNvPr id="13" name="flow-2-title">
            <a:extLst xmlns:a="http://schemas.openxmlformats.org/drawingml/2006/main">
              <a:ext uri="{FF2B5EF4-FFF2-40B4-BE49-F238E27FC236}">
                <a16:creationId xmlns:a16="http://schemas.microsoft.com/office/drawing/2014/main" id="{20B820D9-CD5F-4AFD-92C1-8C69C7591F0E}"/>
              </a:ext>
            </a:extLst>
          </p:cNvPr>
          <p:cNvSpPr>
            <a:spLocks xmlns:a="http://schemas.openxmlformats.org/drawingml/2006/main" noGrp="1"/>
          </p:cNvSpPr>
          <p:nvPr/>
        </p:nvSpPr>
        <p:spPr>
          <a:xfrm xmlns:a="http://schemas.openxmlformats.org/drawingml/2006/main">
            <a:off x="3905250" y="16668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분석</a:t>
            </a:r>
          </a:p>
        </p:txBody>
      </p:sp>
      <p:sp>
        <p:nvSpPr>
          <p:cNvPr id="14" name="flow-2-body">
            <a:extLst xmlns:a="http://schemas.openxmlformats.org/drawingml/2006/main">
              <a:ext uri="{FF2B5EF4-FFF2-40B4-BE49-F238E27FC236}">
                <a16:creationId xmlns:a16="http://schemas.microsoft.com/office/drawing/2014/main" id="{06366778-CDE5-44DF-A957-D2B107C99229}"/>
              </a:ext>
            </a:extLst>
          </p:cNvPr>
          <p:cNvSpPr>
            <a:spLocks xmlns:a="http://schemas.openxmlformats.org/drawingml/2006/main" noGrp="1"/>
          </p:cNvSpPr>
          <p:nvPr/>
        </p:nvSpPr>
        <p:spPr>
          <a:xfrm xmlns:a="http://schemas.openxmlformats.org/drawingml/2006/main">
            <a:off x="3924300" y="2009775"/>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근거·한계·</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시사점</a:t>
            </a:r>
          </a:p>
        </p:txBody>
      </p:sp>
      <p:sp>
        <p:nvSpPr>
          <p:cNvPr id="15" name="arrow-556-208">
            <a:extLst xmlns:a="http://schemas.openxmlformats.org/drawingml/2006/main">
              <a:ext uri="{FF2B5EF4-FFF2-40B4-BE49-F238E27FC236}">
                <a16:creationId xmlns:a16="http://schemas.microsoft.com/office/drawing/2014/main" id="{6F4214BE-C54E-4B42-9829-23CF56F240B8}"/>
              </a:ext>
            </a:extLst>
          </p:cNvPr>
          <p:cNvSpPr>
            <a:spLocks xmlns:a="http://schemas.openxmlformats.org/drawingml/2006/main" noGrp="1"/>
          </p:cNvSpPr>
          <p:nvPr/>
        </p:nvSpPr>
        <p:spPr>
          <a:xfrm xmlns:a="http://schemas.openxmlformats.org/drawingml/2006/main">
            <a:off x="5295900" y="19812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6" name="flow-3-box">
            <a:extLst xmlns:a="http://schemas.openxmlformats.org/drawingml/2006/main">
              <a:ext uri="{FF2B5EF4-FFF2-40B4-BE49-F238E27FC236}">
                <a16:creationId xmlns:a16="http://schemas.microsoft.com/office/drawing/2014/main" id="{8F9265E8-B934-4A68-8DED-A68DFACE3C09}"/>
              </a:ext>
            </a:extLst>
          </p:cNvPr>
          <p:cNvSpPr>
            <a:spLocks xmlns:a="http://schemas.openxmlformats.org/drawingml/2006/main" noGrp="1"/>
          </p:cNvSpPr>
          <p:nvPr/>
        </p:nvSpPr>
        <p:spPr>
          <a:xfrm xmlns:a="http://schemas.openxmlformats.org/drawingml/2006/main">
            <a:off x="5572125" y="1571625"/>
            <a:ext cx="1438275" cy="1123950"/>
          </a:xfrm>
          <a:prstGeom xmlns:a="http://schemas.openxmlformats.org/drawingml/2006/main" prst="roundRect">
            <a:avLst>
              <a:gd name="adj" fmla="val 5085"/>
            </a:avLst>
          </a:prstGeom>
          <a:noFill xmlns:a="http://schemas.openxmlformats.org/drawingml/2006/main"/>
          <a:ln xmlns:a="http://schemas.openxmlformats.org/drawingml/2006/main" w="9525">
            <a:solidFill>
              <a:srgbClr val="000000"/>
            </a:solidFill>
            <a:prstDash val="solid"/>
          </a:ln>
        </p:spPr>
      </p:sp>
      <p:sp>
        <p:nvSpPr>
          <p:cNvPr id="17" name="flow-3-title">
            <a:extLst xmlns:a="http://schemas.openxmlformats.org/drawingml/2006/main">
              <a:ext uri="{FF2B5EF4-FFF2-40B4-BE49-F238E27FC236}">
                <a16:creationId xmlns:a16="http://schemas.microsoft.com/office/drawing/2014/main" id="{11227EE9-48EC-4D9A-AC24-CC6B7D34F39D}"/>
              </a:ext>
            </a:extLst>
          </p:cNvPr>
          <p:cNvSpPr>
            <a:spLocks xmlns:a="http://schemas.openxmlformats.org/drawingml/2006/main" noGrp="1"/>
          </p:cNvSpPr>
          <p:nvPr/>
        </p:nvSpPr>
        <p:spPr>
          <a:xfrm xmlns:a="http://schemas.openxmlformats.org/drawingml/2006/main">
            <a:off x="5629275" y="16668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PPT 작성</a:t>
            </a:r>
          </a:p>
        </p:txBody>
      </p:sp>
      <p:sp>
        <p:nvSpPr>
          <p:cNvPr id="18" name="flow-3-body">
            <a:extLst xmlns:a="http://schemas.openxmlformats.org/drawingml/2006/main">
              <a:ext uri="{FF2B5EF4-FFF2-40B4-BE49-F238E27FC236}">
                <a16:creationId xmlns:a16="http://schemas.microsoft.com/office/drawing/2014/main" id="{6DE012D1-1618-4DB0-8235-437CB02180D1}"/>
              </a:ext>
            </a:extLst>
          </p:cNvPr>
          <p:cNvSpPr>
            <a:spLocks xmlns:a="http://schemas.openxmlformats.org/drawingml/2006/main" noGrp="1"/>
          </p:cNvSpPr>
          <p:nvPr/>
        </p:nvSpPr>
        <p:spPr>
          <a:xfrm xmlns:a="http://schemas.openxmlformats.org/drawingml/2006/main">
            <a:off x="5648325" y="2009775"/>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10분 발표</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구조와 시각화</a:t>
            </a:r>
          </a:p>
        </p:txBody>
      </p:sp>
      <p:sp>
        <p:nvSpPr>
          <p:cNvPr id="19" name="arrow-737-208">
            <a:extLst xmlns:a="http://schemas.openxmlformats.org/drawingml/2006/main">
              <a:ext uri="{FF2B5EF4-FFF2-40B4-BE49-F238E27FC236}">
                <a16:creationId xmlns:a16="http://schemas.microsoft.com/office/drawing/2014/main" id="{6714B53D-7315-4A92-BAC0-3D38AB27DCA1}"/>
              </a:ext>
            </a:extLst>
          </p:cNvPr>
          <p:cNvSpPr>
            <a:spLocks xmlns:a="http://schemas.openxmlformats.org/drawingml/2006/main" noGrp="1"/>
          </p:cNvSpPr>
          <p:nvPr/>
        </p:nvSpPr>
        <p:spPr>
          <a:xfrm xmlns:a="http://schemas.openxmlformats.org/drawingml/2006/main">
            <a:off x="7019925" y="19812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20" name="flow-4-box">
            <a:extLst xmlns:a="http://schemas.openxmlformats.org/drawingml/2006/main">
              <a:ext uri="{FF2B5EF4-FFF2-40B4-BE49-F238E27FC236}">
                <a16:creationId xmlns:a16="http://schemas.microsoft.com/office/drawing/2014/main" id="{63555744-1982-4210-B65B-D2893906D620}"/>
              </a:ext>
            </a:extLst>
          </p:cNvPr>
          <p:cNvSpPr>
            <a:spLocks xmlns:a="http://schemas.openxmlformats.org/drawingml/2006/main" noGrp="1"/>
          </p:cNvSpPr>
          <p:nvPr/>
        </p:nvSpPr>
        <p:spPr>
          <a:xfrm xmlns:a="http://schemas.openxmlformats.org/drawingml/2006/main">
            <a:off x="7296150" y="1571625"/>
            <a:ext cx="1438275" cy="1123950"/>
          </a:xfrm>
          <a:prstGeom xmlns:a="http://schemas.openxmlformats.org/drawingml/2006/main" prst="roundRect">
            <a:avLst>
              <a:gd name="adj" fmla="val 5085"/>
            </a:avLst>
          </a:prstGeom>
          <a:noFill xmlns:a="http://schemas.openxmlformats.org/drawingml/2006/main"/>
          <a:ln xmlns:a="http://schemas.openxmlformats.org/drawingml/2006/main" w="9525">
            <a:solidFill>
              <a:srgbClr val="0000FF"/>
            </a:solidFill>
            <a:prstDash val="solid"/>
          </a:ln>
        </p:spPr>
      </p:sp>
      <p:sp>
        <p:nvSpPr>
          <p:cNvPr id="21" name="flow-4-title">
            <a:extLst xmlns:a="http://schemas.openxmlformats.org/drawingml/2006/main">
              <a:ext uri="{FF2B5EF4-FFF2-40B4-BE49-F238E27FC236}">
                <a16:creationId xmlns:a16="http://schemas.microsoft.com/office/drawing/2014/main" id="{A6066E6D-56ED-4927-8E85-2B084DB21B68}"/>
              </a:ext>
            </a:extLst>
          </p:cNvPr>
          <p:cNvSpPr>
            <a:spLocks xmlns:a="http://schemas.openxmlformats.org/drawingml/2006/main" noGrp="1"/>
          </p:cNvSpPr>
          <p:nvPr/>
        </p:nvSpPr>
        <p:spPr>
          <a:xfrm xmlns:a="http://schemas.openxmlformats.org/drawingml/2006/main">
            <a:off x="7353300" y="166687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Self-QA</a:t>
            </a:r>
          </a:p>
        </p:txBody>
      </p:sp>
      <p:sp>
        <p:nvSpPr>
          <p:cNvPr id="22" name="flow-4-body">
            <a:extLst xmlns:a="http://schemas.openxmlformats.org/drawingml/2006/main">
              <a:ext uri="{FF2B5EF4-FFF2-40B4-BE49-F238E27FC236}">
                <a16:creationId xmlns:a16="http://schemas.microsoft.com/office/drawing/2014/main" id="{5C5F7AB5-01B7-48C5-BE9A-E1EA309E9452}"/>
              </a:ext>
            </a:extLst>
          </p:cNvPr>
          <p:cNvSpPr>
            <a:spLocks xmlns:a="http://schemas.openxmlformats.org/drawingml/2006/main" noGrp="1"/>
          </p:cNvSpPr>
          <p:nvPr/>
        </p:nvSpPr>
        <p:spPr>
          <a:xfrm xmlns:a="http://schemas.openxmlformats.org/drawingml/2006/main">
            <a:off x="7372350" y="2009775"/>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사실·출처·</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수치·논리</a:t>
            </a:r>
          </a:p>
        </p:txBody>
      </p:sp>
      <p:sp>
        <p:nvSpPr>
          <p:cNvPr id="23" name="work-prompt">
            <a:extLst xmlns:a="http://schemas.openxmlformats.org/drawingml/2006/main">
              <a:ext uri="{FF2B5EF4-FFF2-40B4-BE49-F238E27FC236}">
                <a16:creationId xmlns:a16="http://schemas.microsoft.com/office/drawing/2014/main" id="{C1E97A99-0C62-4D13-874A-0AEE2DBCE17F}"/>
              </a:ext>
            </a:extLst>
          </p:cNvPr>
          <p:cNvSpPr>
            <a:spLocks xmlns:a="http://schemas.openxmlformats.org/drawingml/2006/main" noGrp="1"/>
          </p:cNvSpPr>
          <p:nvPr/>
        </p:nvSpPr>
        <p:spPr>
          <a:xfrm xmlns:a="http://schemas.openxmlformats.org/drawingml/2006/main">
            <a:off x="809625" y="3143250"/>
            <a:ext cx="7524750" cy="1066800"/>
          </a:xfrm>
          <a:prstGeom xmlns:a="http://schemas.openxmlformats.org/drawingml/2006/main" prst="roundRect">
            <a:avLst>
              <a:gd name="adj" fmla="val 5357"/>
            </a:avLst>
          </a:prstGeom>
          <a:noFill xmlns:a="http://schemas.openxmlformats.org/drawingml/2006/main"/>
          <a:ln xmlns:a="http://schemas.openxmlformats.org/drawingml/2006/main" w="9525">
            <a:solidFill>
              <a:srgbClr val="898989"/>
            </a:solidFill>
            <a:prstDash val="solid"/>
          </a:ln>
        </p:spPr>
      </p:sp>
      <p:sp>
        <p:nvSpPr>
          <p:cNvPr id="24" name="work-prompt-text">
            <a:extLst xmlns:a="http://schemas.openxmlformats.org/drawingml/2006/main">
              <a:ext uri="{FF2B5EF4-FFF2-40B4-BE49-F238E27FC236}">
                <a16:creationId xmlns:a16="http://schemas.microsoft.com/office/drawing/2014/main" id="{A265387D-98E7-4705-B23D-0524BC39582E}"/>
              </a:ext>
            </a:extLst>
          </p:cNvPr>
          <p:cNvSpPr>
            <a:spLocks xmlns:a="http://schemas.openxmlformats.org/drawingml/2006/main" noGrp="1"/>
          </p:cNvSpPr>
          <p:nvPr/>
        </p:nvSpPr>
        <p:spPr>
          <a:xfrm xmlns:a="http://schemas.openxmlformats.org/drawingml/2006/main">
            <a:off x="1047750" y="3286125"/>
            <a:ext cx="704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목표: 기술팀 10분 발표용 슬라이드 완성</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자료: 공개 논문 PDF  |  제약: 불확실한 내용은 추정 금지</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품질기준: 핵심 Figure 해석 + 최신 배경 + 사실·출처·수치·논리 흐름 QA</a:t>
            </a:r>
          </a:p>
        </p:txBody>
      </p:sp>
    </p:spTree>
    <p:extLst>
      <p:ext uri="{BB962C8B-B14F-4D97-AF65-F5344CB8AC3E}">
        <p14:creationId xmlns:p14="http://schemas.microsoft.com/office/powerpoint/2010/main" val="20104863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 name="content-title">
            <a:extLst xmlns:a="http://schemas.openxmlformats.org/drawingml/2006/main">
              <a:ext uri="{FF2B5EF4-FFF2-40B4-BE49-F238E27FC236}">
                <a16:creationId xmlns:a16="http://schemas.microsoft.com/office/drawing/2014/main" id="{FB4B2177-9616-40DE-B601-3F0D8B39B37D}"/>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Skill과 Work는 무엇이 다른가</a:t>
            </a:r>
          </a:p>
        </p:txBody>
      </p:sp>
      <p:sp>
        <p:nvSpPr>
          <p:cNvPr id="2" name="content-message">
            <a:extLst xmlns:a="http://schemas.openxmlformats.org/drawingml/2006/main">
              <a:ext uri="{FF2B5EF4-FFF2-40B4-BE49-F238E27FC236}">
                <a16:creationId xmlns:a16="http://schemas.microsoft.com/office/drawing/2014/main" id="{C9FF9643-4AAD-40CA-9EF7-51E794A50858}"/>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Skill은 업무 방식, Work는 실제 업무 수행이다</a:t>
            </a:r>
          </a:p>
        </p:txBody>
      </p:sp>
      <p:sp>
        <p:nvSpPr>
          <p:cNvPr id="3" name="footer-source-report">
            <a:extLst xmlns:a="http://schemas.openxmlformats.org/drawingml/2006/main">
              <a:ext uri="{FF2B5EF4-FFF2-40B4-BE49-F238E27FC236}">
                <a16:creationId xmlns:a16="http://schemas.microsoft.com/office/drawing/2014/main" id="{F20CED38-64A0-4C5D-994B-6CCBC0C6242B}"/>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left-panel-box">
            <a:extLst xmlns:a="http://schemas.openxmlformats.org/drawingml/2006/main">
              <a:ext uri="{FF2B5EF4-FFF2-40B4-BE49-F238E27FC236}">
                <a16:creationId xmlns:a16="http://schemas.microsoft.com/office/drawing/2014/main" id="{EC2E6DEF-B6D5-4DCC-90CE-F32166ECE5F1}"/>
              </a:ext>
            </a:extLst>
          </p:cNvPr>
          <p:cNvSpPr>
            <a:spLocks xmlns:a="http://schemas.openxmlformats.org/drawingml/2006/main" noGrp="1"/>
          </p:cNvSpPr>
          <p:nvPr/>
        </p:nvSpPr>
        <p:spPr>
          <a:xfrm xmlns:a="http://schemas.openxmlformats.org/drawingml/2006/main">
            <a:off x="400050" y="1381125"/>
            <a:ext cx="3905250" cy="24765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left-panel-title-fill">
            <a:extLst xmlns:a="http://schemas.openxmlformats.org/drawingml/2006/main">
              <a:ext uri="{FF2B5EF4-FFF2-40B4-BE49-F238E27FC236}">
                <a16:creationId xmlns:a16="http://schemas.microsoft.com/office/drawing/2014/main" id="{40810740-E7E4-4ED5-B0B0-EED759BE4B12}"/>
              </a:ext>
            </a:extLst>
          </p:cNvPr>
          <p:cNvSpPr>
            <a:spLocks xmlns:a="http://schemas.openxmlformats.org/drawingml/2006/main" noGrp="1"/>
          </p:cNvSpPr>
          <p:nvPr/>
        </p:nvSpPr>
        <p:spPr>
          <a:xfrm xmlns:a="http://schemas.openxmlformats.org/drawingml/2006/main">
            <a:off x="40005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left-panel-title">
            <a:extLst xmlns:a="http://schemas.openxmlformats.org/drawingml/2006/main">
              <a:ext uri="{FF2B5EF4-FFF2-40B4-BE49-F238E27FC236}">
                <a16:creationId xmlns:a16="http://schemas.microsoft.com/office/drawing/2014/main" id="{A7776980-953A-401E-A458-06D6C7D53554}"/>
              </a:ext>
            </a:extLst>
          </p:cNvPr>
          <p:cNvSpPr>
            <a:spLocks xmlns:a="http://schemas.openxmlformats.org/drawingml/2006/main" noGrp="1"/>
          </p:cNvSpPr>
          <p:nvPr/>
        </p:nvSpPr>
        <p:spPr>
          <a:xfrm xmlns:a="http://schemas.openxmlformats.org/drawingml/2006/main">
            <a:off x="45720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Skill — HOW</a:t>
            </a:r>
          </a:p>
        </p:txBody>
      </p:sp>
      <p:sp>
        <p:nvSpPr>
          <p:cNvPr id="7" name="left-panel-body">
            <a:extLst xmlns:a="http://schemas.openxmlformats.org/drawingml/2006/main">
              <a:ext uri="{FF2B5EF4-FFF2-40B4-BE49-F238E27FC236}">
                <a16:creationId xmlns:a16="http://schemas.microsoft.com/office/drawing/2014/main" id="{3153EF9D-0544-4449-9EBE-A6AB549B391E}"/>
              </a:ext>
            </a:extLst>
          </p:cNvPr>
          <p:cNvSpPr>
            <a:spLocks xmlns:a="http://schemas.openxmlformats.org/drawingml/2006/main" noGrp="1"/>
          </p:cNvSpPr>
          <p:nvPr/>
        </p:nvSpPr>
        <p:spPr>
          <a:xfrm xmlns:a="http://schemas.openxmlformats.org/drawingml/2006/main">
            <a:off x="495300" y="1781175"/>
            <a:ext cx="371475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조직의 작성 규칙</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레이아웃과 표현 원칙</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재사용 가능한 예시·자료</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검수 Checklist</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예: Corporate PPT Skill</a:t>
            </a:r>
          </a:p>
        </p:txBody>
      </p:sp>
      <p:sp>
        <p:nvSpPr>
          <p:cNvPr id="8" name="right-panel-box">
            <a:extLst xmlns:a="http://schemas.openxmlformats.org/drawingml/2006/main">
              <a:ext uri="{FF2B5EF4-FFF2-40B4-BE49-F238E27FC236}">
                <a16:creationId xmlns:a16="http://schemas.microsoft.com/office/drawing/2014/main" id="{FD024946-D5F5-47E5-92FA-953AFA7CC3C8}"/>
              </a:ext>
            </a:extLst>
          </p:cNvPr>
          <p:cNvSpPr>
            <a:spLocks xmlns:a="http://schemas.openxmlformats.org/drawingml/2006/main" noGrp="1"/>
          </p:cNvSpPr>
          <p:nvPr/>
        </p:nvSpPr>
        <p:spPr>
          <a:xfrm xmlns:a="http://schemas.openxmlformats.org/drawingml/2006/main">
            <a:off x="4686300" y="1381125"/>
            <a:ext cx="3905250" cy="24765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right-panel-title-fill">
            <a:extLst xmlns:a="http://schemas.openxmlformats.org/drawingml/2006/main">
              <a:ext uri="{FF2B5EF4-FFF2-40B4-BE49-F238E27FC236}">
                <a16:creationId xmlns:a16="http://schemas.microsoft.com/office/drawing/2014/main" id="{E77C8FDE-1370-4F22-BFC0-1233E04E0B8E}"/>
              </a:ext>
            </a:extLst>
          </p:cNvPr>
          <p:cNvSpPr>
            <a:spLocks xmlns:a="http://schemas.openxmlformats.org/drawingml/2006/main" noGrp="1"/>
          </p:cNvSpPr>
          <p:nvPr/>
        </p:nvSpPr>
        <p:spPr>
          <a:xfrm xmlns:a="http://schemas.openxmlformats.org/drawingml/2006/main">
            <a:off x="4686300" y="13811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right-panel-title">
            <a:extLst xmlns:a="http://schemas.openxmlformats.org/drawingml/2006/main">
              <a:ext uri="{FF2B5EF4-FFF2-40B4-BE49-F238E27FC236}">
                <a16:creationId xmlns:a16="http://schemas.microsoft.com/office/drawing/2014/main" id="{8D35ACC9-DC9D-4F90-B23E-EDCE91DF1E2F}"/>
              </a:ext>
            </a:extLst>
          </p:cNvPr>
          <p:cNvSpPr>
            <a:spLocks xmlns:a="http://schemas.openxmlformats.org/drawingml/2006/main" noGrp="1"/>
          </p:cNvSpPr>
          <p:nvPr/>
        </p:nvSpPr>
        <p:spPr>
          <a:xfrm xmlns:a="http://schemas.openxmlformats.org/drawingml/2006/main">
            <a:off x="4743450" y="14001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Work — DO</a:t>
            </a:r>
          </a:p>
        </p:txBody>
      </p:sp>
      <p:sp>
        <p:nvSpPr>
          <p:cNvPr id="11" name="right-panel-body">
            <a:extLst xmlns:a="http://schemas.openxmlformats.org/drawingml/2006/main">
              <a:ext uri="{FF2B5EF4-FFF2-40B4-BE49-F238E27FC236}">
                <a16:creationId xmlns:a16="http://schemas.microsoft.com/office/drawing/2014/main" id="{60262A98-5D00-4954-92A6-4858225C8E24}"/>
              </a:ext>
            </a:extLst>
          </p:cNvPr>
          <p:cNvSpPr>
            <a:spLocks xmlns:a="http://schemas.openxmlformats.org/drawingml/2006/main" noGrp="1"/>
          </p:cNvSpPr>
          <p:nvPr/>
        </p:nvSpPr>
        <p:spPr>
          <a:xfrm xmlns:a="http://schemas.openxmlformats.org/drawingml/2006/main">
            <a:off x="4781550" y="1781175"/>
            <a:ext cx="371475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자료 읽기와 조사</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분석·계산·파일 생성</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다단계 수정</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완성 산출물 전달</a:t>
            </a:r>
          </a:p>
          <a:p xmlns:a="http://schemas.openxmlformats.org/drawingml/2006/main">
            <a:r>
              <a:t/>
            </a:r>
          </a:p>
          <a:p xmlns:a="http://schemas.openxmlformats.org/drawingml/2006/main">
            <a:pPr algn="l">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예: 공개 논문 → PPT</a:t>
            </a:r>
          </a:p>
        </p:txBody>
      </p:sp>
      <p:sp>
        <p:nvSpPr>
          <p:cNvPr id="12" name="synergy">
            <a:extLst xmlns:a="http://schemas.openxmlformats.org/drawingml/2006/main">
              <a:ext uri="{FF2B5EF4-FFF2-40B4-BE49-F238E27FC236}">
                <a16:creationId xmlns:a16="http://schemas.microsoft.com/office/drawing/2014/main" id="{CE4BF432-4DF8-4C06-83CC-722ADE3918C4}"/>
              </a:ext>
            </a:extLst>
          </p:cNvPr>
          <p:cNvSpPr>
            <a:spLocks xmlns:a="http://schemas.openxmlformats.org/drawingml/2006/main" noGrp="1"/>
          </p:cNvSpPr>
          <p:nvPr/>
        </p:nvSpPr>
        <p:spPr>
          <a:xfrm xmlns:a="http://schemas.openxmlformats.org/drawingml/2006/main">
            <a:off x="1714500" y="4048125"/>
            <a:ext cx="5715000" cy="457200"/>
          </a:xfrm>
          <a:prstGeom xmlns:a="http://schemas.openxmlformats.org/drawingml/2006/main" prst="roundRect">
            <a:avLst>
              <a:gd name="adj" fmla="val 12500"/>
            </a:avLst>
          </a:prstGeom>
          <a:noFill xmlns:a="http://schemas.openxmlformats.org/drawingml/2006/main"/>
          <a:ln xmlns:a="http://schemas.openxmlformats.org/drawingml/2006/main" w="9525">
            <a:solidFill>
              <a:srgbClr val="0000FF"/>
            </a:solidFill>
            <a:prstDash val="solid"/>
          </a:ln>
        </p:spPr>
      </p:sp>
      <p:sp>
        <p:nvSpPr>
          <p:cNvPr id="13" name="synergy-text">
            <a:extLst xmlns:a="http://schemas.openxmlformats.org/drawingml/2006/main">
              <a:ext uri="{FF2B5EF4-FFF2-40B4-BE49-F238E27FC236}">
                <a16:creationId xmlns:a16="http://schemas.microsoft.com/office/drawing/2014/main" id="{479A6D86-4477-4058-9B99-FAAAE6A09482}"/>
              </a:ext>
            </a:extLst>
          </p:cNvPr>
          <p:cNvSpPr>
            <a:spLocks xmlns:a="http://schemas.openxmlformats.org/drawingml/2006/main" noGrp="1"/>
          </p:cNvSpPr>
          <p:nvPr/>
        </p:nvSpPr>
        <p:spPr>
          <a:xfrm xmlns:a="http://schemas.openxmlformats.org/drawingml/2006/main">
            <a:off x="1905000" y="41148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Skill + Work = 원하는 방식으로 실제 업무를 완성</a:t>
            </a:r>
          </a:p>
        </p:txBody>
      </p:sp>
    </p:spTree>
    <p:extLst>
      <p:ext uri="{BB962C8B-B14F-4D97-AF65-F5344CB8AC3E}">
        <p14:creationId xmlns:p14="http://schemas.microsoft.com/office/powerpoint/2010/main" val="252883448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7" name="content-title">
            <a:extLst xmlns:a="http://schemas.openxmlformats.org/drawingml/2006/main">
              <a:ext uri="{FF2B5EF4-FFF2-40B4-BE49-F238E27FC236}">
                <a16:creationId xmlns:a16="http://schemas.microsoft.com/office/drawing/2014/main" id="{3836DCE4-5F11-4337-A985-BD1D0154CD99}"/>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Sites: 결과물을 실제 서비스로 만든다</a:t>
            </a:r>
          </a:p>
        </p:txBody>
      </p:sp>
      <p:sp>
        <p:nvSpPr>
          <p:cNvPr id="2" name="content-message">
            <a:extLst xmlns:a="http://schemas.openxmlformats.org/drawingml/2006/main">
              <a:ext uri="{FF2B5EF4-FFF2-40B4-BE49-F238E27FC236}">
                <a16:creationId xmlns:a16="http://schemas.microsoft.com/office/drawing/2014/main" id="{A679E06D-F27E-4611-8ABE-A1CF53AB2CE8}"/>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코드를 받는 것과 사용할 수 있는 URL을 받는 것은 다르다</a:t>
            </a:r>
          </a:p>
        </p:txBody>
      </p:sp>
      <p:sp>
        <p:nvSpPr>
          <p:cNvPr id="3" name="footer-source-report">
            <a:extLst xmlns:a="http://schemas.openxmlformats.org/drawingml/2006/main">
              <a:ext uri="{FF2B5EF4-FFF2-40B4-BE49-F238E27FC236}">
                <a16:creationId xmlns:a16="http://schemas.microsoft.com/office/drawing/2014/main" id="{CC1C7279-7C4C-4C31-92F3-D71809CA16A9}"/>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flow-0-box">
            <a:extLst xmlns:a="http://schemas.openxmlformats.org/drawingml/2006/main">
              <a:ext uri="{FF2B5EF4-FFF2-40B4-BE49-F238E27FC236}">
                <a16:creationId xmlns:a16="http://schemas.microsoft.com/office/drawing/2014/main" id="{72BB5F82-09D5-451D-AB14-36A87126FB35}"/>
              </a:ext>
            </a:extLst>
          </p:cNvPr>
          <p:cNvSpPr>
            <a:spLocks xmlns:a="http://schemas.openxmlformats.org/drawingml/2006/main" noGrp="1"/>
          </p:cNvSpPr>
          <p:nvPr/>
        </p:nvSpPr>
        <p:spPr>
          <a:xfrm xmlns:a="http://schemas.openxmlformats.org/drawingml/2006/main">
            <a:off x="400050" y="1905000"/>
            <a:ext cx="1869281" cy="1238250"/>
          </a:xfrm>
          <a:prstGeom xmlns:a="http://schemas.openxmlformats.org/drawingml/2006/main" prst="roundRect">
            <a:avLst>
              <a:gd name="adj" fmla="val 4615"/>
            </a:avLst>
          </a:prstGeom>
          <a:noFill xmlns:a="http://schemas.openxmlformats.org/drawingml/2006/main"/>
          <a:ln xmlns:a="http://schemas.openxmlformats.org/drawingml/2006/main" w="9525">
            <a:solidFill>
              <a:srgbClr val="000000"/>
            </a:solidFill>
            <a:prstDash val="solid"/>
          </a:ln>
        </p:spPr>
      </p:sp>
      <p:sp>
        <p:nvSpPr>
          <p:cNvPr id="5" name="flow-0-title">
            <a:extLst xmlns:a="http://schemas.openxmlformats.org/drawingml/2006/main">
              <a:ext uri="{FF2B5EF4-FFF2-40B4-BE49-F238E27FC236}">
                <a16:creationId xmlns:a16="http://schemas.microsoft.com/office/drawing/2014/main" id="{BF52A0CD-8A88-45BF-9FF9-11B736B07E9D}"/>
              </a:ext>
            </a:extLst>
          </p:cNvPr>
          <p:cNvSpPr>
            <a:spLocks xmlns:a="http://schemas.openxmlformats.org/drawingml/2006/main" noGrp="1"/>
          </p:cNvSpPr>
          <p:nvPr/>
        </p:nvSpPr>
        <p:spPr>
          <a:xfrm xmlns:a="http://schemas.openxmlformats.org/drawingml/2006/main">
            <a:off x="457200"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Describe</a:t>
            </a:r>
          </a:p>
        </p:txBody>
      </p:sp>
      <p:sp>
        <p:nvSpPr>
          <p:cNvPr id="6" name="flow-0-body">
            <a:extLst xmlns:a="http://schemas.openxmlformats.org/drawingml/2006/main">
              <a:ext uri="{FF2B5EF4-FFF2-40B4-BE49-F238E27FC236}">
                <a16:creationId xmlns:a16="http://schemas.microsoft.com/office/drawing/2014/main" id="{6DB5EDD4-5BB2-4B7A-BC66-89A39FCABC6B}"/>
              </a:ext>
            </a:extLst>
          </p:cNvPr>
          <p:cNvSpPr>
            <a:spLocks xmlns:a="http://schemas.openxmlformats.org/drawingml/2006/main" noGrp="1"/>
          </p:cNvSpPr>
          <p:nvPr/>
        </p:nvSpPr>
        <p:spPr>
          <a:xfrm xmlns:a="http://schemas.openxmlformats.org/drawingml/2006/main">
            <a:off x="476250" y="2343150"/>
            <a:ext cx="1716881"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목적·사용자·</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기능 설명</a:t>
            </a:r>
          </a:p>
        </p:txBody>
      </p:sp>
      <p:sp>
        <p:nvSpPr>
          <p:cNvPr id="7" name="arrow-239.25-249">
            <a:extLst xmlns:a="http://schemas.openxmlformats.org/drawingml/2006/main">
              <a:ext uri="{FF2B5EF4-FFF2-40B4-BE49-F238E27FC236}">
                <a16:creationId xmlns:a16="http://schemas.microsoft.com/office/drawing/2014/main" id="{00EFD9D7-1011-4916-901F-465A45D58246}"/>
              </a:ext>
            </a:extLst>
          </p:cNvPr>
          <p:cNvSpPr>
            <a:spLocks xmlns:a="http://schemas.openxmlformats.org/drawingml/2006/main" noGrp="1"/>
          </p:cNvSpPr>
          <p:nvPr/>
        </p:nvSpPr>
        <p:spPr>
          <a:xfrm xmlns:a="http://schemas.openxmlformats.org/drawingml/2006/main">
            <a:off x="2278856" y="23717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8" name="flow-1-box">
            <a:extLst xmlns:a="http://schemas.openxmlformats.org/drawingml/2006/main">
              <a:ext uri="{FF2B5EF4-FFF2-40B4-BE49-F238E27FC236}">
                <a16:creationId xmlns:a16="http://schemas.microsoft.com/office/drawing/2014/main" id="{AE7FC835-A898-41B9-83B6-2F24F06764DC}"/>
              </a:ext>
            </a:extLst>
          </p:cNvPr>
          <p:cNvSpPr>
            <a:spLocks xmlns:a="http://schemas.openxmlformats.org/drawingml/2006/main" noGrp="1"/>
          </p:cNvSpPr>
          <p:nvPr/>
        </p:nvSpPr>
        <p:spPr>
          <a:xfrm xmlns:a="http://schemas.openxmlformats.org/drawingml/2006/main">
            <a:off x="2555081" y="1905000"/>
            <a:ext cx="1869281" cy="1238250"/>
          </a:xfrm>
          <a:prstGeom xmlns:a="http://schemas.openxmlformats.org/drawingml/2006/main" prst="roundRect">
            <a:avLst>
              <a:gd name="adj" fmla="val 4615"/>
            </a:avLst>
          </a:prstGeom>
          <a:noFill xmlns:a="http://schemas.openxmlformats.org/drawingml/2006/main"/>
          <a:ln xmlns:a="http://schemas.openxmlformats.org/drawingml/2006/main" w="9525">
            <a:solidFill>
              <a:srgbClr val="000000"/>
            </a:solidFill>
            <a:prstDash val="solid"/>
          </a:ln>
        </p:spPr>
      </p:sp>
      <p:sp>
        <p:nvSpPr>
          <p:cNvPr id="9" name="flow-1-title">
            <a:extLst xmlns:a="http://schemas.openxmlformats.org/drawingml/2006/main">
              <a:ext uri="{FF2B5EF4-FFF2-40B4-BE49-F238E27FC236}">
                <a16:creationId xmlns:a16="http://schemas.microsoft.com/office/drawing/2014/main" id="{4C38739E-A241-4C9D-9922-8D62DC59F548}"/>
              </a:ext>
            </a:extLst>
          </p:cNvPr>
          <p:cNvSpPr>
            <a:spLocks xmlns:a="http://schemas.openxmlformats.org/drawingml/2006/main" noGrp="1"/>
          </p:cNvSpPr>
          <p:nvPr/>
        </p:nvSpPr>
        <p:spPr>
          <a:xfrm xmlns:a="http://schemas.openxmlformats.org/drawingml/2006/main">
            <a:off x="2612231"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Review</a:t>
            </a:r>
          </a:p>
        </p:txBody>
      </p:sp>
      <p:sp>
        <p:nvSpPr>
          <p:cNvPr id="10" name="flow-1-body">
            <a:extLst xmlns:a="http://schemas.openxmlformats.org/drawingml/2006/main">
              <a:ext uri="{FF2B5EF4-FFF2-40B4-BE49-F238E27FC236}">
                <a16:creationId xmlns:a16="http://schemas.microsoft.com/office/drawing/2014/main" id="{1865E95A-0E78-454D-88B5-2DA3C7DB1A4B}"/>
              </a:ext>
            </a:extLst>
          </p:cNvPr>
          <p:cNvSpPr>
            <a:spLocks xmlns:a="http://schemas.openxmlformats.org/drawingml/2006/main" noGrp="1"/>
          </p:cNvSpPr>
          <p:nvPr/>
        </p:nvSpPr>
        <p:spPr>
          <a:xfrm xmlns:a="http://schemas.openxmlformats.org/drawingml/2006/main">
            <a:off x="2631281" y="2343150"/>
            <a:ext cx="1716881"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Preview에서</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구조 확인</a:t>
            </a:r>
          </a:p>
        </p:txBody>
      </p:sp>
      <p:sp>
        <p:nvSpPr>
          <p:cNvPr id="11" name="arrow-465.5-249">
            <a:extLst xmlns:a="http://schemas.openxmlformats.org/drawingml/2006/main">
              <a:ext uri="{FF2B5EF4-FFF2-40B4-BE49-F238E27FC236}">
                <a16:creationId xmlns:a16="http://schemas.microsoft.com/office/drawing/2014/main" id="{364F3190-DA12-499A-B731-E4A131472B36}"/>
              </a:ext>
            </a:extLst>
          </p:cNvPr>
          <p:cNvSpPr>
            <a:spLocks xmlns:a="http://schemas.openxmlformats.org/drawingml/2006/main" noGrp="1"/>
          </p:cNvSpPr>
          <p:nvPr/>
        </p:nvSpPr>
        <p:spPr>
          <a:xfrm xmlns:a="http://schemas.openxmlformats.org/drawingml/2006/main">
            <a:off x="4433888" y="23717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2" name="flow-2-box">
            <a:extLst xmlns:a="http://schemas.openxmlformats.org/drawingml/2006/main">
              <a:ext uri="{FF2B5EF4-FFF2-40B4-BE49-F238E27FC236}">
                <a16:creationId xmlns:a16="http://schemas.microsoft.com/office/drawing/2014/main" id="{726879CC-7389-4DAA-B74A-7A9BF2276316}"/>
              </a:ext>
            </a:extLst>
          </p:cNvPr>
          <p:cNvSpPr>
            <a:spLocks xmlns:a="http://schemas.openxmlformats.org/drawingml/2006/main" noGrp="1"/>
          </p:cNvSpPr>
          <p:nvPr/>
        </p:nvSpPr>
        <p:spPr>
          <a:xfrm xmlns:a="http://schemas.openxmlformats.org/drawingml/2006/main">
            <a:off x="4710113" y="1905000"/>
            <a:ext cx="1869281" cy="1238250"/>
          </a:xfrm>
          <a:prstGeom xmlns:a="http://schemas.openxmlformats.org/drawingml/2006/main" prst="roundRect">
            <a:avLst>
              <a:gd name="adj" fmla="val 4615"/>
            </a:avLst>
          </a:prstGeom>
          <a:noFill xmlns:a="http://schemas.openxmlformats.org/drawingml/2006/main"/>
          <a:ln xmlns:a="http://schemas.openxmlformats.org/drawingml/2006/main" w="9525">
            <a:solidFill>
              <a:srgbClr val="000000"/>
            </a:solidFill>
            <a:prstDash val="solid"/>
          </a:ln>
        </p:spPr>
      </p:sp>
      <p:sp>
        <p:nvSpPr>
          <p:cNvPr id="13" name="flow-2-title">
            <a:extLst xmlns:a="http://schemas.openxmlformats.org/drawingml/2006/main">
              <a:ext uri="{FF2B5EF4-FFF2-40B4-BE49-F238E27FC236}">
                <a16:creationId xmlns:a16="http://schemas.microsoft.com/office/drawing/2014/main" id="{8FDF1308-EBC9-44D0-8F87-0BF439E29443}"/>
              </a:ext>
            </a:extLst>
          </p:cNvPr>
          <p:cNvSpPr>
            <a:spLocks xmlns:a="http://schemas.openxmlformats.org/drawingml/2006/main" noGrp="1"/>
          </p:cNvSpPr>
          <p:nvPr/>
        </p:nvSpPr>
        <p:spPr>
          <a:xfrm xmlns:a="http://schemas.openxmlformats.org/drawingml/2006/main">
            <a:off x="4767263"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Refine</a:t>
            </a:r>
          </a:p>
        </p:txBody>
      </p:sp>
      <p:sp>
        <p:nvSpPr>
          <p:cNvPr id="14" name="flow-2-body">
            <a:extLst xmlns:a="http://schemas.openxmlformats.org/drawingml/2006/main">
              <a:ext uri="{FF2B5EF4-FFF2-40B4-BE49-F238E27FC236}">
                <a16:creationId xmlns:a16="http://schemas.microsoft.com/office/drawing/2014/main" id="{E16AB1E0-CCA1-4B1E-A090-FB4732B9A47C}"/>
              </a:ext>
            </a:extLst>
          </p:cNvPr>
          <p:cNvSpPr>
            <a:spLocks xmlns:a="http://schemas.openxmlformats.org/drawingml/2006/main" noGrp="1"/>
          </p:cNvSpPr>
          <p:nvPr/>
        </p:nvSpPr>
        <p:spPr>
          <a:xfrm xmlns:a="http://schemas.openxmlformats.org/drawingml/2006/main">
            <a:off x="4786313" y="2343150"/>
            <a:ext cx="1716881"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자연어로</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디자인·기능 수정</a:t>
            </a:r>
          </a:p>
        </p:txBody>
      </p:sp>
      <p:sp>
        <p:nvSpPr>
          <p:cNvPr id="15" name="arrow-691.75-249">
            <a:extLst xmlns:a="http://schemas.openxmlformats.org/drawingml/2006/main">
              <a:ext uri="{FF2B5EF4-FFF2-40B4-BE49-F238E27FC236}">
                <a16:creationId xmlns:a16="http://schemas.microsoft.com/office/drawing/2014/main" id="{4B97D10B-FDFF-47C9-B504-19FDB0276656}"/>
              </a:ext>
            </a:extLst>
          </p:cNvPr>
          <p:cNvSpPr>
            <a:spLocks xmlns:a="http://schemas.openxmlformats.org/drawingml/2006/main" noGrp="1"/>
          </p:cNvSpPr>
          <p:nvPr/>
        </p:nvSpPr>
        <p:spPr>
          <a:xfrm xmlns:a="http://schemas.openxmlformats.org/drawingml/2006/main">
            <a:off x="6588919" y="23717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6" name="flow-3-box">
            <a:extLst xmlns:a="http://schemas.openxmlformats.org/drawingml/2006/main">
              <a:ext uri="{FF2B5EF4-FFF2-40B4-BE49-F238E27FC236}">
                <a16:creationId xmlns:a16="http://schemas.microsoft.com/office/drawing/2014/main" id="{A050432D-0450-473C-A29F-A80C7E47C87D}"/>
              </a:ext>
            </a:extLst>
          </p:cNvPr>
          <p:cNvSpPr>
            <a:spLocks xmlns:a="http://schemas.openxmlformats.org/drawingml/2006/main" noGrp="1"/>
          </p:cNvSpPr>
          <p:nvPr/>
        </p:nvSpPr>
        <p:spPr>
          <a:xfrm xmlns:a="http://schemas.openxmlformats.org/drawingml/2006/main">
            <a:off x="6865144" y="1905000"/>
            <a:ext cx="1869281" cy="1238250"/>
          </a:xfrm>
          <a:prstGeom xmlns:a="http://schemas.openxmlformats.org/drawingml/2006/main" prst="roundRect">
            <a:avLst>
              <a:gd name="adj" fmla="val 4615"/>
            </a:avLst>
          </a:prstGeom>
          <a:noFill xmlns:a="http://schemas.openxmlformats.org/drawingml/2006/main"/>
          <a:ln xmlns:a="http://schemas.openxmlformats.org/drawingml/2006/main" w="9525">
            <a:solidFill>
              <a:srgbClr val="0000FF"/>
            </a:solidFill>
            <a:prstDash val="solid"/>
          </a:ln>
        </p:spPr>
      </p:sp>
      <p:sp>
        <p:nvSpPr>
          <p:cNvPr id="17" name="flow-3-title">
            <a:extLst xmlns:a="http://schemas.openxmlformats.org/drawingml/2006/main">
              <a:ext uri="{FF2B5EF4-FFF2-40B4-BE49-F238E27FC236}">
                <a16:creationId xmlns:a16="http://schemas.microsoft.com/office/drawing/2014/main" id="{692E83FE-A0C0-43D9-9CB1-ED24D47B3B5E}"/>
              </a:ext>
            </a:extLst>
          </p:cNvPr>
          <p:cNvSpPr>
            <a:spLocks xmlns:a="http://schemas.openxmlformats.org/drawingml/2006/main" noGrp="1"/>
          </p:cNvSpPr>
          <p:nvPr/>
        </p:nvSpPr>
        <p:spPr>
          <a:xfrm xmlns:a="http://schemas.openxmlformats.org/drawingml/2006/main">
            <a:off x="6922294"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Manage &amp; Share</a:t>
            </a:r>
          </a:p>
        </p:txBody>
      </p:sp>
      <p:sp>
        <p:nvSpPr>
          <p:cNvPr id="18" name="flow-3-body">
            <a:extLst xmlns:a="http://schemas.openxmlformats.org/drawingml/2006/main">
              <a:ext uri="{FF2B5EF4-FFF2-40B4-BE49-F238E27FC236}">
                <a16:creationId xmlns:a16="http://schemas.microsoft.com/office/drawing/2014/main" id="{1035A5D1-CC96-45BF-9867-338901D07F1E}"/>
              </a:ext>
            </a:extLst>
          </p:cNvPr>
          <p:cNvSpPr>
            <a:spLocks xmlns:a="http://schemas.openxmlformats.org/drawingml/2006/main" noGrp="1"/>
          </p:cNvSpPr>
          <p:nvPr/>
        </p:nvSpPr>
        <p:spPr>
          <a:xfrm xmlns:a="http://schemas.openxmlformats.org/drawingml/2006/main">
            <a:off x="6941344" y="2343150"/>
            <a:ext cx="1716881"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호스팅·공유·</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접근범위 관리</a:t>
            </a:r>
          </a:p>
        </p:txBody>
      </p:sp>
      <p:sp>
        <p:nvSpPr>
          <p:cNvPr id="19" name="left-panel-box">
            <a:extLst xmlns:a="http://schemas.openxmlformats.org/drawingml/2006/main">
              <a:ext uri="{FF2B5EF4-FFF2-40B4-BE49-F238E27FC236}">
                <a16:creationId xmlns:a16="http://schemas.microsoft.com/office/drawing/2014/main" id="{9959250F-6F33-4445-9C05-8B5432D42DED}"/>
              </a:ext>
            </a:extLst>
          </p:cNvPr>
          <p:cNvSpPr>
            <a:spLocks xmlns:a="http://schemas.openxmlformats.org/drawingml/2006/main" noGrp="1"/>
          </p:cNvSpPr>
          <p:nvPr/>
        </p:nvSpPr>
        <p:spPr>
          <a:xfrm xmlns:a="http://schemas.openxmlformats.org/drawingml/2006/main">
            <a:off x="400050" y="3476625"/>
            <a:ext cx="3905250" cy="71437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0" name="left-panel-title-fill">
            <a:extLst xmlns:a="http://schemas.openxmlformats.org/drawingml/2006/main">
              <a:ext uri="{FF2B5EF4-FFF2-40B4-BE49-F238E27FC236}">
                <a16:creationId xmlns:a16="http://schemas.microsoft.com/office/drawing/2014/main" id="{8159365E-DB44-43A0-A0D5-0E7AAE1524C9}"/>
              </a:ext>
            </a:extLst>
          </p:cNvPr>
          <p:cNvSpPr>
            <a:spLocks xmlns:a="http://schemas.openxmlformats.org/drawingml/2006/main" noGrp="1"/>
          </p:cNvSpPr>
          <p:nvPr/>
        </p:nvSpPr>
        <p:spPr>
          <a:xfrm xmlns:a="http://schemas.openxmlformats.org/drawingml/2006/main">
            <a:off x="400050" y="34766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21" name="left-panel-title">
            <a:extLst xmlns:a="http://schemas.openxmlformats.org/drawingml/2006/main">
              <a:ext uri="{FF2B5EF4-FFF2-40B4-BE49-F238E27FC236}">
                <a16:creationId xmlns:a16="http://schemas.microsoft.com/office/drawing/2014/main" id="{5778F7A3-5E9D-4DED-8E12-D8E313DA80C3}"/>
              </a:ext>
            </a:extLst>
          </p:cNvPr>
          <p:cNvSpPr>
            <a:spLocks xmlns:a="http://schemas.openxmlformats.org/drawingml/2006/main" noGrp="1"/>
          </p:cNvSpPr>
          <p:nvPr/>
        </p:nvSpPr>
        <p:spPr>
          <a:xfrm xmlns:a="http://schemas.openxmlformats.org/drawingml/2006/main">
            <a:off x="457200" y="34956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기존 생성형 AI</a:t>
            </a:r>
          </a:p>
        </p:txBody>
      </p:sp>
      <p:sp>
        <p:nvSpPr>
          <p:cNvPr id="22" name="left-panel-body">
            <a:extLst xmlns:a="http://schemas.openxmlformats.org/drawingml/2006/main">
              <a:ext uri="{FF2B5EF4-FFF2-40B4-BE49-F238E27FC236}">
                <a16:creationId xmlns:a16="http://schemas.microsoft.com/office/drawing/2014/main" id="{CF1B7CBA-2CB7-4F92-90DC-ADE3A2AE6291}"/>
              </a:ext>
            </a:extLst>
          </p:cNvPr>
          <p:cNvSpPr>
            <a:spLocks xmlns:a="http://schemas.openxmlformats.org/drawingml/2006/main" noGrp="1"/>
          </p:cNvSpPr>
          <p:nvPr/>
        </p:nvSpPr>
        <p:spPr>
          <a:xfrm xmlns:a="http://schemas.openxmlformats.org/drawingml/2006/main">
            <a:off x="495300" y="3876675"/>
            <a:ext cx="3714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HTML·React 코드 생성</a:t>
            </a:r>
          </a:p>
        </p:txBody>
      </p:sp>
      <p:sp>
        <p:nvSpPr>
          <p:cNvPr id="23" name="right-panel-box">
            <a:extLst xmlns:a="http://schemas.openxmlformats.org/drawingml/2006/main">
              <a:ext uri="{FF2B5EF4-FFF2-40B4-BE49-F238E27FC236}">
                <a16:creationId xmlns:a16="http://schemas.microsoft.com/office/drawing/2014/main" id="{A04BDFBD-3D4D-409D-B5C2-E3D1B41EB9B3}"/>
              </a:ext>
            </a:extLst>
          </p:cNvPr>
          <p:cNvSpPr>
            <a:spLocks xmlns:a="http://schemas.openxmlformats.org/drawingml/2006/main" noGrp="1"/>
          </p:cNvSpPr>
          <p:nvPr/>
        </p:nvSpPr>
        <p:spPr>
          <a:xfrm xmlns:a="http://schemas.openxmlformats.org/drawingml/2006/main">
            <a:off x="4686300" y="3476625"/>
            <a:ext cx="3905250" cy="71437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4" name="right-panel-title-fill">
            <a:extLst xmlns:a="http://schemas.openxmlformats.org/drawingml/2006/main">
              <a:ext uri="{FF2B5EF4-FFF2-40B4-BE49-F238E27FC236}">
                <a16:creationId xmlns:a16="http://schemas.microsoft.com/office/drawing/2014/main" id="{12B609D1-4E39-4894-9D03-10B02D10A3AE}"/>
              </a:ext>
            </a:extLst>
          </p:cNvPr>
          <p:cNvSpPr>
            <a:spLocks xmlns:a="http://schemas.openxmlformats.org/drawingml/2006/main" noGrp="1"/>
          </p:cNvSpPr>
          <p:nvPr/>
        </p:nvSpPr>
        <p:spPr>
          <a:xfrm xmlns:a="http://schemas.openxmlformats.org/drawingml/2006/main">
            <a:off x="4686300" y="3476625"/>
            <a:ext cx="3905250" cy="361950"/>
          </a:xfrm>
          <a:prstGeom xmlns:a="http://schemas.openxmlformats.org/drawingml/2006/main" prst="rect">
            <a:avLst/>
          </a:prstGeom>
          <a:noFill xmlns:a="http://schemas.openxmlformats.org/drawingml/2006/main"/>
          <a:ln xmlns:a="http://schemas.openxmlformats.org/drawingml/2006/main" w="0">
            <a:noFill/>
            <a:prstDash val="solid"/>
          </a:ln>
        </p:spPr>
      </p:sp>
      <p:sp>
        <p:nvSpPr>
          <p:cNvPr id="25" name="right-panel-title">
            <a:extLst xmlns:a="http://schemas.openxmlformats.org/drawingml/2006/main">
              <a:ext uri="{FF2B5EF4-FFF2-40B4-BE49-F238E27FC236}">
                <a16:creationId xmlns:a16="http://schemas.microsoft.com/office/drawing/2014/main" id="{5576A6B0-7C71-4F86-94A5-672ADC685DE6}"/>
              </a:ext>
            </a:extLst>
          </p:cNvPr>
          <p:cNvSpPr>
            <a:spLocks xmlns:a="http://schemas.openxmlformats.org/drawingml/2006/main" noGrp="1"/>
          </p:cNvSpPr>
          <p:nvPr/>
        </p:nvSpPr>
        <p:spPr>
          <a:xfrm xmlns:a="http://schemas.openxmlformats.org/drawingml/2006/main">
            <a:off x="4743450" y="349567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Sites</a:t>
            </a:r>
          </a:p>
        </p:txBody>
      </p:sp>
      <p:sp>
        <p:nvSpPr>
          <p:cNvPr id="26" name="right-panel-body">
            <a:extLst xmlns:a="http://schemas.openxmlformats.org/drawingml/2006/main">
              <a:ext uri="{FF2B5EF4-FFF2-40B4-BE49-F238E27FC236}">
                <a16:creationId xmlns:a16="http://schemas.microsoft.com/office/drawing/2014/main" id="{974DA8A7-C12E-42D2-AB23-AFDD852E0489}"/>
              </a:ext>
            </a:extLst>
          </p:cNvPr>
          <p:cNvSpPr>
            <a:spLocks xmlns:a="http://schemas.openxmlformats.org/drawingml/2006/main" noGrp="1"/>
          </p:cNvSpPr>
          <p:nvPr/>
        </p:nvSpPr>
        <p:spPr>
          <a:xfrm xmlns:a="http://schemas.openxmlformats.org/drawingml/2006/main">
            <a:off x="4781550" y="3876675"/>
            <a:ext cx="3714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사용 가능한 URL과 지속적 수정</a:t>
            </a:r>
          </a:p>
        </p:txBody>
      </p:sp>
    </p:spTree>
    <p:extLst>
      <p:ext uri="{BB962C8B-B14F-4D97-AF65-F5344CB8AC3E}">
        <p14:creationId xmlns:p14="http://schemas.microsoft.com/office/powerpoint/2010/main" val="201048634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0" name="content-title">
            <a:extLst xmlns:a="http://schemas.openxmlformats.org/drawingml/2006/main">
              <a:ext uri="{FF2B5EF4-FFF2-40B4-BE49-F238E27FC236}">
                <a16:creationId xmlns:a16="http://schemas.microsoft.com/office/drawing/2014/main" id="{EA302B31-11DF-459B-A397-179D096A7350}"/>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연구경력과 논문 목록으로 CV Website 만들기</a:t>
            </a:r>
          </a:p>
        </p:txBody>
      </p:sp>
      <p:sp>
        <p:nvSpPr>
          <p:cNvPr id="2" name="content-message">
            <a:extLst xmlns:a="http://schemas.openxmlformats.org/drawingml/2006/main">
              <a:ext uri="{FF2B5EF4-FFF2-40B4-BE49-F238E27FC236}">
                <a16:creationId xmlns:a16="http://schemas.microsoft.com/office/drawing/2014/main" id="{565E98AE-9A54-4F98-A440-496385BE68FC}"/>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문서 정보가 검색·필터 가능한 사이트로 변한다</a:t>
            </a:r>
          </a:p>
        </p:txBody>
      </p:sp>
      <p:sp>
        <p:nvSpPr>
          <p:cNvPr id="3" name="footer-source-report">
            <a:extLst xmlns:a="http://schemas.openxmlformats.org/drawingml/2006/main">
              <a:ext uri="{FF2B5EF4-FFF2-40B4-BE49-F238E27FC236}">
                <a16:creationId xmlns:a16="http://schemas.microsoft.com/office/drawing/2014/main" id="{31234787-B1F0-4380-A45C-475DD6427074}"/>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cv-input-box">
            <a:extLst xmlns:a="http://schemas.openxmlformats.org/drawingml/2006/main">
              <a:ext uri="{FF2B5EF4-FFF2-40B4-BE49-F238E27FC236}">
                <a16:creationId xmlns:a16="http://schemas.microsoft.com/office/drawing/2014/main" id="{07B3EE15-2C14-4D2C-A82C-CC5A17BCAC67}"/>
              </a:ext>
            </a:extLst>
          </p:cNvPr>
          <p:cNvSpPr>
            <a:spLocks xmlns:a="http://schemas.openxmlformats.org/drawingml/2006/main" noGrp="1"/>
          </p:cNvSpPr>
          <p:nvPr/>
        </p:nvSpPr>
        <p:spPr>
          <a:xfrm xmlns:a="http://schemas.openxmlformats.org/drawingml/2006/main">
            <a:off x="428625" y="1476375"/>
            <a:ext cx="1809750" cy="21431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 name="cv-input-title-fill">
            <a:extLst xmlns:a="http://schemas.openxmlformats.org/drawingml/2006/main">
              <a:ext uri="{FF2B5EF4-FFF2-40B4-BE49-F238E27FC236}">
                <a16:creationId xmlns:a16="http://schemas.microsoft.com/office/drawing/2014/main" id="{16B6ECE5-9085-45EF-862D-C98BDC0ACD46}"/>
              </a:ext>
            </a:extLst>
          </p:cNvPr>
          <p:cNvSpPr>
            <a:spLocks xmlns:a="http://schemas.openxmlformats.org/drawingml/2006/main" noGrp="1"/>
          </p:cNvSpPr>
          <p:nvPr/>
        </p:nvSpPr>
        <p:spPr>
          <a:xfrm xmlns:a="http://schemas.openxmlformats.org/drawingml/2006/main">
            <a:off x="428625" y="1476375"/>
            <a:ext cx="1809750" cy="361950"/>
          </a:xfrm>
          <a:prstGeom xmlns:a="http://schemas.openxmlformats.org/drawingml/2006/main" prst="rect">
            <a:avLst/>
          </a:prstGeom>
          <a:solidFill xmlns:a="http://schemas.openxmlformats.org/drawingml/2006/main">
            <a:srgbClr val="EBF0FF"/>
          </a:solidFill>
          <a:ln xmlns:a="http://schemas.openxmlformats.org/drawingml/2006/main" w="0">
            <a:noFill/>
            <a:prstDash val="solid"/>
          </a:ln>
        </p:spPr>
      </p:sp>
      <p:sp>
        <p:nvSpPr>
          <p:cNvPr id="6" name="cv-input-title">
            <a:extLst xmlns:a="http://schemas.openxmlformats.org/drawingml/2006/main">
              <a:ext uri="{FF2B5EF4-FFF2-40B4-BE49-F238E27FC236}">
                <a16:creationId xmlns:a16="http://schemas.microsoft.com/office/drawing/2014/main" id="{27AF7047-973B-4788-9EFC-EB0DE1BC13EB}"/>
              </a:ext>
            </a:extLst>
          </p:cNvPr>
          <p:cNvSpPr>
            <a:spLocks xmlns:a="http://schemas.openxmlformats.org/drawingml/2006/main" noGrp="1"/>
          </p:cNvSpPr>
          <p:nvPr/>
        </p:nvSpPr>
        <p:spPr>
          <a:xfrm xmlns:a="http://schemas.openxmlformats.org/drawingml/2006/main">
            <a:off x="485775" y="1495425"/>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입력 자료</a:t>
            </a:r>
          </a:p>
        </p:txBody>
      </p:sp>
      <p:sp>
        <p:nvSpPr>
          <p:cNvPr id="7" name="cv-input-body">
            <a:extLst xmlns:a="http://schemas.openxmlformats.org/drawingml/2006/main">
              <a:ext uri="{FF2B5EF4-FFF2-40B4-BE49-F238E27FC236}">
                <a16:creationId xmlns:a16="http://schemas.microsoft.com/office/drawing/2014/main" id="{4ECEE50C-F16F-455F-BDB3-D6782EAB9727}"/>
              </a:ext>
            </a:extLst>
          </p:cNvPr>
          <p:cNvSpPr>
            <a:spLocks xmlns:a="http://schemas.openxmlformats.org/drawingml/2006/main" noGrp="1"/>
          </p:cNvSpPr>
          <p:nvPr/>
        </p:nvSpPr>
        <p:spPr>
          <a:xfrm xmlns:a="http://schemas.openxmlformats.org/drawingml/2006/main">
            <a:off x="523875" y="1876425"/>
            <a:ext cx="161925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cv.md</a:t>
            </a:r>
          </a:p>
          <a:p xmlns:a="http://schemas.openxmlformats.org/drawingml/2006/main">
            <a:pPr algn="ctr">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publications.csv</a:t>
            </a:r>
          </a:p>
        </p:txBody>
      </p:sp>
      <p:sp>
        <p:nvSpPr>
          <p:cNvPr id="8" name="arrow-250-245">
            <a:extLst xmlns:a="http://schemas.openxmlformats.org/drawingml/2006/main">
              <a:ext uri="{FF2B5EF4-FFF2-40B4-BE49-F238E27FC236}">
                <a16:creationId xmlns:a16="http://schemas.microsoft.com/office/drawing/2014/main" id="{2D6AF82E-D662-4FFE-B271-58C7B633314B}"/>
              </a:ext>
            </a:extLst>
          </p:cNvPr>
          <p:cNvSpPr>
            <a:spLocks xmlns:a="http://schemas.openxmlformats.org/drawingml/2006/main" noGrp="1"/>
          </p:cNvSpPr>
          <p:nvPr/>
        </p:nvSpPr>
        <p:spPr>
          <a:xfrm xmlns:a="http://schemas.openxmlformats.org/drawingml/2006/main">
            <a:off x="2381250" y="2333625"/>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9" name="site-wireframe">
            <a:extLst xmlns:a="http://schemas.openxmlformats.org/drawingml/2006/main">
              <a:ext uri="{FF2B5EF4-FFF2-40B4-BE49-F238E27FC236}">
                <a16:creationId xmlns:a16="http://schemas.microsoft.com/office/drawing/2014/main" id="{FEA72ADC-8136-40C2-9FD8-2918D9B852D5}"/>
              </a:ext>
            </a:extLst>
          </p:cNvPr>
          <p:cNvSpPr>
            <a:spLocks xmlns:a="http://schemas.openxmlformats.org/drawingml/2006/main" noGrp="1"/>
          </p:cNvSpPr>
          <p:nvPr/>
        </p:nvSpPr>
        <p:spPr>
          <a:xfrm xmlns:a="http://schemas.openxmlformats.org/drawingml/2006/main">
            <a:off x="2905125" y="1333500"/>
            <a:ext cx="3571875" cy="2714625"/>
          </a:xfrm>
          <a:prstGeom xmlns:a="http://schemas.openxmlformats.org/drawingml/2006/main" prst="roundRect">
            <a:avLst>
              <a:gd name="adj" fmla="val 2105"/>
            </a:avLst>
          </a:prstGeom>
          <a:noFill xmlns:a="http://schemas.openxmlformats.org/drawingml/2006/main"/>
          <a:ln xmlns:a="http://schemas.openxmlformats.org/drawingml/2006/main" w="19050">
            <a:solidFill>
              <a:srgbClr val="1429A0"/>
            </a:solidFill>
            <a:prstDash val="solid"/>
          </a:ln>
        </p:spPr>
      </p:sp>
      <p:sp>
        <p:nvSpPr>
          <p:cNvPr id="10" name="site-top">
            <a:extLst xmlns:a="http://schemas.openxmlformats.org/drawingml/2006/main">
              <a:ext uri="{FF2B5EF4-FFF2-40B4-BE49-F238E27FC236}">
                <a16:creationId xmlns:a16="http://schemas.microsoft.com/office/drawing/2014/main" id="{120E6445-365C-4487-A768-ABB95F6A1B74}"/>
              </a:ext>
            </a:extLst>
          </p:cNvPr>
          <p:cNvSpPr>
            <a:spLocks xmlns:a="http://schemas.openxmlformats.org/drawingml/2006/main" noGrp="1"/>
          </p:cNvSpPr>
          <p:nvPr/>
        </p:nvSpPr>
        <p:spPr>
          <a:xfrm xmlns:a="http://schemas.openxmlformats.org/drawingml/2006/main">
            <a:off x="2905125" y="1333500"/>
            <a:ext cx="3571875" cy="428625"/>
          </a:xfrm>
          <a:prstGeom xmlns:a="http://schemas.openxmlformats.org/drawingml/2006/main" prst="rect">
            <a:avLst/>
          </a:prstGeom>
          <a:noFill xmlns:a="http://schemas.openxmlformats.org/drawingml/2006/main"/>
          <a:ln xmlns:a="http://schemas.openxmlformats.org/drawingml/2006/main" w="9525">
            <a:solidFill>
              <a:srgbClr val="1429A0"/>
            </a:solidFill>
            <a:prstDash val="solid"/>
          </a:ln>
        </p:spPr>
      </p:sp>
      <p:sp>
        <p:nvSpPr>
          <p:cNvPr id="11" name="site-title">
            <a:extLst xmlns:a="http://schemas.openxmlformats.org/drawingml/2006/main">
              <a:ext uri="{FF2B5EF4-FFF2-40B4-BE49-F238E27FC236}">
                <a16:creationId xmlns:a16="http://schemas.microsoft.com/office/drawing/2014/main" id="{06834F17-0481-4F11-910F-812BE4171B7A}"/>
              </a:ext>
            </a:extLst>
          </p:cNvPr>
          <p:cNvSpPr>
            <a:spLocks xmlns:a="http://schemas.openxmlformats.org/drawingml/2006/main" noGrp="1"/>
          </p:cNvSpPr>
          <p:nvPr/>
        </p:nvSpPr>
        <p:spPr>
          <a:xfrm xmlns:a="http://schemas.openxmlformats.org/drawingml/2006/main">
            <a:off x="3095625" y="1409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RESEARCHER CV</a:t>
            </a:r>
          </a:p>
        </p:txBody>
      </p:sp>
      <p:sp>
        <p:nvSpPr>
          <p:cNvPr id="12" name="site-nav">
            <a:extLst xmlns:a="http://schemas.openxmlformats.org/drawingml/2006/main">
              <a:ext uri="{FF2B5EF4-FFF2-40B4-BE49-F238E27FC236}">
                <a16:creationId xmlns:a16="http://schemas.microsoft.com/office/drawing/2014/main" id="{0D9435AB-D132-4F7D-8B08-EBFE7B2AFE98}"/>
              </a:ext>
            </a:extLst>
          </p:cNvPr>
          <p:cNvSpPr>
            <a:spLocks xmlns:a="http://schemas.openxmlformats.org/drawingml/2006/main" noGrp="1"/>
          </p:cNvSpPr>
          <p:nvPr/>
        </p:nvSpPr>
        <p:spPr>
          <a:xfrm xmlns:a="http://schemas.openxmlformats.org/drawingml/2006/main">
            <a:off x="4762500" y="1409700"/>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About  ·  Research</a:t>
            </a:r>
          </a:p>
        </p:txBody>
      </p:sp>
      <p:sp>
        <p:nvSpPr>
          <p:cNvPr id="13" name="site-sections">
            <a:extLst xmlns:a="http://schemas.openxmlformats.org/drawingml/2006/main">
              <a:ext uri="{FF2B5EF4-FFF2-40B4-BE49-F238E27FC236}">
                <a16:creationId xmlns:a16="http://schemas.microsoft.com/office/drawing/2014/main" id="{C14CA89C-C05B-446A-B53C-A0776122E6C3}"/>
              </a:ext>
            </a:extLst>
          </p:cNvPr>
          <p:cNvSpPr>
            <a:spLocks xmlns:a="http://schemas.openxmlformats.org/drawingml/2006/main" noGrp="1"/>
          </p:cNvSpPr>
          <p:nvPr/>
        </p:nvSpPr>
        <p:spPr>
          <a:xfrm xmlns:a="http://schemas.openxmlformats.org/drawingml/2006/main">
            <a:off x="3143250" y="1952625"/>
            <a:ext cx="3048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About</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Experience</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Research</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Publications  [연도 필터] [검색]</a:t>
            </a:r>
          </a:p>
          <a:p xmlns:a="http://schemas.openxmlformats.org/drawingml/2006/main">
            <a:pPr algn="l">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Skills · Contact</a:t>
            </a:r>
          </a:p>
        </p:txBody>
      </p:sp>
      <p:sp>
        <p:nvSpPr>
          <p:cNvPr id="14" name="arrow-695-245">
            <a:extLst xmlns:a="http://schemas.openxmlformats.org/drawingml/2006/main">
              <a:ext uri="{FF2B5EF4-FFF2-40B4-BE49-F238E27FC236}">
                <a16:creationId xmlns:a16="http://schemas.microsoft.com/office/drawing/2014/main" id="{2CA2D73E-EB60-4BC7-841C-89E2263BBBFB}"/>
              </a:ext>
            </a:extLst>
          </p:cNvPr>
          <p:cNvSpPr>
            <a:spLocks xmlns:a="http://schemas.openxmlformats.org/drawingml/2006/main" noGrp="1"/>
          </p:cNvSpPr>
          <p:nvPr/>
        </p:nvSpPr>
        <p:spPr>
          <a:xfrm xmlns:a="http://schemas.openxmlformats.org/drawingml/2006/main">
            <a:off x="6619875" y="2333625"/>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5" name="cv-refine-box">
            <a:extLst xmlns:a="http://schemas.openxmlformats.org/drawingml/2006/main">
              <a:ext uri="{FF2B5EF4-FFF2-40B4-BE49-F238E27FC236}">
                <a16:creationId xmlns:a16="http://schemas.microsoft.com/office/drawing/2014/main" id="{CEFA673B-1231-4DC9-A75D-1F510EB9CE4F}"/>
              </a:ext>
            </a:extLst>
          </p:cNvPr>
          <p:cNvSpPr>
            <a:spLocks xmlns:a="http://schemas.openxmlformats.org/drawingml/2006/main" noGrp="1"/>
          </p:cNvSpPr>
          <p:nvPr/>
        </p:nvSpPr>
        <p:spPr>
          <a:xfrm xmlns:a="http://schemas.openxmlformats.org/drawingml/2006/main">
            <a:off x="7143750" y="1476375"/>
            <a:ext cx="1619250" cy="2143125"/>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6" name="cv-refine-title-fill">
            <a:extLst xmlns:a="http://schemas.openxmlformats.org/drawingml/2006/main">
              <a:ext uri="{FF2B5EF4-FFF2-40B4-BE49-F238E27FC236}">
                <a16:creationId xmlns:a16="http://schemas.microsoft.com/office/drawing/2014/main" id="{CEC71D31-3D46-4EE7-B9FD-20BA5CFC5245}"/>
              </a:ext>
            </a:extLst>
          </p:cNvPr>
          <p:cNvSpPr>
            <a:spLocks xmlns:a="http://schemas.openxmlformats.org/drawingml/2006/main" noGrp="1"/>
          </p:cNvSpPr>
          <p:nvPr/>
        </p:nvSpPr>
        <p:spPr>
          <a:xfrm xmlns:a="http://schemas.openxmlformats.org/drawingml/2006/main">
            <a:off x="7143750" y="1476375"/>
            <a:ext cx="1619250" cy="36195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sp>
      <p:sp>
        <p:nvSpPr>
          <p:cNvPr id="17" name="cv-refine-title">
            <a:extLst xmlns:a="http://schemas.openxmlformats.org/drawingml/2006/main">
              <a:ext uri="{FF2B5EF4-FFF2-40B4-BE49-F238E27FC236}">
                <a16:creationId xmlns:a16="http://schemas.microsoft.com/office/drawing/2014/main" id="{114BDF7D-2427-49D2-B7EC-5F841BEFEF77}"/>
              </a:ext>
            </a:extLst>
          </p:cNvPr>
          <p:cNvSpPr>
            <a:spLocks xmlns:a="http://schemas.openxmlformats.org/drawingml/2006/main" noGrp="1"/>
          </p:cNvSpPr>
          <p:nvPr/>
        </p:nvSpPr>
        <p:spPr>
          <a:xfrm xmlns:a="http://schemas.openxmlformats.org/drawingml/2006/main">
            <a:off x="7200900" y="1495425"/>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후속 수정</a:t>
            </a:r>
          </a:p>
        </p:txBody>
      </p:sp>
      <p:sp>
        <p:nvSpPr>
          <p:cNvPr id="18" name="cv-refine-body">
            <a:extLst xmlns:a="http://schemas.openxmlformats.org/drawingml/2006/main">
              <a:ext uri="{FF2B5EF4-FFF2-40B4-BE49-F238E27FC236}">
                <a16:creationId xmlns:a16="http://schemas.microsoft.com/office/drawing/2014/main" id="{D0B6BA29-439E-4401-8B6F-0F7F53771DD1}"/>
              </a:ext>
            </a:extLst>
          </p:cNvPr>
          <p:cNvSpPr>
            <a:spLocks xmlns:a="http://schemas.openxmlformats.org/drawingml/2006/main" noGrp="1"/>
          </p:cNvSpPr>
          <p:nvPr/>
        </p:nvSpPr>
        <p:spPr>
          <a:xfrm xmlns:a="http://schemas.openxmlformats.org/drawingml/2006/main">
            <a:off x="7239000" y="1876425"/>
            <a:ext cx="142875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1. 연구·산업경력 분리</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2. 연도 필터와 검색</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3. 모바일 카드 길이 조정</a:t>
            </a:r>
          </a:p>
          <a:p xmlns:a="http://schemas.openxmlformats.org/drawingml/2006/main">
            <a:r>
              <a:t/>
            </a:r>
          </a:p>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4. 공개범위 확인</a:t>
            </a:r>
          </a:p>
        </p:txBody>
      </p:sp>
      <p:sp>
        <p:nvSpPr>
          <p:cNvPr id="19" name="cv-note">
            <a:extLst xmlns:a="http://schemas.openxmlformats.org/drawingml/2006/main">
              <a:ext uri="{FF2B5EF4-FFF2-40B4-BE49-F238E27FC236}">
                <a16:creationId xmlns:a16="http://schemas.microsoft.com/office/drawing/2014/main" id="{52D2F29B-8CE4-4231-8C9A-E1C670267E74}"/>
              </a:ext>
            </a:extLst>
          </p:cNvPr>
          <p:cNvSpPr>
            <a:spLocks xmlns:a="http://schemas.openxmlformats.org/drawingml/2006/main" noGrp="1"/>
          </p:cNvSpPr>
          <p:nvPr/>
        </p:nvSpPr>
        <p:spPr>
          <a:xfrm xmlns:a="http://schemas.openxmlformats.org/drawingml/2006/main">
            <a:off x="1714500" y="40957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898989"/>
                </a:solidFill>
                <a:latin typeface="맑은 고딕"/>
                <a:ea typeface="맑은 고딕"/>
                <a:cs typeface="맑은 고딕"/>
              </a:defRPr>
            </a:pPr>
            <a:r>
              <a:rPr sz="1200" b="0">
                <a:solidFill>
                  <a:srgbClr val="898989"/>
                </a:solidFill>
                <a:latin typeface="맑은 고딕"/>
                <a:ea typeface="맑은 고딕"/>
                <a:cs typeface="맑은 고딕"/>
              </a:rPr>
              <a:t>실시간 Scholar 수집 대신 공개·비식별 자료를 미리 준비해 Demo 재현성 확보</a:t>
            </a:r>
          </a:p>
        </p:txBody>
      </p:sp>
    </p:spTree>
    <p:extLst>
      <p:ext uri="{BB962C8B-B14F-4D97-AF65-F5344CB8AC3E}">
        <p14:creationId xmlns:p14="http://schemas.microsoft.com/office/powerpoint/2010/main" val="201048634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0" name="content-title">
            <a:extLst xmlns:a="http://schemas.openxmlformats.org/drawingml/2006/main">
              <a:ext uri="{FF2B5EF4-FFF2-40B4-BE49-F238E27FC236}">
                <a16:creationId xmlns:a16="http://schemas.microsoft.com/office/drawing/2014/main" id="{F9B0D633-5635-46F2-AD60-7D06EDEE3FBD}"/>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하나의 업무가 발전하는 과정</a:t>
            </a:r>
          </a:p>
        </p:txBody>
      </p:sp>
      <p:sp>
        <p:nvSpPr>
          <p:cNvPr id="2" name="content-message">
            <a:extLst xmlns:a="http://schemas.openxmlformats.org/drawingml/2006/main">
              <a:ext uri="{FF2B5EF4-FFF2-40B4-BE49-F238E27FC236}">
                <a16:creationId xmlns:a16="http://schemas.microsoft.com/office/drawing/2014/main" id="{265B4B8D-3D34-4719-A099-A46207FB8273}"/>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Context와 Workflow가 Agent를 만나 사용 가능한 산출물이 된다</a:t>
            </a:r>
          </a:p>
        </p:txBody>
      </p:sp>
      <p:sp>
        <p:nvSpPr>
          <p:cNvPr id="3" name="footer-source-report">
            <a:extLst xmlns:a="http://schemas.openxmlformats.org/drawingml/2006/main">
              <a:ext uri="{FF2B5EF4-FFF2-40B4-BE49-F238E27FC236}">
                <a16:creationId xmlns:a16="http://schemas.microsoft.com/office/drawing/2014/main" id="{3E31A2B0-DA1C-4665-A66C-41F8919DC975}"/>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flow-0-box">
            <a:extLst xmlns:a="http://schemas.openxmlformats.org/drawingml/2006/main">
              <a:ext uri="{FF2B5EF4-FFF2-40B4-BE49-F238E27FC236}">
                <a16:creationId xmlns:a16="http://schemas.microsoft.com/office/drawing/2014/main" id="{F36A03B7-42AA-4DB1-9F0F-31F878364A62}"/>
              </a:ext>
            </a:extLst>
          </p:cNvPr>
          <p:cNvSpPr>
            <a:spLocks xmlns:a="http://schemas.openxmlformats.org/drawingml/2006/main" noGrp="1"/>
          </p:cNvSpPr>
          <p:nvPr/>
        </p:nvSpPr>
        <p:spPr>
          <a:xfrm xmlns:a="http://schemas.openxmlformats.org/drawingml/2006/main">
            <a:off x="400050" y="1905000"/>
            <a:ext cx="1869281" cy="1381125"/>
          </a:xfrm>
          <a:prstGeom xmlns:a="http://schemas.openxmlformats.org/drawingml/2006/main" prst="roundRect">
            <a:avLst>
              <a:gd name="adj" fmla="val 4138"/>
            </a:avLst>
          </a:prstGeom>
          <a:noFill xmlns:a="http://schemas.openxmlformats.org/drawingml/2006/main"/>
          <a:ln xmlns:a="http://schemas.openxmlformats.org/drawingml/2006/main" w="9525">
            <a:solidFill>
              <a:srgbClr val="000000"/>
            </a:solidFill>
            <a:prstDash val="solid"/>
          </a:ln>
        </p:spPr>
      </p:sp>
      <p:sp>
        <p:nvSpPr>
          <p:cNvPr id="5" name="flow-0-title">
            <a:extLst xmlns:a="http://schemas.openxmlformats.org/drawingml/2006/main">
              <a:ext uri="{FF2B5EF4-FFF2-40B4-BE49-F238E27FC236}">
                <a16:creationId xmlns:a16="http://schemas.microsoft.com/office/drawing/2014/main" id="{F24E3DE5-872D-4FAE-A7BF-A24840113838}"/>
              </a:ext>
            </a:extLst>
          </p:cNvPr>
          <p:cNvSpPr>
            <a:spLocks xmlns:a="http://schemas.openxmlformats.org/drawingml/2006/main" noGrp="1"/>
          </p:cNvSpPr>
          <p:nvPr/>
        </p:nvSpPr>
        <p:spPr>
          <a:xfrm xmlns:a="http://schemas.openxmlformats.org/drawingml/2006/main">
            <a:off x="457200"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Laser Trim Project</a:t>
            </a:r>
          </a:p>
        </p:txBody>
      </p:sp>
      <p:sp>
        <p:nvSpPr>
          <p:cNvPr id="6" name="flow-0-body">
            <a:extLst xmlns:a="http://schemas.openxmlformats.org/drawingml/2006/main">
              <a:ext uri="{FF2B5EF4-FFF2-40B4-BE49-F238E27FC236}">
                <a16:creationId xmlns:a16="http://schemas.microsoft.com/office/drawing/2014/main" id="{743D9097-725D-4A1E-904D-1D871D2BA10C}"/>
              </a:ext>
            </a:extLst>
          </p:cNvPr>
          <p:cNvSpPr>
            <a:spLocks xmlns:a="http://schemas.openxmlformats.org/drawingml/2006/main" noGrp="1"/>
          </p:cNvSpPr>
          <p:nvPr/>
        </p:nvSpPr>
        <p:spPr>
          <a:xfrm xmlns:a="http://schemas.openxmlformats.org/drawingml/2006/main">
            <a:off x="476250" y="2343150"/>
            <a:ext cx="1716881"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무엇을</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알고 있는가</a:t>
            </a:r>
          </a:p>
        </p:txBody>
      </p:sp>
      <p:sp>
        <p:nvSpPr>
          <p:cNvPr id="7" name="arrow-239.25-256.5">
            <a:extLst xmlns:a="http://schemas.openxmlformats.org/drawingml/2006/main">
              <a:ext uri="{FF2B5EF4-FFF2-40B4-BE49-F238E27FC236}">
                <a16:creationId xmlns:a16="http://schemas.microsoft.com/office/drawing/2014/main" id="{DD000CE4-F6AA-48D5-8AD7-ABCB502BAB4A}"/>
              </a:ext>
            </a:extLst>
          </p:cNvPr>
          <p:cNvSpPr>
            <a:spLocks xmlns:a="http://schemas.openxmlformats.org/drawingml/2006/main" noGrp="1"/>
          </p:cNvSpPr>
          <p:nvPr/>
        </p:nvSpPr>
        <p:spPr>
          <a:xfrm xmlns:a="http://schemas.openxmlformats.org/drawingml/2006/main">
            <a:off x="2278856" y="2443163"/>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8" name="flow-1-box">
            <a:extLst xmlns:a="http://schemas.openxmlformats.org/drawingml/2006/main">
              <a:ext uri="{FF2B5EF4-FFF2-40B4-BE49-F238E27FC236}">
                <a16:creationId xmlns:a16="http://schemas.microsoft.com/office/drawing/2014/main" id="{3BD7CC8B-5D42-4C95-AD0F-8889D9687532}"/>
              </a:ext>
            </a:extLst>
          </p:cNvPr>
          <p:cNvSpPr>
            <a:spLocks xmlns:a="http://schemas.openxmlformats.org/drawingml/2006/main" noGrp="1"/>
          </p:cNvSpPr>
          <p:nvPr/>
        </p:nvSpPr>
        <p:spPr>
          <a:xfrm xmlns:a="http://schemas.openxmlformats.org/drawingml/2006/main">
            <a:off x="2555081" y="1905000"/>
            <a:ext cx="1869281" cy="1381125"/>
          </a:xfrm>
          <a:prstGeom xmlns:a="http://schemas.openxmlformats.org/drawingml/2006/main" prst="roundRect">
            <a:avLst>
              <a:gd name="adj" fmla="val 4138"/>
            </a:avLst>
          </a:prstGeom>
          <a:noFill xmlns:a="http://schemas.openxmlformats.org/drawingml/2006/main"/>
          <a:ln xmlns:a="http://schemas.openxmlformats.org/drawingml/2006/main" w="9525">
            <a:solidFill>
              <a:srgbClr val="000000"/>
            </a:solidFill>
            <a:prstDash val="solid"/>
          </a:ln>
        </p:spPr>
      </p:sp>
      <p:sp>
        <p:nvSpPr>
          <p:cNvPr id="9" name="flow-1-title">
            <a:extLst xmlns:a="http://schemas.openxmlformats.org/drawingml/2006/main">
              <a:ext uri="{FF2B5EF4-FFF2-40B4-BE49-F238E27FC236}">
                <a16:creationId xmlns:a16="http://schemas.microsoft.com/office/drawing/2014/main" id="{A816540F-0641-40BF-B257-0F89208F31AE}"/>
              </a:ext>
            </a:extLst>
          </p:cNvPr>
          <p:cNvSpPr>
            <a:spLocks xmlns:a="http://schemas.openxmlformats.org/drawingml/2006/main" noGrp="1"/>
          </p:cNvSpPr>
          <p:nvPr/>
        </p:nvSpPr>
        <p:spPr>
          <a:xfrm xmlns:a="http://schemas.openxmlformats.org/drawingml/2006/main">
            <a:off x="2612231"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Corporate PPT Skill</a:t>
            </a:r>
          </a:p>
        </p:txBody>
      </p:sp>
      <p:sp>
        <p:nvSpPr>
          <p:cNvPr id="10" name="flow-1-body">
            <a:extLst xmlns:a="http://schemas.openxmlformats.org/drawingml/2006/main">
              <a:ext uri="{FF2B5EF4-FFF2-40B4-BE49-F238E27FC236}">
                <a16:creationId xmlns:a16="http://schemas.microsoft.com/office/drawing/2014/main" id="{D9BB3C2A-B336-4F3E-9EE7-1BB007269F85}"/>
              </a:ext>
            </a:extLst>
          </p:cNvPr>
          <p:cNvSpPr>
            <a:spLocks xmlns:a="http://schemas.openxmlformats.org/drawingml/2006/main" noGrp="1"/>
          </p:cNvSpPr>
          <p:nvPr/>
        </p:nvSpPr>
        <p:spPr>
          <a:xfrm xmlns:a="http://schemas.openxmlformats.org/drawingml/2006/main">
            <a:off x="2631281" y="2343150"/>
            <a:ext cx="1716881"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어떻게</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일할 것인가</a:t>
            </a:r>
          </a:p>
        </p:txBody>
      </p:sp>
      <p:sp>
        <p:nvSpPr>
          <p:cNvPr id="11" name="arrow-465.5-256.5">
            <a:extLst xmlns:a="http://schemas.openxmlformats.org/drawingml/2006/main">
              <a:ext uri="{FF2B5EF4-FFF2-40B4-BE49-F238E27FC236}">
                <a16:creationId xmlns:a16="http://schemas.microsoft.com/office/drawing/2014/main" id="{E9B1317F-EC55-4A92-BBB9-287DF82701D3}"/>
              </a:ext>
            </a:extLst>
          </p:cNvPr>
          <p:cNvSpPr>
            <a:spLocks xmlns:a="http://schemas.openxmlformats.org/drawingml/2006/main" noGrp="1"/>
          </p:cNvSpPr>
          <p:nvPr/>
        </p:nvSpPr>
        <p:spPr>
          <a:xfrm xmlns:a="http://schemas.openxmlformats.org/drawingml/2006/main">
            <a:off x="4433888" y="2443163"/>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2" name="flow-2-box">
            <a:extLst xmlns:a="http://schemas.openxmlformats.org/drawingml/2006/main">
              <a:ext uri="{FF2B5EF4-FFF2-40B4-BE49-F238E27FC236}">
                <a16:creationId xmlns:a16="http://schemas.microsoft.com/office/drawing/2014/main" id="{19A1CE2B-4492-4B1B-AF1B-2B895BA897F0}"/>
              </a:ext>
            </a:extLst>
          </p:cNvPr>
          <p:cNvSpPr>
            <a:spLocks xmlns:a="http://schemas.openxmlformats.org/drawingml/2006/main" noGrp="1"/>
          </p:cNvSpPr>
          <p:nvPr/>
        </p:nvSpPr>
        <p:spPr>
          <a:xfrm xmlns:a="http://schemas.openxmlformats.org/drawingml/2006/main">
            <a:off x="4710113" y="1905000"/>
            <a:ext cx="1869281" cy="1381125"/>
          </a:xfrm>
          <a:prstGeom xmlns:a="http://schemas.openxmlformats.org/drawingml/2006/main" prst="roundRect">
            <a:avLst>
              <a:gd name="adj" fmla="val 4138"/>
            </a:avLst>
          </a:prstGeom>
          <a:noFill xmlns:a="http://schemas.openxmlformats.org/drawingml/2006/main"/>
          <a:ln xmlns:a="http://schemas.openxmlformats.org/drawingml/2006/main" w="9525">
            <a:solidFill>
              <a:srgbClr val="000000"/>
            </a:solidFill>
            <a:prstDash val="solid"/>
          </a:ln>
        </p:spPr>
      </p:sp>
      <p:sp>
        <p:nvSpPr>
          <p:cNvPr id="13" name="flow-2-title">
            <a:extLst xmlns:a="http://schemas.openxmlformats.org/drawingml/2006/main">
              <a:ext uri="{FF2B5EF4-FFF2-40B4-BE49-F238E27FC236}">
                <a16:creationId xmlns:a16="http://schemas.microsoft.com/office/drawing/2014/main" id="{EF73A71B-2B8F-4AB4-A9E1-E183EEC05AC8}"/>
              </a:ext>
            </a:extLst>
          </p:cNvPr>
          <p:cNvSpPr>
            <a:spLocks xmlns:a="http://schemas.openxmlformats.org/drawingml/2006/main" noGrp="1"/>
          </p:cNvSpPr>
          <p:nvPr/>
        </p:nvSpPr>
        <p:spPr>
          <a:xfrm xmlns:a="http://schemas.openxmlformats.org/drawingml/2006/main">
            <a:off x="4767263"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Work</a:t>
            </a:r>
          </a:p>
        </p:txBody>
      </p:sp>
      <p:sp>
        <p:nvSpPr>
          <p:cNvPr id="14" name="flow-2-body">
            <a:extLst xmlns:a="http://schemas.openxmlformats.org/drawingml/2006/main">
              <a:ext uri="{FF2B5EF4-FFF2-40B4-BE49-F238E27FC236}">
                <a16:creationId xmlns:a16="http://schemas.microsoft.com/office/drawing/2014/main" id="{6636D753-A30B-42B4-BE58-2086826A7FC2}"/>
              </a:ext>
            </a:extLst>
          </p:cNvPr>
          <p:cNvSpPr>
            <a:spLocks xmlns:a="http://schemas.openxmlformats.org/drawingml/2006/main" noGrp="1"/>
          </p:cNvSpPr>
          <p:nvPr/>
        </p:nvSpPr>
        <p:spPr>
          <a:xfrm xmlns:a="http://schemas.openxmlformats.org/drawingml/2006/main">
            <a:off x="4786313" y="2343150"/>
            <a:ext cx="1716881"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실제 업무를</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수행한다</a:t>
            </a:r>
          </a:p>
        </p:txBody>
      </p:sp>
      <p:sp>
        <p:nvSpPr>
          <p:cNvPr id="15" name="arrow-691.75-256.5">
            <a:extLst xmlns:a="http://schemas.openxmlformats.org/drawingml/2006/main">
              <a:ext uri="{FF2B5EF4-FFF2-40B4-BE49-F238E27FC236}">
                <a16:creationId xmlns:a16="http://schemas.microsoft.com/office/drawing/2014/main" id="{15025DF8-A403-4214-8925-C228F078FFB3}"/>
              </a:ext>
            </a:extLst>
          </p:cNvPr>
          <p:cNvSpPr>
            <a:spLocks xmlns:a="http://schemas.openxmlformats.org/drawingml/2006/main" noGrp="1"/>
          </p:cNvSpPr>
          <p:nvPr/>
        </p:nvSpPr>
        <p:spPr>
          <a:xfrm xmlns:a="http://schemas.openxmlformats.org/drawingml/2006/main">
            <a:off x="6588919" y="2443163"/>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a:t>
            </a:r>
          </a:p>
        </p:txBody>
      </p:sp>
      <p:sp>
        <p:nvSpPr>
          <p:cNvPr id="16" name="flow-3-box">
            <a:extLst xmlns:a="http://schemas.openxmlformats.org/drawingml/2006/main">
              <a:ext uri="{FF2B5EF4-FFF2-40B4-BE49-F238E27FC236}">
                <a16:creationId xmlns:a16="http://schemas.microsoft.com/office/drawing/2014/main" id="{94E73C6A-B8F1-482D-B2B2-6581D7D5BCE1}"/>
              </a:ext>
            </a:extLst>
          </p:cNvPr>
          <p:cNvSpPr>
            <a:spLocks xmlns:a="http://schemas.openxmlformats.org/drawingml/2006/main" noGrp="1"/>
          </p:cNvSpPr>
          <p:nvPr/>
        </p:nvSpPr>
        <p:spPr>
          <a:xfrm xmlns:a="http://schemas.openxmlformats.org/drawingml/2006/main">
            <a:off x="6865144" y="1905000"/>
            <a:ext cx="1869281" cy="1381125"/>
          </a:xfrm>
          <a:prstGeom xmlns:a="http://schemas.openxmlformats.org/drawingml/2006/main" prst="roundRect">
            <a:avLst>
              <a:gd name="adj" fmla="val 4138"/>
            </a:avLst>
          </a:prstGeom>
          <a:noFill xmlns:a="http://schemas.openxmlformats.org/drawingml/2006/main"/>
          <a:ln xmlns:a="http://schemas.openxmlformats.org/drawingml/2006/main" w="9525">
            <a:solidFill>
              <a:srgbClr val="0000FF"/>
            </a:solidFill>
            <a:prstDash val="solid"/>
          </a:ln>
        </p:spPr>
      </p:sp>
      <p:sp>
        <p:nvSpPr>
          <p:cNvPr id="17" name="flow-3-title">
            <a:extLst xmlns:a="http://schemas.openxmlformats.org/drawingml/2006/main">
              <a:ext uri="{FF2B5EF4-FFF2-40B4-BE49-F238E27FC236}">
                <a16:creationId xmlns:a16="http://schemas.microsoft.com/office/drawing/2014/main" id="{ABC7633B-85F2-428C-A87A-F30E29C75564}"/>
              </a:ext>
            </a:extLst>
          </p:cNvPr>
          <p:cNvSpPr>
            <a:spLocks xmlns:a="http://schemas.openxmlformats.org/drawingml/2006/main" noGrp="1"/>
          </p:cNvSpPr>
          <p:nvPr/>
        </p:nvSpPr>
        <p:spPr>
          <a:xfrm xmlns:a="http://schemas.openxmlformats.org/drawingml/2006/main">
            <a:off x="6922294" y="2000250"/>
            <a:ext cx="1754981"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PPT · Site</a:t>
            </a:r>
          </a:p>
        </p:txBody>
      </p:sp>
      <p:sp>
        <p:nvSpPr>
          <p:cNvPr id="18" name="flow-3-body">
            <a:extLst xmlns:a="http://schemas.openxmlformats.org/drawingml/2006/main">
              <a:ext uri="{FF2B5EF4-FFF2-40B4-BE49-F238E27FC236}">
                <a16:creationId xmlns:a16="http://schemas.microsoft.com/office/drawing/2014/main" id="{D509D88C-2C05-4C5E-ACC8-37032E7EA377}"/>
              </a:ext>
            </a:extLst>
          </p:cNvPr>
          <p:cNvSpPr>
            <a:spLocks xmlns:a="http://schemas.openxmlformats.org/drawingml/2006/main" noGrp="1"/>
          </p:cNvSpPr>
          <p:nvPr/>
        </p:nvSpPr>
        <p:spPr>
          <a:xfrm xmlns:a="http://schemas.openxmlformats.org/drawingml/2006/main">
            <a:off x="6941344" y="2343150"/>
            <a:ext cx="1716881"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사용 가능한</a:t>
            </a:r>
          </a:p>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결과가 나온다</a:t>
            </a:r>
          </a:p>
        </p:txBody>
      </p:sp>
      <p:sp>
        <p:nvSpPr>
          <p:cNvPr id="19" name="integrated-caption">
            <a:extLst xmlns:a="http://schemas.openxmlformats.org/drawingml/2006/main">
              <a:ext uri="{FF2B5EF4-FFF2-40B4-BE49-F238E27FC236}">
                <a16:creationId xmlns:a16="http://schemas.microsoft.com/office/drawing/2014/main" id="{AA9C354C-5A6D-4218-8B81-02A52966A282}"/>
              </a:ext>
            </a:extLst>
          </p:cNvPr>
          <p:cNvSpPr>
            <a:spLocks xmlns:a="http://schemas.openxmlformats.org/drawingml/2006/main" noGrp="1"/>
          </p:cNvSpPr>
          <p:nvPr/>
        </p:nvSpPr>
        <p:spPr>
          <a:xfrm xmlns:a="http://schemas.openxmlformats.org/drawingml/2006/main">
            <a:off x="2000250" y="371475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2000" b="1">
                <a:solidFill>
                  <a:srgbClr val="1429A0"/>
                </a:solidFill>
                <a:latin typeface="맑은 고딕"/>
                <a:ea typeface="맑은 고딕"/>
                <a:cs typeface="맑은 고딕"/>
              </a:defRPr>
            </a:pPr>
            <a:r>
              <a:rPr sz="2000" b="1">
                <a:solidFill>
                  <a:srgbClr val="1429A0"/>
                </a:solidFill>
                <a:latin typeface="맑은 고딕"/>
                <a:ea typeface="맑은 고딕"/>
                <a:cs typeface="맑은 고딕"/>
              </a:rPr>
              <a:t>Context → Workflow → Agent → Outcome</a:t>
            </a:r>
          </a:p>
        </p:txBody>
      </p:sp>
    </p:spTree>
    <p:extLst>
      <p:ext uri="{BB962C8B-B14F-4D97-AF65-F5344CB8AC3E}">
        <p14:creationId xmlns:p14="http://schemas.microsoft.com/office/powerpoint/2010/main" val="201048634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1" name="content-title">
            <a:extLst xmlns:a="http://schemas.openxmlformats.org/drawingml/2006/main">
              <a:ext uri="{FF2B5EF4-FFF2-40B4-BE49-F238E27FC236}">
                <a16:creationId xmlns:a16="http://schemas.microsoft.com/office/drawing/2014/main" id="{EAB5F191-3AED-4BFA-B2B1-A236040BE40A}"/>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Gemini·Claude에서는 무엇에 해당할까</a:t>
            </a:r>
          </a:p>
        </p:txBody>
      </p:sp>
      <p:sp>
        <p:nvSpPr>
          <p:cNvPr id="2" name="content-message">
            <a:extLst xmlns:a="http://schemas.openxmlformats.org/drawingml/2006/main">
              <a:ext uri="{FF2B5EF4-FFF2-40B4-BE49-F238E27FC236}">
                <a16:creationId xmlns:a16="http://schemas.microsoft.com/office/drawing/2014/main" id="{EB446A97-2F20-4469-9913-6BDB106C0F43}"/>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제품명보다 사용 목적을 알면 다른 AI도 쉽게 이해할 수 있다</a:t>
            </a:r>
          </a:p>
        </p:txBody>
      </p:sp>
      <p:sp>
        <p:nvSpPr>
          <p:cNvPr id="3" name="footer-source-report">
            <a:extLst xmlns:a="http://schemas.openxmlformats.org/drawingml/2006/main">
              <a:ext uri="{FF2B5EF4-FFF2-40B4-BE49-F238E27FC236}">
                <a16:creationId xmlns:a16="http://schemas.microsoft.com/office/drawing/2014/main" id="{AD07DE3C-0C07-43F5-98CA-849F47664A3D}"/>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map-head-0">
            <a:extLst xmlns:a="http://schemas.openxmlformats.org/drawingml/2006/main">
              <a:ext uri="{FF2B5EF4-FFF2-40B4-BE49-F238E27FC236}">
                <a16:creationId xmlns:a16="http://schemas.microsoft.com/office/drawing/2014/main" id="{13766C30-2EF3-4148-A994-0F080C5DB7C9}"/>
              </a:ext>
            </a:extLst>
          </p:cNvPr>
          <p:cNvSpPr>
            <a:spLocks xmlns:a="http://schemas.openxmlformats.org/drawingml/2006/main" noGrp="1"/>
          </p:cNvSpPr>
          <p:nvPr/>
        </p:nvSpPr>
        <p:spPr>
          <a:xfrm xmlns:a="http://schemas.openxmlformats.org/drawingml/2006/main">
            <a:off x="361950" y="1333500"/>
            <a:ext cx="1828800" cy="4572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5" name="map-head-t-0">
            <a:extLst xmlns:a="http://schemas.openxmlformats.org/drawingml/2006/main">
              <a:ext uri="{FF2B5EF4-FFF2-40B4-BE49-F238E27FC236}">
                <a16:creationId xmlns:a16="http://schemas.microsoft.com/office/drawing/2014/main" id="{143C1CBC-3180-4596-BF08-29CBCE52254C}"/>
              </a:ext>
            </a:extLst>
          </p:cNvPr>
          <p:cNvSpPr>
            <a:spLocks xmlns:a="http://schemas.openxmlformats.org/drawingml/2006/main" noGrp="1"/>
          </p:cNvSpPr>
          <p:nvPr/>
        </p:nvSpPr>
        <p:spPr>
          <a:xfrm xmlns:a="http://schemas.openxmlformats.org/drawingml/2006/main">
            <a:off x="400050" y="138112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사용 목적</a:t>
            </a:r>
          </a:p>
        </p:txBody>
      </p:sp>
      <p:sp>
        <p:nvSpPr>
          <p:cNvPr id="6" name="map-head-1">
            <a:extLst xmlns:a="http://schemas.openxmlformats.org/drawingml/2006/main">
              <a:ext uri="{FF2B5EF4-FFF2-40B4-BE49-F238E27FC236}">
                <a16:creationId xmlns:a16="http://schemas.microsoft.com/office/drawing/2014/main" id="{AC2D2DC1-E323-459F-9C2B-19A0DC39F497}"/>
              </a:ext>
            </a:extLst>
          </p:cNvPr>
          <p:cNvSpPr>
            <a:spLocks xmlns:a="http://schemas.openxmlformats.org/drawingml/2006/main" noGrp="1"/>
          </p:cNvSpPr>
          <p:nvPr/>
        </p:nvSpPr>
        <p:spPr>
          <a:xfrm xmlns:a="http://schemas.openxmlformats.org/drawingml/2006/main">
            <a:off x="2190750" y="1333500"/>
            <a:ext cx="2143125" cy="4572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7" name="map-head-t-1">
            <a:extLst xmlns:a="http://schemas.openxmlformats.org/drawingml/2006/main">
              <a:ext uri="{FF2B5EF4-FFF2-40B4-BE49-F238E27FC236}">
                <a16:creationId xmlns:a16="http://schemas.microsoft.com/office/drawing/2014/main" id="{02395130-5DA3-4775-B03B-D5C3A5122028}"/>
              </a:ext>
            </a:extLst>
          </p:cNvPr>
          <p:cNvSpPr>
            <a:spLocks xmlns:a="http://schemas.openxmlformats.org/drawingml/2006/main" noGrp="1"/>
          </p:cNvSpPr>
          <p:nvPr/>
        </p:nvSpPr>
        <p:spPr>
          <a:xfrm xmlns:a="http://schemas.openxmlformats.org/drawingml/2006/main">
            <a:off x="2228850" y="13811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ChatGPT</a:t>
            </a:r>
          </a:p>
        </p:txBody>
      </p:sp>
      <p:sp>
        <p:nvSpPr>
          <p:cNvPr id="8" name="map-head-2">
            <a:extLst xmlns:a="http://schemas.openxmlformats.org/drawingml/2006/main">
              <a:ext uri="{FF2B5EF4-FFF2-40B4-BE49-F238E27FC236}">
                <a16:creationId xmlns:a16="http://schemas.microsoft.com/office/drawing/2014/main" id="{54A4E64B-11E0-4BF9-A2A7-7F52C53F191B}"/>
              </a:ext>
            </a:extLst>
          </p:cNvPr>
          <p:cNvSpPr>
            <a:spLocks xmlns:a="http://schemas.openxmlformats.org/drawingml/2006/main" noGrp="1"/>
          </p:cNvSpPr>
          <p:nvPr/>
        </p:nvSpPr>
        <p:spPr>
          <a:xfrm xmlns:a="http://schemas.openxmlformats.org/drawingml/2006/main">
            <a:off x="4333875" y="1333500"/>
            <a:ext cx="2143125" cy="4572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9" name="map-head-t-2">
            <a:extLst xmlns:a="http://schemas.openxmlformats.org/drawingml/2006/main">
              <a:ext uri="{FF2B5EF4-FFF2-40B4-BE49-F238E27FC236}">
                <a16:creationId xmlns:a16="http://schemas.microsoft.com/office/drawing/2014/main" id="{295AA0FA-A0AE-4223-868E-71BEE833B823}"/>
              </a:ext>
            </a:extLst>
          </p:cNvPr>
          <p:cNvSpPr>
            <a:spLocks xmlns:a="http://schemas.openxmlformats.org/drawingml/2006/main" noGrp="1"/>
          </p:cNvSpPr>
          <p:nvPr/>
        </p:nvSpPr>
        <p:spPr>
          <a:xfrm xmlns:a="http://schemas.openxmlformats.org/drawingml/2006/main">
            <a:off x="4371975" y="13811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Gemini</a:t>
            </a:r>
          </a:p>
        </p:txBody>
      </p:sp>
      <p:sp>
        <p:nvSpPr>
          <p:cNvPr id="10" name="map-head-3">
            <a:extLst xmlns:a="http://schemas.openxmlformats.org/drawingml/2006/main">
              <a:ext uri="{FF2B5EF4-FFF2-40B4-BE49-F238E27FC236}">
                <a16:creationId xmlns:a16="http://schemas.microsoft.com/office/drawing/2014/main" id="{DA006B48-934D-4A88-8B6C-BCECD800B030}"/>
              </a:ext>
            </a:extLst>
          </p:cNvPr>
          <p:cNvSpPr>
            <a:spLocks xmlns:a="http://schemas.openxmlformats.org/drawingml/2006/main" noGrp="1"/>
          </p:cNvSpPr>
          <p:nvPr/>
        </p:nvSpPr>
        <p:spPr>
          <a:xfrm xmlns:a="http://schemas.openxmlformats.org/drawingml/2006/main">
            <a:off x="6477000" y="1333500"/>
            <a:ext cx="2305050" cy="45720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1" name="map-head-t-3">
            <a:extLst xmlns:a="http://schemas.openxmlformats.org/drawingml/2006/main">
              <a:ext uri="{FF2B5EF4-FFF2-40B4-BE49-F238E27FC236}">
                <a16:creationId xmlns:a16="http://schemas.microsoft.com/office/drawing/2014/main" id="{5421E10B-DB8D-4E3E-89D7-8B6586B66198}"/>
              </a:ext>
            </a:extLst>
          </p:cNvPr>
          <p:cNvSpPr>
            <a:spLocks xmlns:a="http://schemas.openxmlformats.org/drawingml/2006/main" noGrp="1"/>
          </p:cNvSpPr>
          <p:nvPr/>
        </p:nvSpPr>
        <p:spPr>
          <a:xfrm xmlns:a="http://schemas.openxmlformats.org/drawingml/2006/main">
            <a:off x="6515100" y="1381125"/>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Claude</a:t>
            </a:r>
          </a:p>
        </p:txBody>
      </p:sp>
      <p:sp>
        <p:nvSpPr>
          <p:cNvPr id="12" name="map-0-0">
            <a:extLst xmlns:a="http://schemas.openxmlformats.org/drawingml/2006/main">
              <a:ext uri="{FF2B5EF4-FFF2-40B4-BE49-F238E27FC236}">
                <a16:creationId xmlns:a16="http://schemas.microsoft.com/office/drawing/2014/main" id="{F0FF4545-3EDE-415D-A93F-BCCAD2580916}"/>
              </a:ext>
            </a:extLst>
          </p:cNvPr>
          <p:cNvSpPr>
            <a:spLocks xmlns:a="http://schemas.openxmlformats.org/drawingml/2006/main" noGrp="1"/>
          </p:cNvSpPr>
          <p:nvPr/>
        </p:nvSpPr>
        <p:spPr>
          <a:xfrm xmlns:a="http://schemas.openxmlformats.org/drawingml/2006/main">
            <a:off x="361950" y="1790700"/>
            <a:ext cx="1828800"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3" name="map-t-0-0">
            <a:extLst xmlns:a="http://schemas.openxmlformats.org/drawingml/2006/main">
              <a:ext uri="{FF2B5EF4-FFF2-40B4-BE49-F238E27FC236}">
                <a16:creationId xmlns:a16="http://schemas.microsoft.com/office/drawing/2014/main" id="{3F4A42C0-0B5A-4549-BB66-0162EE76A0F5}"/>
              </a:ext>
            </a:extLst>
          </p:cNvPr>
          <p:cNvSpPr>
            <a:spLocks xmlns:a="http://schemas.openxmlformats.org/drawingml/2006/main" noGrp="1"/>
          </p:cNvSpPr>
          <p:nvPr/>
        </p:nvSpPr>
        <p:spPr>
          <a:xfrm xmlns:a="http://schemas.openxmlformats.org/drawingml/2006/main">
            <a:off x="400050" y="181927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Project Context</a:t>
            </a:r>
          </a:p>
        </p:txBody>
      </p:sp>
      <p:sp>
        <p:nvSpPr>
          <p:cNvPr id="14" name="map-0-1">
            <a:extLst xmlns:a="http://schemas.openxmlformats.org/drawingml/2006/main">
              <a:ext uri="{FF2B5EF4-FFF2-40B4-BE49-F238E27FC236}">
                <a16:creationId xmlns:a16="http://schemas.microsoft.com/office/drawing/2014/main" id="{C1781BCF-0550-4E82-BADE-DE90E9130DDF}"/>
              </a:ext>
            </a:extLst>
          </p:cNvPr>
          <p:cNvSpPr>
            <a:spLocks xmlns:a="http://schemas.openxmlformats.org/drawingml/2006/main" noGrp="1"/>
          </p:cNvSpPr>
          <p:nvPr/>
        </p:nvSpPr>
        <p:spPr>
          <a:xfrm xmlns:a="http://schemas.openxmlformats.org/drawingml/2006/main">
            <a:off x="2190750" y="179070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5" name="map-t-0-1">
            <a:extLst xmlns:a="http://schemas.openxmlformats.org/drawingml/2006/main">
              <a:ext uri="{FF2B5EF4-FFF2-40B4-BE49-F238E27FC236}">
                <a16:creationId xmlns:a16="http://schemas.microsoft.com/office/drawing/2014/main" id="{347D66A4-9C79-4D7B-A684-4585E37AFA12}"/>
              </a:ext>
            </a:extLst>
          </p:cNvPr>
          <p:cNvSpPr>
            <a:spLocks xmlns:a="http://schemas.openxmlformats.org/drawingml/2006/main" noGrp="1"/>
          </p:cNvSpPr>
          <p:nvPr/>
        </p:nvSpPr>
        <p:spPr>
          <a:xfrm xmlns:a="http://schemas.openxmlformats.org/drawingml/2006/main">
            <a:off x="2228850" y="181927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Projects</a:t>
            </a:r>
          </a:p>
        </p:txBody>
      </p:sp>
      <p:sp>
        <p:nvSpPr>
          <p:cNvPr id="16" name="map-0-2">
            <a:extLst xmlns:a="http://schemas.openxmlformats.org/drawingml/2006/main">
              <a:ext uri="{FF2B5EF4-FFF2-40B4-BE49-F238E27FC236}">
                <a16:creationId xmlns:a16="http://schemas.microsoft.com/office/drawing/2014/main" id="{0929DCE6-C03C-468A-986C-71578CCFD108}"/>
              </a:ext>
            </a:extLst>
          </p:cNvPr>
          <p:cNvSpPr>
            <a:spLocks xmlns:a="http://schemas.openxmlformats.org/drawingml/2006/main" noGrp="1"/>
          </p:cNvSpPr>
          <p:nvPr/>
        </p:nvSpPr>
        <p:spPr>
          <a:xfrm xmlns:a="http://schemas.openxmlformats.org/drawingml/2006/main">
            <a:off x="4333875" y="179070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 name="map-t-0-2">
            <a:extLst xmlns:a="http://schemas.openxmlformats.org/drawingml/2006/main">
              <a:ext uri="{FF2B5EF4-FFF2-40B4-BE49-F238E27FC236}">
                <a16:creationId xmlns:a16="http://schemas.microsoft.com/office/drawing/2014/main" id="{CEEB9FEC-8943-434B-B425-DB409F4E74D1}"/>
              </a:ext>
            </a:extLst>
          </p:cNvPr>
          <p:cNvSpPr>
            <a:spLocks xmlns:a="http://schemas.openxmlformats.org/drawingml/2006/main" noGrp="1"/>
          </p:cNvSpPr>
          <p:nvPr/>
        </p:nvSpPr>
        <p:spPr>
          <a:xfrm xmlns:a="http://schemas.openxmlformats.org/drawingml/2006/main">
            <a:off x="4371975" y="181927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Notebooks</a:t>
            </a:r>
          </a:p>
        </p:txBody>
      </p:sp>
      <p:sp>
        <p:nvSpPr>
          <p:cNvPr id="18" name="map-0-3">
            <a:extLst xmlns:a="http://schemas.openxmlformats.org/drawingml/2006/main">
              <a:ext uri="{FF2B5EF4-FFF2-40B4-BE49-F238E27FC236}">
                <a16:creationId xmlns:a16="http://schemas.microsoft.com/office/drawing/2014/main" id="{3A02F7CC-2EF3-4FAC-BAB5-7FCA91462088}"/>
              </a:ext>
            </a:extLst>
          </p:cNvPr>
          <p:cNvSpPr>
            <a:spLocks xmlns:a="http://schemas.openxmlformats.org/drawingml/2006/main" noGrp="1"/>
          </p:cNvSpPr>
          <p:nvPr/>
        </p:nvSpPr>
        <p:spPr>
          <a:xfrm xmlns:a="http://schemas.openxmlformats.org/drawingml/2006/main">
            <a:off x="6477000" y="1790700"/>
            <a:ext cx="2305050" cy="4000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9" name="map-t-0-3">
            <a:extLst xmlns:a="http://schemas.openxmlformats.org/drawingml/2006/main">
              <a:ext uri="{FF2B5EF4-FFF2-40B4-BE49-F238E27FC236}">
                <a16:creationId xmlns:a16="http://schemas.microsoft.com/office/drawing/2014/main" id="{32461A8A-2562-4952-B304-48E8D67ABFFF}"/>
              </a:ext>
            </a:extLst>
          </p:cNvPr>
          <p:cNvSpPr>
            <a:spLocks xmlns:a="http://schemas.openxmlformats.org/drawingml/2006/main" noGrp="1"/>
          </p:cNvSpPr>
          <p:nvPr/>
        </p:nvSpPr>
        <p:spPr>
          <a:xfrm xmlns:a="http://schemas.openxmlformats.org/drawingml/2006/main">
            <a:off x="6515100" y="1819275"/>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Projects</a:t>
            </a:r>
          </a:p>
        </p:txBody>
      </p:sp>
      <p:sp>
        <p:nvSpPr>
          <p:cNvPr id="20" name="map-1-0">
            <a:extLst xmlns:a="http://schemas.openxmlformats.org/drawingml/2006/main">
              <a:ext uri="{FF2B5EF4-FFF2-40B4-BE49-F238E27FC236}">
                <a16:creationId xmlns:a16="http://schemas.microsoft.com/office/drawing/2014/main" id="{FECB1D17-1BE7-43C7-AC07-B327BAF1B340}"/>
              </a:ext>
            </a:extLst>
          </p:cNvPr>
          <p:cNvSpPr>
            <a:spLocks xmlns:a="http://schemas.openxmlformats.org/drawingml/2006/main" noGrp="1"/>
          </p:cNvSpPr>
          <p:nvPr/>
        </p:nvSpPr>
        <p:spPr>
          <a:xfrm xmlns:a="http://schemas.openxmlformats.org/drawingml/2006/main">
            <a:off x="361950" y="2190750"/>
            <a:ext cx="1828800"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21" name="map-t-1-0">
            <a:extLst xmlns:a="http://schemas.openxmlformats.org/drawingml/2006/main">
              <a:ext uri="{FF2B5EF4-FFF2-40B4-BE49-F238E27FC236}">
                <a16:creationId xmlns:a16="http://schemas.microsoft.com/office/drawing/2014/main" id="{966F1BA4-DFAF-4403-A677-4FCB9516EFB6}"/>
              </a:ext>
            </a:extLst>
          </p:cNvPr>
          <p:cNvSpPr>
            <a:spLocks xmlns:a="http://schemas.openxmlformats.org/drawingml/2006/main" noGrp="1"/>
          </p:cNvSpPr>
          <p:nvPr/>
        </p:nvSpPr>
        <p:spPr>
          <a:xfrm xmlns:a="http://schemas.openxmlformats.org/drawingml/2006/main">
            <a:off x="400050" y="22193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Reusable Skill</a:t>
            </a:r>
          </a:p>
        </p:txBody>
      </p:sp>
      <p:sp>
        <p:nvSpPr>
          <p:cNvPr id="22" name="map-1-1">
            <a:extLst xmlns:a="http://schemas.openxmlformats.org/drawingml/2006/main">
              <a:ext uri="{FF2B5EF4-FFF2-40B4-BE49-F238E27FC236}">
                <a16:creationId xmlns:a16="http://schemas.microsoft.com/office/drawing/2014/main" id="{CF333413-EEB5-4056-9958-DB54D31EE449}"/>
              </a:ext>
            </a:extLst>
          </p:cNvPr>
          <p:cNvSpPr>
            <a:spLocks xmlns:a="http://schemas.openxmlformats.org/drawingml/2006/main" noGrp="1"/>
          </p:cNvSpPr>
          <p:nvPr/>
        </p:nvSpPr>
        <p:spPr>
          <a:xfrm xmlns:a="http://schemas.openxmlformats.org/drawingml/2006/main">
            <a:off x="2190750" y="219075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 name="map-t-1-1">
            <a:extLst xmlns:a="http://schemas.openxmlformats.org/drawingml/2006/main">
              <a:ext uri="{FF2B5EF4-FFF2-40B4-BE49-F238E27FC236}">
                <a16:creationId xmlns:a16="http://schemas.microsoft.com/office/drawing/2014/main" id="{9FE76381-8818-4052-954E-79A78E0DC281}"/>
              </a:ext>
            </a:extLst>
          </p:cNvPr>
          <p:cNvSpPr>
            <a:spLocks xmlns:a="http://schemas.openxmlformats.org/drawingml/2006/main" noGrp="1"/>
          </p:cNvSpPr>
          <p:nvPr/>
        </p:nvSpPr>
        <p:spPr>
          <a:xfrm xmlns:a="http://schemas.openxmlformats.org/drawingml/2006/main">
            <a:off x="2228850" y="221932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Skills*</a:t>
            </a:r>
          </a:p>
        </p:txBody>
      </p:sp>
      <p:sp>
        <p:nvSpPr>
          <p:cNvPr id="24" name="map-1-2">
            <a:extLst xmlns:a="http://schemas.openxmlformats.org/drawingml/2006/main">
              <a:ext uri="{FF2B5EF4-FFF2-40B4-BE49-F238E27FC236}">
                <a16:creationId xmlns:a16="http://schemas.microsoft.com/office/drawing/2014/main" id="{9B1F246C-2C6E-43EA-9C2A-1A90E66FEDED}"/>
              </a:ext>
            </a:extLst>
          </p:cNvPr>
          <p:cNvSpPr>
            <a:spLocks xmlns:a="http://schemas.openxmlformats.org/drawingml/2006/main" noGrp="1"/>
          </p:cNvSpPr>
          <p:nvPr/>
        </p:nvSpPr>
        <p:spPr>
          <a:xfrm xmlns:a="http://schemas.openxmlformats.org/drawingml/2006/main">
            <a:off x="4333875" y="219075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 name="map-t-1-2">
            <a:extLst xmlns:a="http://schemas.openxmlformats.org/drawingml/2006/main">
              <a:ext uri="{FF2B5EF4-FFF2-40B4-BE49-F238E27FC236}">
                <a16:creationId xmlns:a16="http://schemas.microsoft.com/office/drawing/2014/main" id="{2B357A41-A91F-4E0D-931E-020568EB5211}"/>
              </a:ext>
            </a:extLst>
          </p:cNvPr>
          <p:cNvSpPr>
            <a:spLocks xmlns:a="http://schemas.openxmlformats.org/drawingml/2006/main" noGrp="1"/>
          </p:cNvSpPr>
          <p:nvPr/>
        </p:nvSpPr>
        <p:spPr>
          <a:xfrm xmlns:a="http://schemas.openxmlformats.org/drawingml/2006/main">
            <a:off x="4371975" y="221932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Skills</a:t>
            </a:r>
          </a:p>
        </p:txBody>
      </p:sp>
      <p:sp>
        <p:nvSpPr>
          <p:cNvPr id="26" name="map-1-3">
            <a:extLst xmlns:a="http://schemas.openxmlformats.org/drawingml/2006/main">
              <a:ext uri="{FF2B5EF4-FFF2-40B4-BE49-F238E27FC236}">
                <a16:creationId xmlns:a16="http://schemas.microsoft.com/office/drawing/2014/main" id="{77518518-6A71-4AFE-8173-2102BBC0664D}"/>
              </a:ext>
            </a:extLst>
          </p:cNvPr>
          <p:cNvSpPr>
            <a:spLocks xmlns:a="http://schemas.openxmlformats.org/drawingml/2006/main" noGrp="1"/>
          </p:cNvSpPr>
          <p:nvPr/>
        </p:nvSpPr>
        <p:spPr>
          <a:xfrm xmlns:a="http://schemas.openxmlformats.org/drawingml/2006/main">
            <a:off x="6477000" y="2190750"/>
            <a:ext cx="2305050" cy="4000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7" name="map-t-1-3">
            <a:extLst xmlns:a="http://schemas.openxmlformats.org/drawingml/2006/main">
              <a:ext uri="{FF2B5EF4-FFF2-40B4-BE49-F238E27FC236}">
                <a16:creationId xmlns:a16="http://schemas.microsoft.com/office/drawing/2014/main" id="{83AF1A5F-A16C-4E5A-A134-C484A107CF0F}"/>
              </a:ext>
            </a:extLst>
          </p:cNvPr>
          <p:cNvSpPr>
            <a:spLocks xmlns:a="http://schemas.openxmlformats.org/drawingml/2006/main" noGrp="1"/>
          </p:cNvSpPr>
          <p:nvPr/>
        </p:nvSpPr>
        <p:spPr>
          <a:xfrm xmlns:a="http://schemas.openxmlformats.org/drawingml/2006/main">
            <a:off x="6515100" y="2219325"/>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Skills</a:t>
            </a:r>
          </a:p>
        </p:txBody>
      </p:sp>
      <p:sp>
        <p:nvSpPr>
          <p:cNvPr id="28" name="map-2-0">
            <a:extLst xmlns:a="http://schemas.openxmlformats.org/drawingml/2006/main">
              <a:ext uri="{FF2B5EF4-FFF2-40B4-BE49-F238E27FC236}">
                <a16:creationId xmlns:a16="http://schemas.microsoft.com/office/drawing/2014/main" id="{5800C8F9-6106-4D70-B9E1-2595E559D12F}"/>
              </a:ext>
            </a:extLst>
          </p:cNvPr>
          <p:cNvSpPr>
            <a:spLocks xmlns:a="http://schemas.openxmlformats.org/drawingml/2006/main" noGrp="1"/>
          </p:cNvSpPr>
          <p:nvPr/>
        </p:nvSpPr>
        <p:spPr>
          <a:xfrm xmlns:a="http://schemas.openxmlformats.org/drawingml/2006/main">
            <a:off x="361950" y="2590800"/>
            <a:ext cx="1828800"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29" name="map-t-2-0">
            <a:extLst xmlns:a="http://schemas.openxmlformats.org/drawingml/2006/main">
              <a:ext uri="{FF2B5EF4-FFF2-40B4-BE49-F238E27FC236}">
                <a16:creationId xmlns:a16="http://schemas.microsoft.com/office/drawing/2014/main" id="{DAB63B89-FF50-44E0-BE61-1095DACD6A52}"/>
              </a:ext>
            </a:extLst>
          </p:cNvPr>
          <p:cNvSpPr>
            <a:spLocks xmlns:a="http://schemas.openxmlformats.org/drawingml/2006/main" noGrp="1"/>
          </p:cNvSpPr>
          <p:nvPr/>
        </p:nvSpPr>
        <p:spPr>
          <a:xfrm xmlns:a="http://schemas.openxmlformats.org/drawingml/2006/main">
            <a:off x="400050" y="261937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External Apps</a:t>
            </a:r>
          </a:p>
        </p:txBody>
      </p:sp>
      <p:sp>
        <p:nvSpPr>
          <p:cNvPr id="30" name="map-2-1">
            <a:extLst xmlns:a="http://schemas.openxmlformats.org/drawingml/2006/main">
              <a:ext uri="{FF2B5EF4-FFF2-40B4-BE49-F238E27FC236}">
                <a16:creationId xmlns:a16="http://schemas.microsoft.com/office/drawing/2014/main" id="{06D6721B-E5C8-4A4C-B7B5-8D9EB4E71ECC}"/>
              </a:ext>
            </a:extLst>
          </p:cNvPr>
          <p:cNvSpPr>
            <a:spLocks xmlns:a="http://schemas.openxmlformats.org/drawingml/2006/main" noGrp="1"/>
          </p:cNvSpPr>
          <p:nvPr/>
        </p:nvSpPr>
        <p:spPr>
          <a:xfrm xmlns:a="http://schemas.openxmlformats.org/drawingml/2006/main">
            <a:off x="2190750" y="259080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1" name="map-t-2-1">
            <a:extLst xmlns:a="http://schemas.openxmlformats.org/drawingml/2006/main">
              <a:ext uri="{FF2B5EF4-FFF2-40B4-BE49-F238E27FC236}">
                <a16:creationId xmlns:a16="http://schemas.microsoft.com/office/drawing/2014/main" id="{1D39B755-E1AC-4747-9385-8041FB2F5439}"/>
              </a:ext>
            </a:extLst>
          </p:cNvPr>
          <p:cNvSpPr>
            <a:spLocks xmlns:a="http://schemas.openxmlformats.org/drawingml/2006/main" noGrp="1"/>
          </p:cNvSpPr>
          <p:nvPr/>
        </p:nvSpPr>
        <p:spPr>
          <a:xfrm xmlns:a="http://schemas.openxmlformats.org/drawingml/2006/main">
            <a:off x="2228850" y="261937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Plugins / Apps</a:t>
            </a:r>
          </a:p>
        </p:txBody>
      </p:sp>
      <p:sp>
        <p:nvSpPr>
          <p:cNvPr id="32" name="map-2-2">
            <a:extLst xmlns:a="http://schemas.openxmlformats.org/drawingml/2006/main">
              <a:ext uri="{FF2B5EF4-FFF2-40B4-BE49-F238E27FC236}">
                <a16:creationId xmlns:a16="http://schemas.microsoft.com/office/drawing/2014/main" id="{24502646-91E9-4883-90A2-DDAFAD202EB9}"/>
              </a:ext>
            </a:extLst>
          </p:cNvPr>
          <p:cNvSpPr>
            <a:spLocks xmlns:a="http://schemas.openxmlformats.org/drawingml/2006/main" noGrp="1"/>
          </p:cNvSpPr>
          <p:nvPr/>
        </p:nvSpPr>
        <p:spPr>
          <a:xfrm xmlns:a="http://schemas.openxmlformats.org/drawingml/2006/main">
            <a:off x="4333875" y="259080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3" name="map-t-2-2">
            <a:extLst xmlns:a="http://schemas.openxmlformats.org/drawingml/2006/main">
              <a:ext uri="{FF2B5EF4-FFF2-40B4-BE49-F238E27FC236}">
                <a16:creationId xmlns:a16="http://schemas.microsoft.com/office/drawing/2014/main" id="{A222836B-401C-4285-9928-F6F5E805A010}"/>
              </a:ext>
            </a:extLst>
          </p:cNvPr>
          <p:cNvSpPr>
            <a:spLocks xmlns:a="http://schemas.openxmlformats.org/drawingml/2006/main" noGrp="1"/>
          </p:cNvSpPr>
          <p:nvPr/>
        </p:nvSpPr>
        <p:spPr>
          <a:xfrm xmlns:a="http://schemas.openxmlformats.org/drawingml/2006/main">
            <a:off x="4371975" y="261937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Connected Apps</a:t>
            </a:r>
          </a:p>
        </p:txBody>
      </p:sp>
      <p:sp>
        <p:nvSpPr>
          <p:cNvPr id="34" name="map-2-3">
            <a:extLst xmlns:a="http://schemas.openxmlformats.org/drawingml/2006/main">
              <a:ext uri="{FF2B5EF4-FFF2-40B4-BE49-F238E27FC236}">
                <a16:creationId xmlns:a16="http://schemas.microsoft.com/office/drawing/2014/main" id="{DE6A80E4-E02F-4193-B972-696A34D424C9}"/>
              </a:ext>
            </a:extLst>
          </p:cNvPr>
          <p:cNvSpPr>
            <a:spLocks xmlns:a="http://schemas.openxmlformats.org/drawingml/2006/main" noGrp="1"/>
          </p:cNvSpPr>
          <p:nvPr/>
        </p:nvSpPr>
        <p:spPr>
          <a:xfrm xmlns:a="http://schemas.openxmlformats.org/drawingml/2006/main">
            <a:off x="6477000" y="2590800"/>
            <a:ext cx="2305050" cy="4000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35" name="map-t-2-3">
            <a:extLst xmlns:a="http://schemas.openxmlformats.org/drawingml/2006/main">
              <a:ext uri="{FF2B5EF4-FFF2-40B4-BE49-F238E27FC236}">
                <a16:creationId xmlns:a16="http://schemas.microsoft.com/office/drawing/2014/main" id="{BDBA368D-9A15-47B9-BCD7-FF7B113CB90D}"/>
              </a:ext>
            </a:extLst>
          </p:cNvPr>
          <p:cNvSpPr>
            <a:spLocks xmlns:a="http://schemas.openxmlformats.org/drawingml/2006/main" noGrp="1"/>
          </p:cNvSpPr>
          <p:nvPr/>
        </p:nvSpPr>
        <p:spPr>
          <a:xfrm xmlns:a="http://schemas.openxmlformats.org/drawingml/2006/main">
            <a:off x="6515100" y="2619375"/>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Connectors</a:t>
            </a:r>
          </a:p>
        </p:txBody>
      </p:sp>
      <p:sp>
        <p:nvSpPr>
          <p:cNvPr id="36" name="map-3-0">
            <a:extLst xmlns:a="http://schemas.openxmlformats.org/drawingml/2006/main">
              <a:ext uri="{FF2B5EF4-FFF2-40B4-BE49-F238E27FC236}">
                <a16:creationId xmlns:a16="http://schemas.microsoft.com/office/drawing/2014/main" id="{A24F0ACF-D7B5-4CF4-9DC6-487C005235E6}"/>
              </a:ext>
            </a:extLst>
          </p:cNvPr>
          <p:cNvSpPr>
            <a:spLocks xmlns:a="http://schemas.openxmlformats.org/drawingml/2006/main" noGrp="1"/>
          </p:cNvSpPr>
          <p:nvPr/>
        </p:nvSpPr>
        <p:spPr>
          <a:xfrm xmlns:a="http://schemas.openxmlformats.org/drawingml/2006/main">
            <a:off x="361950" y="2990850"/>
            <a:ext cx="1828800"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37" name="map-t-3-0">
            <a:extLst xmlns:a="http://schemas.openxmlformats.org/drawingml/2006/main">
              <a:ext uri="{FF2B5EF4-FFF2-40B4-BE49-F238E27FC236}">
                <a16:creationId xmlns:a16="http://schemas.microsoft.com/office/drawing/2014/main" id="{0200B946-582E-43FF-93C3-29F8EF7CD891}"/>
              </a:ext>
            </a:extLst>
          </p:cNvPr>
          <p:cNvSpPr>
            <a:spLocks xmlns:a="http://schemas.openxmlformats.org/drawingml/2006/main" noGrp="1"/>
          </p:cNvSpPr>
          <p:nvPr/>
        </p:nvSpPr>
        <p:spPr>
          <a:xfrm xmlns:a="http://schemas.openxmlformats.org/drawingml/2006/main">
            <a:off x="400050" y="30194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Scheduling</a:t>
            </a:r>
          </a:p>
        </p:txBody>
      </p:sp>
      <p:sp>
        <p:nvSpPr>
          <p:cNvPr id="38" name="map-3-1">
            <a:extLst xmlns:a="http://schemas.openxmlformats.org/drawingml/2006/main">
              <a:ext uri="{FF2B5EF4-FFF2-40B4-BE49-F238E27FC236}">
                <a16:creationId xmlns:a16="http://schemas.microsoft.com/office/drawing/2014/main" id="{5F4FF430-9757-4C2A-90FF-997AACF12D72}"/>
              </a:ext>
            </a:extLst>
          </p:cNvPr>
          <p:cNvSpPr>
            <a:spLocks xmlns:a="http://schemas.openxmlformats.org/drawingml/2006/main" noGrp="1"/>
          </p:cNvSpPr>
          <p:nvPr/>
        </p:nvSpPr>
        <p:spPr>
          <a:xfrm xmlns:a="http://schemas.openxmlformats.org/drawingml/2006/main">
            <a:off x="2190750" y="299085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9" name="map-t-3-1">
            <a:extLst xmlns:a="http://schemas.openxmlformats.org/drawingml/2006/main">
              <a:ext uri="{FF2B5EF4-FFF2-40B4-BE49-F238E27FC236}">
                <a16:creationId xmlns:a16="http://schemas.microsoft.com/office/drawing/2014/main" id="{4C594256-2470-4AFD-A7ED-14555911D5AE}"/>
              </a:ext>
            </a:extLst>
          </p:cNvPr>
          <p:cNvSpPr>
            <a:spLocks xmlns:a="http://schemas.openxmlformats.org/drawingml/2006/main" noGrp="1"/>
          </p:cNvSpPr>
          <p:nvPr/>
        </p:nvSpPr>
        <p:spPr>
          <a:xfrm xmlns:a="http://schemas.openxmlformats.org/drawingml/2006/main">
            <a:off x="2228850" y="301942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Scheduled Tasks</a:t>
            </a:r>
          </a:p>
        </p:txBody>
      </p:sp>
      <p:sp>
        <p:nvSpPr>
          <p:cNvPr id="40" name="map-3-2">
            <a:extLst xmlns:a="http://schemas.openxmlformats.org/drawingml/2006/main">
              <a:ext uri="{FF2B5EF4-FFF2-40B4-BE49-F238E27FC236}">
                <a16:creationId xmlns:a16="http://schemas.microsoft.com/office/drawing/2014/main" id="{BFE210EA-24B1-4EF3-99FB-1CFFC3C20B10}"/>
              </a:ext>
            </a:extLst>
          </p:cNvPr>
          <p:cNvSpPr>
            <a:spLocks xmlns:a="http://schemas.openxmlformats.org/drawingml/2006/main" noGrp="1"/>
          </p:cNvSpPr>
          <p:nvPr/>
        </p:nvSpPr>
        <p:spPr>
          <a:xfrm xmlns:a="http://schemas.openxmlformats.org/drawingml/2006/main">
            <a:off x="4333875" y="299085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1" name="map-t-3-2">
            <a:extLst xmlns:a="http://schemas.openxmlformats.org/drawingml/2006/main">
              <a:ext uri="{FF2B5EF4-FFF2-40B4-BE49-F238E27FC236}">
                <a16:creationId xmlns:a16="http://schemas.microsoft.com/office/drawing/2014/main" id="{FEB9FE2B-9598-4B27-A56A-A0EAE6BA79E1}"/>
              </a:ext>
            </a:extLst>
          </p:cNvPr>
          <p:cNvSpPr>
            <a:spLocks xmlns:a="http://schemas.openxmlformats.org/drawingml/2006/main" noGrp="1"/>
          </p:cNvSpPr>
          <p:nvPr/>
        </p:nvSpPr>
        <p:spPr>
          <a:xfrm xmlns:a="http://schemas.openxmlformats.org/drawingml/2006/main">
            <a:off x="4371975" y="301942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Scheduled Actions</a:t>
            </a:r>
          </a:p>
        </p:txBody>
      </p:sp>
      <p:sp>
        <p:nvSpPr>
          <p:cNvPr id="42" name="map-3-3">
            <a:extLst xmlns:a="http://schemas.openxmlformats.org/drawingml/2006/main">
              <a:ext uri="{FF2B5EF4-FFF2-40B4-BE49-F238E27FC236}">
                <a16:creationId xmlns:a16="http://schemas.microsoft.com/office/drawing/2014/main" id="{4AEA1EB6-9CF0-41B6-AB0B-1B6FCAFB131D}"/>
              </a:ext>
            </a:extLst>
          </p:cNvPr>
          <p:cNvSpPr>
            <a:spLocks xmlns:a="http://schemas.openxmlformats.org/drawingml/2006/main" noGrp="1"/>
          </p:cNvSpPr>
          <p:nvPr/>
        </p:nvSpPr>
        <p:spPr>
          <a:xfrm xmlns:a="http://schemas.openxmlformats.org/drawingml/2006/main">
            <a:off x="6477000" y="2990850"/>
            <a:ext cx="2305050" cy="4000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43" name="map-t-3-3">
            <a:extLst xmlns:a="http://schemas.openxmlformats.org/drawingml/2006/main">
              <a:ext uri="{FF2B5EF4-FFF2-40B4-BE49-F238E27FC236}">
                <a16:creationId xmlns:a16="http://schemas.microsoft.com/office/drawing/2014/main" id="{40C8198B-5103-4F1D-AEF5-EF1DFCA16BD7}"/>
              </a:ext>
            </a:extLst>
          </p:cNvPr>
          <p:cNvSpPr>
            <a:spLocks xmlns:a="http://schemas.openxmlformats.org/drawingml/2006/main" noGrp="1"/>
          </p:cNvSpPr>
          <p:nvPr/>
        </p:nvSpPr>
        <p:spPr>
          <a:xfrm xmlns:a="http://schemas.openxmlformats.org/drawingml/2006/main">
            <a:off x="6515100" y="3019425"/>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Cowork Tasks</a:t>
            </a:r>
          </a:p>
        </p:txBody>
      </p:sp>
      <p:sp>
        <p:nvSpPr>
          <p:cNvPr id="44" name="map-4-0">
            <a:extLst xmlns:a="http://schemas.openxmlformats.org/drawingml/2006/main">
              <a:ext uri="{FF2B5EF4-FFF2-40B4-BE49-F238E27FC236}">
                <a16:creationId xmlns:a16="http://schemas.microsoft.com/office/drawing/2014/main" id="{51F57C99-CC34-4F76-B3B6-29F00C8B34A7}"/>
              </a:ext>
            </a:extLst>
          </p:cNvPr>
          <p:cNvSpPr>
            <a:spLocks xmlns:a="http://schemas.openxmlformats.org/drawingml/2006/main" noGrp="1"/>
          </p:cNvSpPr>
          <p:nvPr/>
        </p:nvSpPr>
        <p:spPr>
          <a:xfrm xmlns:a="http://schemas.openxmlformats.org/drawingml/2006/main">
            <a:off x="361950" y="3390900"/>
            <a:ext cx="1828800"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45" name="map-t-4-0">
            <a:extLst xmlns:a="http://schemas.openxmlformats.org/drawingml/2006/main">
              <a:ext uri="{FF2B5EF4-FFF2-40B4-BE49-F238E27FC236}">
                <a16:creationId xmlns:a16="http://schemas.microsoft.com/office/drawing/2014/main" id="{1FC8237B-F5B9-4574-941C-E516C70383C9}"/>
              </a:ext>
            </a:extLst>
          </p:cNvPr>
          <p:cNvSpPr>
            <a:spLocks xmlns:a="http://schemas.openxmlformats.org/drawingml/2006/main" noGrp="1"/>
          </p:cNvSpPr>
          <p:nvPr/>
        </p:nvSpPr>
        <p:spPr>
          <a:xfrm xmlns:a="http://schemas.openxmlformats.org/drawingml/2006/main">
            <a:off x="400050" y="341947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Agent Work</a:t>
            </a:r>
          </a:p>
        </p:txBody>
      </p:sp>
      <p:sp>
        <p:nvSpPr>
          <p:cNvPr id="46" name="map-4-1">
            <a:extLst xmlns:a="http://schemas.openxmlformats.org/drawingml/2006/main">
              <a:ext uri="{FF2B5EF4-FFF2-40B4-BE49-F238E27FC236}">
                <a16:creationId xmlns:a16="http://schemas.microsoft.com/office/drawing/2014/main" id="{43477145-E33B-4B81-B5EB-B091AD5E0BBC}"/>
              </a:ext>
            </a:extLst>
          </p:cNvPr>
          <p:cNvSpPr>
            <a:spLocks xmlns:a="http://schemas.openxmlformats.org/drawingml/2006/main" noGrp="1"/>
          </p:cNvSpPr>
          <p:nvPr/>
        </p:nvSpPr>
        <p:spPr>
          <a:xfrm xmlns:a="http://schemas.openxmlformats.org/drawingml/2006/main">
            <a:off x="2190750" y="339090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7" name="map-t-4-1">
            <a:extLst xmlns:a="http://schemas.openxmlformats.org/drawingml/2006/main">
              <a:ext uri="{FF2B5EF4-FFF2-40B4-BE49-F238E27FC236}">
                <a16:creationId xmlns:a16="http://schemas.microsoft.com/office/drawing/2014/main" id="{F82B4EFA-9AA2-4D72-BD3F-115D2BCAA009}"/>
              </a:ext>
            </a:extLst>
          </p:cNvPr>
          <p:cNvSpPr>
            <a:spLocks xmlns:a="http://schemas.openxmlformats.org/drawingml/2006/main" noGrp="1"/>
          </p:cNvSpPr>
          <p:nvPr/>
        </p:nvSpPr>
        <p:spPr>
          <a:xfrm xmlns:a="http://schemas.openxmlformats.org/drawingml/2006/main">
            <a:off x="2228850" y="341947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Work</a:t>
            </a:r>
          </a:p>
        </p:txBody>
      </p:sp>
      <p:sp>
        <p:nvSpPr>
          <p:cNvPr id="48" name="map-4-2">
            <a:extLst xmlns:a="http://schemas.openxmlformats.org/drawingml/2006/main">
              <a:ext uri="{FF2B5EF4-FFF2-40B4-BE49-F238E27FC236}">
                <a16:creationId xmlns:a16="http://schemas.microsoft.com/office/drawing/2014/main" id="{DB2A0400-C29A-4A30-99EE-CC3CD46CD02C}"/>
              </a:ext>
            </a:extLst>
          </p:cNvPr>
          <p:cNvSpPr>
            <a:spLocks xmlns:a="http://schemas.openxmlformats.org/drawingml/2006/main" noGrp="1"/>
          </p:cNvSpPr>
          <p:nvPr/>
        </p:nvSpPr>
        <p:spPr>
          <a:xfrm xmlns:a="http://schemas.openxmlformats.org/drawingml/2006/main">
            <a:off x="4333875" y="339090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9" name="map-t-4-2">
            <a:extLst xmlns:a="http://schemas.openxmlformats.org/drawingml/2006/main">
              <a:ext uri="{FF2B5EF4-FFF2-40B4-BE49-F238E27FC236}">
                <a16:creationId xmlns:a16="http://schemas.microsoft.com/office/drawing/2014/main" id="{373B16EE-0F90-4CC9-B912-C17B6513D5D7}"/>
              </a:ext>
            </a:extLst>
          </p:cNvPr>
          <p:cNvSpPr>
            <a:spLocks xmlns:a="http://schemas.openxmlformats.org/drawingml/2006/main" noGrp="1"/>
          </p:cNvSpPr>
          <p:nvPr/>
        </p:nvSpPr>
        <p:spPr>
          <a:xfrm xmlns:a="http://schemas.openxmlformats.org/drawingml/2006/main">
            <a:off x="4371975" y="341947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Spark</a:t>
            </a:r>
          </a:p>
        </p:txBody>
      </p:sp>
      <p:sp>
        <p:nvSpPr>
          <p:cNvPr id="50" name="map-4-3">
            <a:extLst xmlns:a="http://schemas.openxmlformats.org/drawingml/2006/main">
              <a:ext uri="{FF2B5EF4-FFF2-40B4-BE49-F238E27FC236}">
                <a16:creationId xmlns:a16="http://schemas.microsoft.com/office/drawing/2014/main" id="{5FF718DF-3B81-4E38-9CD5-E7470261DF92}"/>
              </a:ext>
            </a:extLst>
          </p:cNvPr>
          <p:cNvSpPr>
            <a:spLocks xmlns:a="http://schemas.openxmlformats.org/drawingml/2006/main" noGrp="1"/>
          </p:cNvSpPr>
          <p:nvPr/>
        </p:nvSpPr>
        <p:spPr>
          <a:xfrm xmlns:a="http://schemas.openxmlformats.org/drawingml/2006/main">
            <a:off x="6477000" y="3390900"/>
            <a:ext cx="2305050" cy="4000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1" name="map-t-4-3">
            <a:extLst xmlns:a="http://schemas.openxmlformats.org/drawingml/2006/main">
              <a:ext uri="{FF2B5EF4-FFF2-40B4-BE49-F238E27FC236}">
                <a16:creationId xmlns:a16="http://schemas.microsoft.com/office/drawing/2014/main" id="{7608065A-90C5-4750-A0F7-CE4326D80C7E}"/>
              </a:ext>
            </a:extLst>
          </p:cNvPr>
          <p:cNvSpPr>
            <a:spLocks xmlns:a="http://schemas.openxmlformats.org/drawingml/2006/main" noGrp="1"/>
          </p:cNvSpPr>
          <p:nvPr/>
        </p:nvSpPr>
        <p:spPr>
          <a:xfrm xmlns:a="http://schemas.openxmlformats.org/drawingml/2006/main">
            <a:off x="6515100" y="3419475"/>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Cowork</a:t>
            </a:r>
          </a:p>
        </p:txBody>
      </p:sp>
      <p:sp>
        <p:nvSpPr>
          <p:cNvPr id="52" name="map-5-0">
            <a:extLst xmlns:a="http://schemas.openxmlformats.org/drawingml/2006/main">
              <a:ext uri="{FF2B5EF4-FFF2-40B4-BE49-F238E27FC236}">
                <a16:creationId xmlns:a16="http://schemas.microsoft.com/office/drawing/2014/main" id="{14F33B58-1AC8-4E47-8FD5-115B5CEC2FB1}"/>
              </a:ext>
            </a:extLst>
          </p:cNvPr>
          <p:cNvSpPr>
            <a:spLocks xmlns:a="http://schemas.openxmlformats.org/drawingml/2006/main" noGrp="1"/>
          </p:cNvSpPr>
          <p:nvPr/>
        </p:nvSpPr>
        <p:spPr>
          <a:xfrm xmlns:a="http://schemas.openxmlformats.org/drawingml/2006/main">
            <a:off x="361950" y="3790950"/>
            <a:ext cx="1828800"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53" name="map-t-5-0">
            <a:extLst xmlns:a="http://schemas.openxmlformats.org/drawingml/2006/main">
              <a:ext uri="{FF2B5EF4-FFF2-40B4-BE49-F238E27FC236}">
                <a16:creationId xmlns:a16="http://schemas.microsoft.com/office/drawing/2014/main" id="{D92E907C-8A41-4B7F-AE8C-58E1CC22F2BE}"/>
              </a:ext>
            </a:extLst>
          </p:cNvPr>
          <p:cNvSpPr>
            <a:spLocks xmlns:a="http://schemas.openxmlformats.org/drawingml/2006/main" noGrp="1"/>
          </p:cNvSpPr>
          <p:nvPr/>
        </p:nvSpPr>
        <p:spPr>
          <a:xfrm xmlns:a="http://schemas.openxmlformats.org/drawingml/2006/main">
            <a:off x="400050" y="38195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Interactive Output</a:t>
            </a:r>
          </a:p>
        </p:txBody>
      </p:sp>
      <p:sp>
        <p:nvSpPr>
          <p:cNvPr id="54" name="map-5-1">
            <a:extLst xmlns:a="http://schemas.openxmlformats.org/drawingml/2006/main">
              <a:ext uri="{FF2B5EF4-FFF2-40B4-BE49-F238E27FC236}">
                <a16:creationId xmlns:a16="http://schemas.microsoft.com/office/drawing/2014/main" id="{FFBB6814-2C2E-44AB-A3BA-73A855251F02}"/>
              </a:ext>
            </a:extLst>
          </p:cNvPr>
          <p:cNvSpPr>
            <a:spLocks xmlns:a="http://schemas.openxmlformats.org/drawingml/2006/main" noGrp="1"/>
          </p:cNvSpPr>
          <p:nvPr/>
        </p:nvSpPr>
        <p:spPr>
          <a:xfrm xmlns:a="http://schemas.openxmlformats.org/drawingml/2006/main">
            <a:off x="2190750" y="379095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55" name="map-t-5-1">
            <a:extLst xmlns:a="http://schemas.openxmlformats.org/drawingml/2006/main">
              <a:ext uri="{FF2B5EF4-FFF2-40B4-BE49-F238E27FC236}">
                <a16:creationId xmlns:a16="http://schemas.microsoft.com/office/drawing/2014/main" id="{CABF21E2-78FC-49B0-B14B-C9A39A5C13E9}"/>
              </a:ext>
            </a:extLst>
          </p:cNvPr>
          <p:cNvSpPr>
            <a:spLocks xmlns:a="http://schemas.openxmlformats.org/drawingml/2006/main" noGrp="1"/>
          </p:cNvSpPr>
          <p:nvPr/>
        </p:nvSpPr>
        <p:spPr>
          <a:xfrm xmlns:a="http://schemas.openxmlformats.org/drawingml/2006/main">
            <a:off x="2228850" y="381952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Sites</a:t>
            </a:r>
          </a:p>
        </p:txBody>
      </p:sp>
      <p:sp>
        <p:nvSpPr>
          <p:cNvPr id="56" name="map-5-2">
            <a:extLst xmlns:a="http://schemas.openxmlformats.org/drawingml/2006/main">
              <a:ext uri="{FF2B5EF4-FFF2-40B4-BE49-F238E27FC236}">
                <a16:creationId xmlns:a16="http://schemas.microsoft.com/office/drawing/2014/main" id="{3BDCAE61-34EB-473F-AB54-6C9C6A3C73FB}"/>
              </a:ext>
            </a:extLst>
          </p:cNvPr>
          <p:cNvSpPr>
            <a:spLocks xmlns:a="http://schemas.openxmlformats.org/drawingml/2006/main" noGrp="1"/>
          </p:cNvSpPr>
          <p:nvPr/>
        </p:nvSpPr>
        <p:spPr>
          <a:xfrm xmlns:a="http://schemas.openxmlformats.org/drawingml/2006/main">
            <a:off x="4333875" y="3790950"/>
            <a:ext cx="21431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57" name="map-t-5-2">
            <a:extLst xmlns:a="http://schemas.openxmlformats.org/drawingml/2006/main">
              <a:ext uri="{FF2B5EF4-FFF2-40B4-BE49-F238E27FC236}">
                <a16:creationId xmlns:a16="http://schemas.microsoft.com/office/drawing/2014/main" id="{94D08910-AED1-46A8-AD94-2C0273CF21B7}"/>
              </a:ext>
            </a:extLst>
          </p:cNvPr>
          <p:cNvSpPr>
            <a:spLocks xmlns:a="http://schemas.openxmlformats.org/drawingml/2006/main" noGrp="1"/>
          </p:cNvSpPr>
          <p:nvPr/>
        </p:nvSpPr>
        <p:spPr>
          <a:xfrm xmlns:a="http://schemas.openxmlformats.org/drawingml/2006/main">
            <a:off x="4371975" y="3819525"/>
            <a:ext cx="2066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Canvas / Opal</a:t>
            </a:r>
          </a:p>
        </p:txBody>
      </p:sp>
      <p:sp>
        <p:nvSpPr>
          <p:cNvPr id="58" name="map-5-3">
            <a:extLst xmlns:a="http://schemas.openxmlformats.org/drawingml/2006/main">
              <a:ext uri="{FF2B5EF4-FFF2-40B4-BE49-F238E27FC236}">
                <a16:creationId xmlns:a16="http://schemas.microsoft.com/office/drawing/2014/main" id="{28AECED7-EF0D-4702-921F-2E8F560BCB6B}"/>
              </a:ext>
            </a:extLst>
          </p:cNvPr>
          <p:cNvSpPr>
            <a:spLocks xmlns:a="http://schemas.openxmlformats.org/drawingml/2006/main" noGrp="1"/>
          </p:cNvSpPr>
          <p:nvPr/>
        </p:nvSpPr>
        <p:spPr>
          <a:xfrm xmlns:a="http://schemas.openxmlformats.org/drawingml/2006/main">
            <a:off x="6477000" y="3790950"/>
            <a:ext cx="2305050" cy="4000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59" name="map-t-5-3">
            <a:extLst xmlns:a="http://schemas.openxmlformats.org/drawingml/2006/main">
              <a:ext uri="{FF2B5EF4-FFF2-40B4-BE49-F238E27FC236}">
                <a16:creationId xmlns:a16="http://schemas.microsoft.com/office/drawing/2014/main" id="{79C647A8-4938-4A0A-8477-1B65455430E3}"/>
              </a:ext>
            </a:extLst>
          </p:cNvPr>
          <p:cNvSpPr>
            <a:spLocks xmlns:a="http://schemas.openxmlformats.org/drawingml/2006/main" noGrp="1"/>
          </p:cNvSpPr>
          <p:nvPr/>
        </p:nvSpPr>
        <p:spPr>
          <a:xfrm xmlns:a="http://schemas.openxmlformats.org/drawingml/2006/main">
            <a:off x="6515100" y="3819525"/>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Artifacts</a:t>
            </a:r>
          </a:p>
        </p:txBody>
      </p:sp>
      <p:sp>
        <p:nvSpPr>
          <p:cNvPr id="60" name="caption-mapping-note">
            <a:extLst xmlns:a="http://schemas.openxmlformats.org/drawingml/2006/main">
              <a:ext uri="{FF2B5EF4-FFF2-40B4-BE49-F238E27FC236}">
                <a16:creationId xmlns:a16="http://schemas.microsoft.com/office/drawing/2014/main" id="{F2D7FB54-0D17-4FD2-AD73-2415ACF47570}"/>
              </a:ext>
            </a:extLst>
          </p:cNvPr>
          <p:cNvSpPr>
            <a:spLocks xmlns:a="http://schemas.openxmlformats.org/drawingml/2006/main" noGrp="1"/>
          </p:cNvSpPr>
          <p:nvPr/>
        </p:nvSpPr>
        <p:spPr>
          <a:xfrm xmlns:a="http://schemas.openxmlformats.org/drawingml/2006/main">
            <a:off x="1381125" y="4248150"/>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 ChatGPT Skills는 개인계정 가용성 공식문서 충돌 · 기능 경계는 1:1로 동일하지 않음</a:t>
            </a:r>
          </a:p>
        </p:txBody>
      </p:sp>
    </p:spTree>
    <p:extLst>
      <p:ext uri="{BB962C8B-B14F-4D97-AF65-F5344CB8AC3E}">
        <p14:creationId xmlns:p14="http://schemas.microsoft.com/office/powerpoint/2010/main" val="252883448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6" name="content-title">
            <a:extLst xmlns:a="http://schemas.openxmlformats.org/drawingml/2006/main">
              <a:ext uri="{FF2B5EF4-FFF2-40B4-BE49-F238E27FC236}">
                <a16:creationId xmlns:a16="http://schemas.microsoft.com/office/drawing/2014/main" id="{5C713C39-CED7-40A3-91E6-CA5B78683697}"/>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가능한 것과 사용해도 되는 것은 다르다</a:t>
            </a:r>
          </a:p>
        </p:txBody>
      </p:sp>
      <p:sp>
        <p:nvSpPr>
          <p:cNvPr id="2" name="content-message">
            <a:extLst xmlns:a="http://schemas.openxmlformats.org/drawingml/2006/main">
              <a:ext uri="{FF2B5EF4-FFF2-40B4-BE49-F238E27FC236}">
                <a16:creationId xmlns:a16="http://schemas.microsoft.com/office/drawing/2014/main" id="{25CED01E-DECE-4EEB-B5AF-DEA781D67A51}"/>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기능 제공, 계정 접근, 사내 사용 허가는 별개의 문제다</a:t>
            </a:r>
          </a:p>
        </p:txBody>
      </p:sp>
      <p:sp>
        <p:nvSpPr>
          <p:cNvPr id="3" name="footer-source-report">
            <a:extLst xmlns:a="http://schemas.openxmlformats.org/drawingml/2006/main">
              <a:ext uri="{FF2B5EF4-FFF2-40B4-BE49-F238E27FC236}">
                <a16:creationId xmlns:a16="http://schemas.microsoft.com/office/drawing/2014/main" id="{0C6130D1-B5A6-44B2-98ED-64246E8A4F50}"/>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security-q-0">
            <a:extLst xmlns:a="http://schemas.openxmlformats.org/drawingml/2006/main">
              <a:ext uri="{FF2B5EF4-FFF2-40B4-BE49-F238E27FC236}">
                <a16:creationId xmlns:a16="http://schemas.microsoft.com/office/drawing/2014/main" id="{BDD2BA6D-9DBD-4C10-9636-4BE6180BF79F}"/>
              </a:ext>
            </a:extLst>
          </p:cNvPr>
          <p:cNvSpPr>
            <a:spLocks xmlns:a="http://schemas.openxmlformats.org/drawingml/2006/main" noGrp="1"/>
          </p:cNvSpPr>
          <p:nvPr/>
        </p:nvSpPr>
        <p:spPr>
          <a:xfrm xmlns:a="http://schemas.openxmlformats.org/drawingml/2006/main">
            <a:off x="523875" y="1333500"/>
            <a:ext cx="2476500" cy="619125"/>
          </a:xfrm>
          <a:prstGeom xmlns:a="http://schemas.openxmlformats.org/drawingml/2006/main" prst="roundRect">
            <a:avLst>
              <a:gd name="adj" fmla="val 9231"/>
            </a:avLst>
          </a:prstGeom>
          <a:noFill xmlns:a="http://schemas.openxmlformats.org/drawingml/2006/main"/>
          <a:ln xmlns:a="http://schemas.openxmlformats.org/drawingml/2006/main" w="9525">
            <a:solidFill>
              <a:srgbClr val="000000"/>
            </a:solidFill>
            <a:prstDash val="solid"/>
          </a:ln>
        </p:spPr>
      </p:sp>
      <p:sp>
        <p:nvSpPr>
          <p:cNvPr id="5" name="security-q-t-0">
            <a:extLst xmlns:a="http://schemas.openxmlformats.org/drawingml/2006/main">
              <a:ext uri="{FF2B5EF4-FFF2-40B4-BE49-F238E27FC236}">
                <a16:creationId xmlns:a16="http://schemas.microsoft.com/office/drawing/2014/main" id="{07B7103A-23B5-4D01-B0D1-1789FA7DE1F9}"/>
              </a:ext>
            </a:extLst>
          </p:cNvPr>
          <p:cNvSpPr>
            <a:spLocks xmlns:a="http://schemas.openxmlformats.org/drawingml/2006/main" noGrp="1"/>
          </p:cNvSpPr>
          <p:nvPr/>
        </p:nvSpPr>
        <p:spPr>
          <a:xfrm xmlns:a="http://schemas.openxmlformats.org/drawingml/2006/main">
            <a:off x="619125" y="142875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1. AI가 기술적으로 가능한가?</a:t>
            </a:r>
          </a:p>
        </p:txBody>
      </p:sp>
      <p:sp>
        <p:nvSpPr>
          <p:cNvPr id="6" name="security-q-1">
            <a:extLst xmlns:a="http://schemas.openxmlformats.org/drawingml/2006/main">
              <a:ext uri="{FF2B5EF4-FFF2-40B4-BE49-F238E27FC236}">
                <a16:creationId xmlns:a16="http://schemas.microsoft.com/office/drawing/2014/main" id="{5D098053-DE0B-4233-AC15-641E28FF669D}"/>
              </a:ext>
            </a:extLst>
          </p:cNvPr>
          <p:cNvSpPr>
            <a:spLocks xmlns:a="http://schemas.openxmlformats.org/drawingml/2006/main" noGrp="1"/>
          </p:cNvSpPr>
          <p:nvPr/>
        </p:nvSpPr>
        <p:spPr>
          <a:xfrm xmlns:a="http://schemas.openxmlformats.org/drawingml/2006/main">
            <a:off x="3333750" y="1333500"/>
            <a:ext cx="2476500" cy="619125"/>
          </a:xfrm>
          <a:prstGeom xmlns:a="http://schemas.openxmlformats.org/drawingml/2006/main" prst="roundRect">
            <a:avLst>
              <a:gd name="adj" fmla="val 9231"/>
            </a:avLst>
          </a:prstGeom>
          <a:noFill xmlns:a="http://schemas.openxmlformats.org/drawingml/2006/main"/>
          <a:ln xmlns:a="http://schemas.openxmlformats.org/drawingml/2006/main" w="9525">
            <a:solidFill>
              <a:srgbClr val="000000"/>
            </a:solidFill>
            <a:prstDash val="solid"/>
          </a:ln>
        </p:spPr>
      </p:sp>
      <p:sp>
        <p:nvSpPr>
          <p:cNvPr id="7" name="security-q-t-1">
            <a:extLst xmlns:a="http://schemas.openxmlformats.org/drawingml/2006/main">
              <a:ext uri="{FF2B5EF4-FFF2-40B4-BE49-F238E27FC236}">
                <a16:creationId xmlns:a16="http://schemas.microsoft.com/office/drawing/2014/main" id="{6DD97C8F-169C-49F7-8652-E1D7CA07D8E2}"/>
              </a:ext>
            </a:extLst>
          </p:cNvPr>
          <p:cNvSpPr>
            <a:spLocks xmlns:a="http://schemas.openxmlformats.org/drawingml/2006/main" noGrp="1"/>
          </p:cNvSpPr>
          <p:nvPr/>
        </p:nvSpPr>
        <p:spPr>
          <a:xfrm xmlns:a="http://schemas.openxmlformats.org/drawingml/2006/main">
            <a:off x="3429000" y="142875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2. 내 계정에서 접근 가능한가?</a:t>
            </a:r>
          </a:p>
        </p:txBody>
      </p:sp>
      <p:sp>
        <p:nvSpPr>
          <p:cNvPr id="8" name="security-q-2">
            <a:extLst xmlns:a="http://schemas.openxmlformats.org/drawingml/2006/main">
              <a:ext uri="{FF2B5EF4-FFF2-40B4-BE49-F238E27FC236}">
                <a16:creationId xmlns:a16="http://schemas.microsoft.com/office/drawing/2014/main" id="{ED19FC58-42C2-4419-A976-8A7D05D861D5}"/>
              </a:ext>
            </a:extLst>
          </p:cNvPr>
          <p:cNvSpPr>
            <a:spLocks xmlns:a="http://schemas.openxmlformats.org/drawingml/2006/main" noGrp="1"/>
          </p:cNvSpPr>
          <p:nvPr/>
        </p:nvSpPr>
        <p:spPr>
          <a:xfrm xmlns:a="http://schemas.openxmlformats.org/drawingml/2006/main">
            <a:off x="6143625" y="1333500"/>
            <a:ext cx="2476500" cy="619125"/>
          </a:xfrm>
          <a:prstGeom xmlns:a="http://schemas.openxmlformats.org/drawingml/2006/main" prst="roundRect">
            <a:avLst>
              <a:gd name="adj" fmla="val 9231"/>
            </a:avLst>
          </a:prstGeom>
          <a:noFill xmlns:a="http://schemas.openxmlformats.org/drawingml/2006/main"/>
          <a:ln xmlns:a="http://schemas.openxmlformats.org/drawingml/2006/main" w="9525">
            <a:solidFill>
              <a:srgbClr val="0000FF"/>
            </a:solidFill>
            <a:prstDash val="solid"/>
          </a:ln>
        </p:spPr>
      </p:sp>
      <p:sp>
        <p:nvSpPr>
          <p:cNvPr id="9" name="security-q-t-2">
            <a:extLst xmlns:a="http://schemas.openxmlformats.org/drawingml/2006/main">
              <a:ext uri="{FF2B5EF4-FFF2-40B4-BE49-F238E27FC236}">
                <a16:creationId xmlns:a16="http://schemas.microsoft.com/office/drawing/2014/main" id="{BFA86546-2AC9-4CF3-AFE5-1D1562D5DB5C}"/>
              </a:ext>
            </a:extLst>
          </p:cNvPr>
          <p:cNvSpPr>
            <a:spLocks xmlns:a="http://schemas.openxmlformats.org/drawingml/2006/main" noGrp="1"/>
          </p:cNvSpPr>
          <p:nvPr/>
        </p:nvSpPr>
        <p:spPr>
          <a:xfrm xmlns:a="http://schemas.openxmlformats.org/drawingml/2006/main">
            <a:off x="6238875" y="142875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3. 회사 정책상 사용해도 되는가?</a:t>
            </a:r>
          </a:p>
        </p:txBody>
      </p:sp>
      <p:sp>
        <p:nvSpPr>
          <p:cNvPr id="10" name="risk-label-0">
            <a:extLst xmlns:a="http://schemas.openxmlformats.org/drawingml/2006/main">
              <a:ext uri="{FF2B5EF4-FFF2-40B4-BE49-F238E27FC236}">
                <a16:creationId xmlns:a16="http://schemas.microsoft.com/office/drawing/2014/main" id="{1C4ADB87-E3E8-47B9-8517-64374152ED7A}"/>
              </a:ext>
            </a:extLst>
          </p:cNvPr>
          <p:cNvSpPr>
            <a:spLocks xmlns:a="http://schemas.openxmlformats.org/drawingml/2006/main" noGrp="1"/>
          </p:cNvSpPr>
          <p:nvPr/>
        </p:nvSpPr>
        <p:spPr>
          <a:xfrm xmlns:a="http://schemas.openxmlformats.org/drawingml/2006/main">
            <a:off x="1143000" y="2286000"/>
            <a:ext cx="1714500" cy="4381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1" name="risk-action-0">
            <a:extLst xmlns:a="http://schemas.openxmlformats.org/drawingml/2006/main">
              <a:ext uri="{FF2B5EF4-FFF2-40B4-BE49-F238E27FC236}">
                <a16:creationId xmlns:a16="http://schemas.microsoft.com/office/drawing/2014/main" id="{2AF7D971-D9B6-4A72-BB5C-57A7B0985F5A}"/>
              </a:ext>
            </a:extLst>
          </p:cNvPr>
          <p:cNvSpPr>
            <a:spLocks xmlns:a="http://schemas.openxmlformats.org/drawingml/2006/main" noGrp="1"/>
          </p:cNvSpPr>
          <p:nvPr/>
        </p:nvSpPr>
        <p:spPr>
          <a:xfrm xmlns:a="http://schemas.openxmlformats.org/drawingml/2006/main">
            <a:off x="2857500" y="2286000"/>
            <a:ext cx="5143500" cy="4381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2" name="risk-label-t-0">
            <a:extLst xmlns:a="http://schemas.openxmlformats.org/drawingml/2006/main">
              <a:ext uri="{FF2B5EF4-FFF2-40B4-BE49-F238E27FC236}">
                <a16:creationId xmlns:a16="http://schemas.microsoft.com/office/drawing/2014/main" id="{704D1A03-AA47-4653-BEEF-64905C22E0B6}"/>
              </a:ext>
            </a:extLst>
          </p:cNvPr>
          <p:cNvSpPr>
            <a:spLocks xmlns:a="http://schemas.openxmlformats.org/drawingml/2006/main" noGrp="1"/>
          </p:cNvSpPr>
          <p:nvPr/>
        </p:nvSpPr>
        <p:spPr>
          <a:xfrm xmlns:a="http://schemas.openxmlformats.org/drawingml/2006/main">
            <a:off x="1200150" y="232410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입력 자료</a:t>
            </a:r>
          </a:p>
        </p:txBody>
      </p:sp>
      <p:sp>
        <p:nvSpPr>
          <p:cNvPr id="13" name="risk-action-t-0">
            <a:extLst xmlns:a="http://schemas.openxmlformats.org/drawingml/2006/main">
              <a:ext uri="{FF2B5EF4-FFF2-40B4-BE49-F238E27FC236}">
                <a16:creationId xmlns:a16="http://schemas.microsoft.com/office/drawing/2014/main" id="{4400085A-1651-4072-8390-09ECC963FEE8}"/>
              </a:ext>
            </a:extLst>
          </p:cNvPr>
          <p:cNvSpPr>
            <a:spLocks xmlns:a="http://schemas.openxmlformats.org/drawingml/2006/main" noGrp="1"/>
          </p:cNvSpPr>
          <p:nvPr/>
        </p:nvSpPr>
        <p:spPr>
          <a:xfrm xmlns:a="http://schemas.openxmlformats.org/drawingml/2006/main">
            <a:off x="2971800" y="2324100"/>
            <a:ext cx="491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공개 자료·synthetic data만 사용</a:t>
            </a:r>
          </a:p>
        </p:txBody>
      </p:sp>
      <p:sp>
        <p:nvSpPr>
          <p:cNvPr id="14" name="risk-label-1">
            <a:extLst xmlns:a="http://schemas.openxmlformats.org/drawingml/2006/main">
              <a:ext uri="{FF2B5EF4-FFF2-40B4-BE49-F238E27FC236}">
                <a16:creationId xmlns:a16="http://schemas.microsoft.com/office/drawing/2014/main" id="{51F08BB5-42D5-428A-9FFD-D534EF13DDDB}"/>
              </a:ext>
            </a:extLst>
          </p:cNvPr>
          <p:cNvSpPr>
            <a:spLocks xmlns:a="http://schemas.openxmlformats.org/drawingml/2006/main" noGrp="1"/>
          </p:cNvSpPr>
          <p:nvPr/>
        </p:nvSpPr>
        <p:spPr>
          <a:xfrm xmlns:a="http://schemas.openxmlformats.org/drawingml/2006/main">
            <a:off x="1143000" y="2790825"/>
            <a:ext cx="1714500" cy="4381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5" name="risk-action-1">
            <a:extLst xmlns:a="http://schemas.openxmlformats.org/drawingml/2006/main">
              <a:ext uri="{FF2B5EF4-FFF2-40B4-BE49-F238E27FC236}">
                <a16:creationId xmlns:a16="http://schemas.microsoft.com/office/drawing/2014/main" id="{D8E9B3B6-F7E3-42D3-8B39-70EEF1898AFC}"/>
              </a:ext>
            </a:extLst>
          </p:cNvPr>
          <p:cNvSpPr>
            <a:spLocks xmlns:a="http://schemas.openxmlformats.org/drawingml/2006/main" noGrp="1"/>
          </p:cNvSpPr>
          <p:nvPr/>
        </p:nvSpPr>
        <p:spPr>
          <a:xfrm xmlns:a="http://schemas.openxmlformats.org/drawingml/2006/main">
            <a:off x="2857500" y="2790825"/>
            <a:ext cx="5143500" cy="4381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16" name="risk-label-t-1">
            <a:extLst xmlns:a="http://schemas.openxmlformats.org/drawingml/2006/main">
              <a:ext uri="{FF2B5EF4-FFF2-40B4-BE49-F238E27FC236}">
                <a16:creationId xmlns:a16="http://schemas.microsoft.com/office/drawing/2014/main" id="{90500597-0EE7-47F1-99E9-047EDBE4088E}"/>
              </a:ext>
            </a:extLst>
          </p:cNvPr>
          <p:cNvSpPr>
            <a:spLocks xmlns:a="http://schemas.openxmlformats.org/drawingml/2006/main" noGrp="1"/>
          </p:cNvSpPr>
          <p:nvPr/>
        </p:nvSpPr>
        <p:spPr>
          <a:xfrm xmlns:a="http://schemas.openxmlformats.org/drawingml/2006/main">
            <a:off x="1200150" y="282892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외부 연결</a:t>
            </a:r>
          </a:p>
        </p:txBody>
      </p:sp>
      <p:sp>
        <p:nvSpPr>
          <p:cNvPr id="17" name="risk-action-t-1">
            <a:extLst xmlns:a="http://schemas.openxmlformats.org/drawingml/2006/main">
              <a:ext uri="{FF2B5EF4-FFF2-40B4-BE49-F238E27FC236}">
                <a16:creationId xmlns:a16="http://schemas.microsoft.com/office/drawing/2014/main" id="{497B3A5F-8185-4E7A-88F8-8359AA2CA5B8}"/>
              </a:ext>
            </a:extLst>
          </p:cNvPr>
          <p:cNvSpPr>
            <a:spLocks xmlns:a="http://schemas.openxmlformats.org/drawingml/2006/main" noGrp="1"/>
          </p:cNvSpPr>
          <p:nvPr/>
        </p:nvSpPr>
        <p:spPr>
          <a:xfrm xmlns:a="http://schemas.openxmlformats.org/drawingml/2006/main">
            <a:off x="2971800" y="2828925"/>
            <a:ext cx="491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회사 Gmail·Drive·Calendar 연결 금지</a:t>
            </a:r>
          </a:p>
        </p:txBody>
      </p:sp>
      <p:sp>
        <p:nvSpPr>
          <p:cNvPr id="18" name="risk-label-2">
            <a:extLst xmlns:a="http://schemas.openxmlformats.org/drawingml/2006/main">
              <a:ext uri="{FF2B5EF4-FFF2-40B4-BE49-F238E27FC236}">
                <a16:creationId xmlns:a16="http://schemas.microsoft.com/office/drawing/2014/main" id="{80710BAD-189C-43D3-AF88-747BB66D178C}"/>
              </a:ext>
            </a:extLst>
          </p:cNvPr>
          <p:cNvSpPr>
            <a:spLocks xmlns:a="http://schemas.openxmlformats.org/drawingml/2006/main" noGrp="1"/>
          </p:cNvSpPr>
          <p:nvPr/>
        </p:nvSpPr>
        <p:spPr>
          <a:xfrm xmlns:a="http://schemas.openxmlformats.org/drawingml/2006/main">
            <a:off x="1143000" y="3295650"/>
            <a:ext cx="1714500" cy="4381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9" name="risk-action-2">
            <a:extLst xmlns:a="http://schemas.openxmlformats.org/drawingml/2006/main">
              <a:ext uri="{FF2B5EF4-FFF2-40B4-BE49-F238E27FC236}">
                <a16:creationId xmlns:a16="http://schemas.microsoft.com/office/drawing/2014/main" id="{C6ED3EB5-A105-4C5B-8BC7-B0B0E369D455}"/>
              </a:ext>
            </a:extLst>
          </p:cNvPr>
          <p:cNvSpPr>
            <a:spLocks xmlns:a="http://schemas.openxmlformats.org/drawingml/2006/main" noGrp="1"/>
          </p:cNvSpPr>
          <p:nvPr/>
        </p:nvSpPr>
        <p:spPr>
          <a:xfrm xmlns:a="http://schemas.openxmlformats.org/drawingml/2006/main">
            <a:off x="2857500" y="3295650"/>
            <a:ext cx="5143500" cy="4381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0" name="risk-label-t-2">
            <a:extLst xmlns:a="http://schemas.openxmlformats.org/drawingml/2006/main">
              <a:ext uri="{FF2B5EF4-FFF2-40B4-BE49-F238E27FC236}">
                <a16:creationId xmlns:a16="http://schemas.microsoft.com/office/drawing/2014/main" id="{183F974D-73EA-4809-AB2A-51D713065232}"/>
              </a:ext>
            </a:extLst>
          </p:cNvPr>
          <p:cNvSpPr>
            <a:spLocks xmlns:a="http://schemas.openxmlformats.org/drawingml/2006/main" noGrp="1"/>
          </p:cNvSpPr>
          <p:nvPr/>
        </p:nvSpPr>
        <p:spPr>
          <a:xfrm xmlns:a="http://schemas.openxmlformats.org/drawingml/2006/main">
            <a:off x="1200150" y="333375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파일 보관</a:t>
            </a:r>
          </a:p>
        </p:txBody>
      </p:sp>
      <p:sp>
        <p:nvSpPr>
          <p:cNvPr id="21" name="risk-action-t-2">
            <a:extLst xmlns:a="http://schemas.openxmlformats.org/drawingml/2006/main">
              <a:ext uri="{FF2B5EF4-FFF2-40B4-BE49-F238E27FC236}">
                <a16:creationId xmlns:a16="http://schemas.microsoft.com/office/drawing/2014/main" id="{08AB822C-2C7E-4E80-B56A-4F73521A89E1}"/>
              </a:ext>
            </a:extLst>
          </p:cNvPr>
          <p:cNvSpPr>
            <a:spLocks xmlns:a="http://schemas.openxmlformats.org/drawingml/2006/main" noGrp="1"/>
          </p:cNvSpPr>
          <p:nvPr/>
        </p:nvSpPr>
        <p:spPr>
          <a:xfrm xmlns:a="http://schemas.openxmlformats.org/drawingml/2006/main">
            <a:off x="2971800" y="3333750"/>
            <a:ext cx="491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Library 저장·삭제·데이터 설정 확인</a:t>
            </a:r>
          </a:p>
        </p:txBody>
      </p:sp>
      <p:sp>
        <p:nvSpPr>
          <p:cNvPr id="22" name="risk-label-3">
            <a:extLst xmlns:a="http://schemas.openxmlformats.org/drawingml/2006/main">
              <a:ext uri="{FF2B5EF4-FFF2-40B4-BE49-F238E27FC236}">
                <a16:creationId xmlns:a16="http://schemas.microsoft.com/office/drawing/2014/main" id="{84B7FF4D-BFFE-4021-A404-681A94C64C62}"/>
              </a:ext>
            </a:extLst>
          </p:cNvPr>
          <p:cNvSpPr>
            <a:spLocks xmlns:a="http://schemas.openxmlformats.org/drawingml/2006/main" noGrp="1"/>
          </p:cNvSpPr>
          <p:nvPr/>
        </p:nvSpPr>
        <p:spPr>
          <a:xfrm xmlns:a="http://schemas.openxmlformats.org/drawingml/2006/main">
            <a:off x="1143000" y="3800475"/>
            <a:ext cx="1714500" cy="4381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23" name="risk-action-3">
            <a:extLst xmlns:a="http://schemas.openxmlformats.org/drawingml/2006/main">
              <a:ext uri="{FF2B5EF4-FFF2-40B4-BE49-F238E27FC236}">
                <a16:creationId xmlns:a16="http://schemas.microsoft.com/office/drawing/2014/main" id="{E7FA89FD-82DD-4967-B8B4-7DE38A5DE547}"/>
              </a:ext>
            </a:extLst>
          </p:cNvPr>
          <p:cNvSpPr>
            <a:spLocks xmlns:a="http://schemas.openxmlformats.org/drawingml/2006/main" noGrp="1"/>
          </p:cNvSpPr>
          <p:nvPr/>
        </p:nvSpPr>
        <p:spPr>
          <a:xfrm xmlns:a="http://schemas.openxmlformats.org/drawingml/2006/main">
            <a:off x="2857500" y="3800475"/>
            <a:ext cx="5143500" cy="438150"/>
          </a:xfrm>
          <a:prstGeom xmlns:a="http://schemas.openxmlformats.org/drawingml/2006/main" prst="rect">
            <a:avLst/>
          </a:prstGeom>
          <a:noFill xmlns:a="http://schemas.openxmlformats.org/drawingml/2006/main"/>
          <a:ln xmlns:a="http://schemas.openxmlformats.org/drawingml/2006/main" w="9525">
            <a:solidFill>
              <a:srgbClr val="000000"/>
            </a:solidFill>
            <a:prstDash val="solid"/>
          </a:ln>
        </p:spPr>
      </p:sp>
      <p:sp>
        <p:nvSpPr>
          <p:cNvPr id="24" name="risk-label-t-3">
            <a:extLst xmlns:a="http://schemas.openxmlformats.org/drawingml/2006/main">
              <a:ext uri="{FF2B5EF4-FFF2-40B4-BE49-F238E27FC236}">
                <a16:creationId xmlns:a16="http://schemas.microsoft.com/office/drawing/2014/main" id="{6E4D6919-6A6F-4E8D-A48E-73BF8CCF6DA3}"/>
              </a:ext>
            </a:extLst>
          </p:cNvPr>
          <p:cNvSpPr>
            <a:spLocks xmlns:a="http://schemas.openxmlformats.org/drawingml/2006/main" noGrp="1"/>
          </p:cNvSpPr>
          <p:nvPr/>
        </p:nvSpPr>
        <p:spPr>
          <a:xfrm xmlns:a="http://schemas.openxmlformats.org/drawingml/2006/main">
            <a:off x="1200150" y="38385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결과 공유</a:t>
            </a:r>
          </a:p>
        </p:txBody>
      </p:sp>
      <p:sp>
        <p:nvSpPr>
          <p:cNvPr id="25" name="risk-action-t-3">
            <a:extLst xmlns:a="http://schemas.openxmlformats.org/drawingml/2006/main">
              <a:ext uri="{FF2B5EF4-FFF2-40B4-BE49-F238E27FC236}">
                <a16:creationId xmlns:a16="http://schemas.microsoft.com/office/drawing/2014/main" id="{37A8AD52-33E6-406E-8FFF-B856A0310851}"/>
              </a:ext>
            </a:extLst>
          </p:cNvPr>
          <p:cNvSpPr>
            <a:spLocks xmlns:a="http://schemas.openxmlformats.org/drawingml/2006/main" noGrp="1"/>
          </p:cNvSpPr>
          <p:nvPr/>
        </p:nvSpPr>
        <p:spPr>
          <a:xfrm xmlns:a="http://schemas.openxmlformats.org/drawingml/2006/main">
            <a:off x="2971800" y="3838575"/>
            <a:ext cx="491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Sites·Artifacts의 URL 공개범위 검토</a:t>
            </a:r>
          </a:p>
        </p:txBody>
      </p:sp>
    </p:spTree>
    <p:extLst>
      <p:ext uri="{BB962C8B-B14F-4D97-AF65-F5344CB8AC3E}">
        <p14:creationId xmlns:p14="http://schemas.microsoft.com/office/powerpoint/2010/main" val="88273599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8" name="content-title">
            <a:extLst xmlns:a="http://schemas.openxmlformats.org/drawingml/2006/main">
              <a:ext uri="{FF2B5EF4-FFF2-40B4-BE49-F238E27FC236}">
                <a16:creationId xmlns:a16="http://schemas.microsoft.com/office/drawing/2014/main" id="{38E90950-CAEA-4C49-891E-90801280A0A1}"/>
              </a:ext>
            </a:extLst>
          </p:cNvPr>
          <p:cNvSpPr>
            <a:spLocks xmlns:a="http://schemas.openxmlformats.org/drawingml/2006/main" noGrp="1"/>
          </p:cNvSpPr>
          <p:nvPr/>
        </p:nvSpPr>
        <p:spPr>
          <a:xfrm xmlns:a="http://schemas.openxmlformats.org/drawingml/2006/main">
            <a:off x="266700" y="142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내일부터 적용할 세 가지</a:t>
            </a:r>
          </a:p>
        </p:txBody>
      </p:sp>
      <p:sp>
        <p:nvSpPr>
          <p:cNvPr id="2" name="content-message">
            <a:extLst xmlns:a="http://schemas.openxmlformats.org/drawingml/2006/main">
              <a:ext uri="{FF2B5EF4-FFF2-40B4-BE49-F238E27FC236}">
                <a16:creationId xmlns:a16="http://schemas.microsoft.com/office/drawing/2014/main" id="{EBAD4B46-F2C0-44EB-881A-064B074020D7}"/>
              </a:ext>
            </a:extLst>
          </p:cNvPr>
          <p:cNvSpPr>
            <a:spLocks xmlns:a="http://schemas.openxmlformats.org/drawingml/2006/main" noGrp="1"/>
          </p:cNvSpPr>
          <p:nvPr/>
        </p:nvSpPr>
        <p:spPr>
          <a:xfrm xmlns:a="http://schemas.openxmlformats.org/drawingml/2006/main">
            <a:off x="323850" y="72390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Project를 만들고 파일을 재사용하며, 고급 업무는 산출물 기준으로 요청한다</a:t>
            </a:r>
          </a:p>
        </p:txBody>
      </p:sp>
      <p:sp>
        <p:nvSpPr>
          <p:cNvPr id="3" name="footer-source-report">
            <a:extLst xmlns:a="http://schemas.openxmlformats.org/drawingml/2006/main">
              <a:ext uri="{FF2B5EF4-FFF2-40B4-BE49-F238E27FC236}">
                <a16:creationId xmlns:a16="http://schemas.microsoft.com/office/drawing/2014/main" id="{28292717-C2BD-4B8D-81C3-7702B1BF4009}"/>
              </a:ext>
            </a:extLst>
          </p:cNvPr>
          <p:cNvSpPr>
            <a:spLocks xmlns:a="http://schemas.openxmlformats.org/drawingml/2006/main" noGrp="1"/>
          </p:cNvSpPr>
          <p:nvPr/>
        </p:nvSpPr>
        <p:spPr>
          <a:xfrm xmlns:a="http://schemas.openxmlformats.org/drawingml/2006/main">
            <a:off x="381000" y="4762500"/>
            <a:ext cx="3095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첨부 심층조사, 2026-08-25</a:t>
            </a:r>
          </a:p>
        </p:txBody>
      </p:sp>
      <p:sp>
        <p:nvSpPr>
          <p:cNvPr id="4" name="action-num-0">
            <a:extLst xmlns:a="http://schemas.openxmlformats.org/drawingml/2006/main">
              <a:ext uri="{FF2B5EF4-FFF2-40B4-BE49-F238E27FC236}">
                <a16:creationId xmlns:a16="http://schemas.microsoft.com/office/drawing/2014/main" id="{108B6011-54D0-4259-83D7-61B508DFFFF1}"/>
              </a:ext>
            </a:extLst>
          </p:cNvPr>
          <p:cNvSpPr>
            <a:spLocks xmlns:a="http://schemas.openxmlformats.org/drawingml/2006/main" noGrp="1"/>
          </p:cNvSpPr>
          <p:nvPr/>
        </p:nvSpPr>
        <p:spPr>
          <a:xfrm xmlns:a="http://schemas.openxmlformats.org/drawingml/2006/main">
            <a:off x="571500" y="152400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3000" b="1">
                <a:solidFill>
                  <a:srgbClr val="1429A0"/>
                </a:solidFill>
                <a:latin typeface="맑은 고딕"/>
                <a:ea typeface="맑은 고딕"/>
                <a:cs typeface="맑은 고딕"/>
              </a:defRPr>
            </a:pPr>
            <a:r>
              <a:rPr sz="3000" b="1">
                <a:solidFill>
                  <a:srgbClr val="1429A0"/>
                </a:solidFill>
                <a:latin typeface="맑은 고딕"/>
                <a:ea typeface="맑은 고딕"/>
                <a:cs typeface="맑은 고딕"/>
              </a:rPr>
              <a:t>1</a:t>
            </a:r>
          </a:p>
        </p:txBody>
      </p:sp>
      <p:sp>
        <p:nvSpPr>
          <p:cNvPr id="5" name="action-title-0">
            <a:extLst xmlns:a="http://schemas.openxmlformats.org/drawingml/2006/main">
              <a:ext uri="{FF2B5EF4-FFF2-40B4-BE49-F238E27FC236}">
                <a16:creationId xmlns:a16="http://schemas.microsoft.com/office/drawing/2014/main" id="{CA9E781B-7E69-481C-BEDD-C125605DB797}"/>
              </a:ext>
            </a:extLst>
          </p:cNvPr>
          <p:cNvSpPr>
            <a:spLocks xmlns:a="http://schemas.openxmlformats.org/drawingml/2006/main" noGrp="1"/>
          </p:cNvSpPr>
          <p:nvPr/>
        </p:nvSpPr>
        <p:spPr>
          <a:xfrm xmlns:a="http://schemas.openxmlformats.org/drawingml/2006/main">
            <a:off x="1190625" y="1476375"/>
            <a:ext cx="1952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반복 업무 하나를</a:t>
            </a:r>
          </a:p>
          <a:p xmlns:a="http://schemas.openxmlformats.org/drawingml/2006/main">
            <a:pPr algn="l">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Project로 만든다</a:t>
            </a:r>
          </a:p>
        </p:txBody>
      </p:sp>
      <p:sp>
        <p:nvSpPr>
          <p:cNvPr id="6" name="action-line-0">
            <a:extLst xmlns:a="http://schemas.openxmlformats.org/drawingml/2006/main">
              <a:ext uri="{FF2B5EF4-FFF2-40B4-BE49-F238E27FC236}">
                <a16:creationId xmlns:a16="http://schemas.microsoft.com/office/drawing/2014/main" id="{F07A1C5A-D04D-4293-B86A-0854F577AB4C}"/>
              </a:ext>
            </a:extLst>
          </p:cNvPr>
          <p:cNvSpPr>
            <a:spLocks xmlns:a="http://schemas.openxmlformats.org/drawingml/2006/main" noGrp="1"/>
          </p:cNvSpPr>
          <p:nvPr/>
        </p:nvSpPr>
        <p:spPr>
          <a:xfrm xmlns:a="http://schemas.openxmlformats.org/drawingml/2006/main">
            <a:off x="714375" y="2428875"/>
            <a:ext cx="2333625" cy="19050"/>
          </a:xfrm>
          <a:prstGeom xmlns:a="http://schemas.openxmlformats.org/drawingml/2006/main" prst="rect">
            <a:avLst/>
          </a:prstGeom>
          <a:solidFill xmlns:a="http://schemas.openxmlformats.org/drawingml/2006/main">
            <a:srgbClr val="0000FF"/>
          </a:solidFill>
          <a:ln xmlns:a="http://schemas.openxmlformats.org/drawingml/2006/main" w="0">
            <a:noFill/>
            <a:prstDash val="solid"/>
          </a:ln>
        </p:spPr>
      </p:sp>
      <p:sp>
        <p:nvSpPr>
          <p:cNvPr id="7" name="action-body-0">
            <a:extLst xmlns:a="http://schemas.openxmlformats.org/drawingml/2006/main">
              <a:ext uri="{FF2B5EF4-FFF2-40B4-BE49-F238E27FC236}">
                <a16:creationId xmlns:a16="http://schemas.microsoft.com/office/drawing/2014/main" id="{BA687EA8-2D04-4D05-9972-10093A6E334C}"/>
              </a:ext>
            </a:extLst>
          </p:cNvPr>
          <p:cNvSpPr>
            <a:spLocks xmlns:a="http://schemas.openxmlformats.org/drawingml/2006/main" noGrp="1"/>
          </p:cNvSpPr>
          <p:nvPr/>
        </p:nvSpPr>
        <p:spPr>
          <a:xfrm xmlns:a="http://schemas.openxmlformats.org/drawingml/2006/main">
            <a:off x="714375" y="2619375"/>
            <a:ext cx="2333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파일과 Instructions를 한 번 설정</a:t>
            </a:r>
          </a:p>
        </p:txBody>
      </p:sp>
      <p:sp>
        <p:nvSpPr>
          <p:cNvPr id="8" name="action-num-1">
            <a:extLst xmlns:a="http://schemas.openxmlformats.org/drawingml/2006/main">
              <a:ext uri="{FF2B5EF4-FFF2-40B4-BE49-F238E27FC236}">
                <a16:creationId xmlns:a16="http://schemas.microsoft.com/office/drawing/2014/main" id="{50D2AF19-77E0-4D5D-8428-07ACCDDD718A}"/>
              </a:ext>
            </a:extLst>
          </p:cNvPr>
          <p:cNvSpPr>
            <a:spLocks xmlns:a="http://schemas.openxmlformats.org/drawingml/2006/main" noGrp="1"/>
          </p:cNvSpPr>
          <p:nvPr/>
        </p:nvSpPr>
        <p:spPr>
          <a:xfrm xmlns:a="http://schemas.openxmlformats.org/drawingml/2006/main">
            <a:off x="3429000" y="152400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3000" b="1">
                <a:solidFill>
                  <a:srgbClr val="1429A0"/>
                </a:solidFill>
                <a:latin typeface="맑은 고딕"/>
                <a:ea typeface="맑은 고딕"/>
                <a:cs typeface="맑은 고딕"/>
              </a:defRPr>
            </a:pPr>
            <a:r>
              <a:rPr sz="3000" b="1">
                <a:solidFill>
                  <a:srgbClr val="1429A0"/>
                </a:solidFill>
                <a:latin typeface="맑은 고딕"/>
                <a:ea typeface="맑은 고딕"/>
                <a:cs typeface="맑은 고딕"/>
              </a:rPr>
              <a:t>2</a:t>
            </a:r>
          </a:p>
        </p:txBody>
      </p:sp>
      <p:sp>
        <p:nvSpPr>
          <p:cNvPr id="9" name="action-title-1">
            <a:extLst xmlns:a="http://schemas.openxmlformats.org/drawingml/2006/main">
              <a:ext uri="{FF2B5EF4-FFF2-40B4-BE49-F238E27FC236}">
                <a16:creationId xmlns:a16="http://schemas.microsoft.com/office/drawing/2014/main" id="{B8CCDEF4-7C4A-4702-B9C3-1F1087E18B6A}"/>
              </a:ext>
            </a:extLst>
          </p:cNvPr>
          <p:cNvSpPr>
            <a:spLocks xmlns:a="http://schemas.openxmlformats.org/drawingml/2006/main" noGrp="1"/>
          </p:cNvSpPr>
          <p:nvPr/>
        </p:nvSpPr>
        <p:spPr>
          <a:xfrm xmlns:a="http://schemas.openxmlformats.org/drawingml/2006/main">
            <a:off x="4048125" y="1476375"/>
            <a:ext cx="1952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지난 파일을</a:t>
            </a:r>
          </a:p>
          <a:p xmlns:a="http://schemas.openxmlformats.org/drawingml/2006/main">
            <a:pPr algn="l">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Library에서 다시 쓴다</a:t>
            </a:r>
          </a:p>
        </p:txBody>
      </p:sp>
      <p:sp>
        <p:nvSpPr>
          <p:cNvPr id="10" name="action-line-1">
            <a:extLst xmlns:a="http://schemas.openxmlformats.org/drawingml/2006/main">
              <a:ext uri="{FF2B5EF4-FFF2-40B4-BE49-F238E27FC236}">
                <a16:creationId xmlns:a16="http://schemas.microsoft.com/office/drawing/2014/main" id="{AEFD24BB-AAFF-44AB-910C-C6D680987A79}"/>
              </a:ext>
            </a:extLst>
          </p:cNvPr>
          <p:cNvSpPr>
            <a:spLocks xmlns:a="http://schemas.openxmlformats.org/drawingml/2006/main" noGrp="1"/>
          </p:cNvSpPr>
          <p:nvPr/>
        </p:nvSpPr>
        <p:spPr>
          <a:xfrm xmlns:a="http://schemas.openxmlformats.org/drawingml/2006/main">
            <a:off x="3571875" y="2428875"/>
            <a:ext cx="2333625" cy="19050"/>
          </a:xfrm>
          <a:prstGeom xmlns:a="http://schemas.openxmlformats.org/drawingml/2006/main" prst="rect">
            <a:avLst/>
          </a:prstGeom>
          <a:solidFill xmlns:a="http://schemas.openxmlformats.org/drawingml/2006/main">
            <a:srgbClr val="0000FF"/>
          </a:solidFill>
          <a:ln xmlns:a="http://schemas.openxmlformats.org/drawingml/2006/main" w="0">
            <a:noFill/>
            <a:prstDash val="solid"/>
          </a:ln>
        </p:spPr>
      </p:sp>
      <p:sp>
        <p:nvSpPr>
          <p:cNvPr id="11" name="action-body-1">
            <a:extLst xmlns:a="http://schemas.openxmlformats.org/drawingml/2006/main">
              <a:ext uri="{FF2B5EF4-FFF2-40B4-BE49-F238E27FC236}">
                <a16:creationId xmlns:a16="http://schemas.microsoft.com/office/drawing/2014/main" id="{BF306659-4F08-45D8-8244-856F448D7617}"/>
              </a:ext>
            </a:extLst>
          </p:cNvPr>
          <p:cNvSpPr>
            <a:spLocks xmlns:a="http://schemas.openxmlformats.org/drawingml/2006/main" noGrp="1"/>
          </p:cNvSpPr>
          <p:nvPr/>
        </p:nvSpPr>
        <p:spPr>
          <a:xfrm xmlns:a="http://schemas.openxmlformats.org/drawingml/2006/main">
            <a:off x="3571875" y="2619375"/>
            <a:ext cx="2333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독자와 목적만 바꿔 재활용</a:t>
            </a:r>
          </a:p>
        </p:txBody>
      </p:sp>
      <p:sp>
        <p:nvSpPr>
          <p:cNvPr id="12" name="action-num-2">
            <a:extLst xmlns:a="http://schemas.openxmlformats.org/drawingml/2006/main">
              <a:ext uri="{FF2B5EF4-FFF2-40B4-BE49-F238E27FC236}">
                <a16:creationId xmlns:a16="http://schemas.microsoft.com/office/drawing/2014/main" id="{3BC273DE-473D-4182-9A46-3090D8706EF6}"/>
              </a:ext>
            </a:extLst>
          </p:cNvPr>
          <p:cNvSpPr>
            <a:spLocks xmlns:a="http://schemas.openxmlformats.org/drawingml/2006/main" noGrp="1"/>
          </p:cNvSpPr>
          <p:nvPr/>
        </p:nvSpPr>
        <p:spPr>
          <a:xfrm xmlns:a="http://schemas.openxmlformats.org/drawingml/2006/main">
            <a:off x="6286500" y="152400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3000" b="1">
                <a:solidFill>
                  <a:srgbClr val="1429A0"/>
                </a:solidFill>
                <a:latin typeface="맑은 고딕"/>
                <a:ea typeface="맑은 고딕"/>
                <a:cs typeface="맑은 고딕"/>
              </a:defRPr>
            </a:pPr>
            <a:r>
              <a:rPr sz="3000" b="1">
                <a:solidFill>
                  <a:srgbClr val="1429A0"/>
                </a:solidFill>
                <a:latin typeface="맑은 고딕"/>
                <a:ea typeface="맑은 고딕"/>
                <a:cs typeface="맑은 고딕"/>
              </a:rPr>
              <a:t>3</a:t>
            </a:r>
          </a:p>
        </p:txBody>
      </p:sp>
      <p:sp>
        <p:nvSpPr>
          <p:cNvPr id="13" name="action-title-2">
            <a:extLst xmlns:a="http://schemas.openxmlformats.org/drawingml/2006/main">
              <a:ext uri="{FF2B5EF4-FFF2-40B4-BE49-F238E27FC236}">
                <a16:creationId xmlns:a16="http://schemas.microsoft.com/office/drawing/2014/main" id="{FA6BD384-04DA-41C5-8FA7-0D991EF19410}"/>
              </a:ext>
            </a:extLst>
          </p:cNvPr>
          <p:cNvSpPr>
            <a:spLocks xmlns:a="http://schemas.openxmlformats.org/drawingml/2006/main" noGrp="1"/>
          </p:cNvSpPr>
          <p:nvPr/>
        </p:nvSpPr>
        <p:spPr>
          <a:xfrm xmlns:a="http://schemas.openxmlformats.org/drawingml/2006/main">
            <a:off x="6905625" y="1476375"/>
            <a:ext cx="1952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고급 업무는</a:t>
            </a:r>
          </a:p>
          <a:p xmlns:a="http://schemas.openxmlformats.org/drawingml/2006/main">
            <a:pPr algn="l">
              <a:defRPr sz="1700" b="1">
                <a:solidFill>
                  <a:srgbClr val="000000"/>
                </a:solidFill>
                <a:latin typeface="맑은 고딕"/>
                <a:ea typeface="맑은 고딕"/>
                <a:cs typeface="맑은 고딕"/>
              </a:defRPr>
            </a:pPr>
            <a:r>
              <a:rPr sz="1700" b="1">
                <a:solidFill>
                  <a:srgbClr val="000000"/>
                </a:solidFill>
                <a:latin typeface="맑은 고딕"/>
                <a:ea typeface="맑은 고딕"/>
                <a:cs typeface="맑은 고딕"/>
              </a:rPr>
              <a:t>Outcome으로 요청한다</a:t>
            </a:r>
          </a:p>
        </p:txBody>
      </p:sp>
      <p:sp>
        <p:nvSpPr>
          <p:cNvPr id="14" name="action-line-2">
            <a:extLst xmlns:a="http://schemas.openxmlformats.org/drawingml/2006/main">
              <a:ext uri="{FF2B5EF4-FFF2-40B4-BE49-F238E27FC236}">
                <a16:creationId xmlns:a16="http://schemas.microsoft.com/office/drawing/2014/main" id="{6302E9FC-824E-45A4-93C1-4D686EDA2762}"/>
              </a:ext>
            </a:extLst>
          </p:cNvPr>
          <p:cNvSpPr>
            <a:spLocks xmlns:a="http://schemas.openxmlformats.org/drawingml/2006/main" noGrp="1"/>
          </p:cNvSpPr>
          <p:nvPr/>
        </p:nvSpPr>
        <p:spPr>
          <a:xfrm xmlns:a="http://schemas.openxmlformats.org/drawingml/2006/main">
            <a:off x="6429375" y="2428875"/>
            <a:ext cx="2333625" cy="19050"/>
          </a:xfrm>
          <a:prstGeom xmlns:a="http://schemas.openxmlformats.org/drawingml/2006/main" prst="rect">
            <a:avLst/>
          </a:prstGeom>
          <a:solidFill xmlns:a="http://schemas.openxmlformats.org/drawingml/2006/main">
            <a:srgbClr val="0000FF"/>
          </a:solidFill>
          <a:ln xmlns:a="http://schemas.openxmlformats.org/drawingml/2006/main" w="0">
            <a:noFill/>
            <a:prstDash val="solid"/>
          </a:ln>
        </p:spPr>
      </p:sp>
      <p:sp>
        <p:nvSpPr>
          <p:cNvPr id="15" name="action-body-2">
            <a:extLst xmlns:a="http://schemas.openxmlformats.org/drawingml/2006/main">
              <a:ext uri="{FF2B5EF4-FFF2-40B4-BE49-F238E27FC236}">
                <a16:creationId xmlns:a16="http://schemas.microsoft.com/office/drawing/2014/main" id="{06F13B3F-1026-42CF-AB71-77B83C5A67C2}"/>
              </a:ext>
            </a:extLst>
          </p:cNvPr>
          <p:cNvSpPr>
            <a:spLocks xmlns:a="http://schemas.openxmlformats.org/drawingml/2006/main" noGrp="1"/>
          </p:cNvSpPr>
          <p:nvPr/>
        </p:nvSpPr>
        <p:spPr>
          <a:xfrm xmlns:a="http://schemas.openxmlformats.org/drawingml/2006/main">
            <a:off x="6429375" y="2619375"/>
            <a:ext cx="2333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목표·자료·제약·품질기준 제시</a:t>
            </a:r>
          </a:p>
        </p:txBody>
      </p:sp>
      <p:sp>
        <p:nvSpPr>
          <p:cNvPr id="16" name="final-safety">
            <a:extLst xmlns:a="http://schemas.openxmlformats.org/drawingml/2006/main">
              <a:ext uri="{FF2B5EF4-FFF2-40B4-BE49-F238E27FC236}">
                <a16:creationId xmlns:a16="http://schemas.microsoft.com/office/drawing/2014/main" id="{FD21F480-7105-460B-859E-5E4E6CFAF3ED}"/>
              </a:ext>
            </a:extLst>
          </p:cNvPr>
          <p:cNvSpPr>
            <a:spLocks xmlns:a="http://schemas.openxmlformats.org/drawingml/2006/main" noGrp="1"/>
          </p:cNvSpPr>
          <p:nvPr/>
        </p:nvSpPr>
        <p:spPr>
          <a:xfrm xmlns:a="http://schemas.openxmlformats.org/drawingml/2006/main">
            <a:off x="1285875" y="3714750"/>
            <a:ext cx="6572250" cy="590550"/>
          </a:xfrm>
          <a:prstGeom xmlns:a="http://schemas.openxmlformats.org/drawingml/2006/main" prst="roundRect">
            <a:avLst>
              <a:gd name="adj" fmla="val 9677"/>
            </a:avLst>
          </a:prstGeom>
          <a:noFill xmlns:a="http://schemas.openxmlformats.org/drawingml/2006/main"/>
          <a:ln xmlns:a="http://schemas.openxmlformats.org/drawingml/2006/main" w="9525">
            <a:solidFill>
              <a:srgbClr val="1429A0"/>
            </a:solidFill>
            <a:prstDash val="solid"/>
          </a:ln>
        </p:spPr>
      </p:sp>
      <p:sp>
        <p:nvSpPr>
          <p:cNvPr id="17" name="final-safety-text">
            <a:extLst xmlns:a="http://schemas.openxmlformats.org/drawingml/2006/main">
              <a:ext uri="{FF2B5EF4-FFF2-40B4-BE49-F238E27FC236}">
                <a16:creationId xmlns:a16="http://schemas.microsoft.com/office/drawing/2014/main" id="{365285F5-81A6-4919-A4DA-285EE69BDE95}"/>
              </a:ext>
            </a:extLst>
          </p:cNvPr>
          <p:cNvSpPr>
            <a:spLocks xmlns:a="http://schemas.openxmlformats.org/drawingml/2006/main" noGrp="1"/>
          </p:cNvSpPr>
          <p:nvPr/>
        </p:nvSpPr>
        <p:spPr>
          <a:xfrm xmlns:a="http://schemas.openxmlformats.org/drawingml/2006/main">
            <a:off x="1524000" y="3829050"/>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공통 원칙: 회사 자료는 승인된 환경과 정책 안에서만 사용</a:t>
            </a:r>
          </a:p>
        </p:txBody>
      </p:sp>
    </p:spTree>
    <p:extLst>
      <p:ext uri="{BB962C8B-B14F-4D97-AF65-F5344CB8AC3E}">
        <p14:creationId xmlns:p14="http://schemas.microsoft.com/office/powerpoint/2010/main" val="201048634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763481334"/>
      </p:ext>
    </p:extLst>
  </p:cSld>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2026-08-25T06:11:42.2500000Z</dcterms:created>
  <dcterms:modified xsi:type="dcterms:W3CDTF">2026-08-25T06:11:42.2500000Z</dcterms:modified>
</coreProperties>
</file>