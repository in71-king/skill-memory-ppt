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fc132a0bd448f0" /><Relationship Type="http://schemas.openxmlformats.org/officeDocument/2006/relationships/extended-properties" Target="/docProps/app.xml" Id="R653b430dcf15452a" /><Relationship Type="http://schemas.openxmlformats.org/officeDocument/2006/relationships/officeDocument" Target="/ppt/presentation.xml" Id="R6055de4e2a8c4dd7" /></Relationships>
</file>

<file path=ppt/presentation.xml><?xml version="1.0" encoding="utf-8"?>
<p:presentation xmlns:p="http://schemas.openxmlformats.org/presentationml/2006/main">
  <p:sldMasterIdLst>
    <p:sldMasterId xmlns:r="http://schemas.openxmlformats.org/officeDocument/2006/relationships" id="2147483648" r:id="R9a5a4e884fcf4f31"/>
  </p:sldMasterIdLst>
  <p:notesMasterIdLst>
    <p:notesMasterId xmlns:r="http://schemas.openxmlformats.org/officeDocument/2006/relationships" r:id="R23e63c6b9f254929"/>
  </p:notesMasterIdLst>
  <p:sldIdLst>
    <p:sldId xmlns:r="http://schemas.openxmlformats.org/officeDocument/2006/relationships" id="256" r:id="Rc9787862d8a94f26"/>
    <p:sldId xmlns:r="http://schemas.openxmlformats.org/officeDocument/2006/relationships" id="257" r:id="Re9a157c6dbeb4cd9"/>
    <p:sldId xmlns:r="http://schemas.openxmlformats.org/officeDocument/2006/relationships" id="258" r:id="R8a1af71e1ff8466a"/>
    <p:sldId xmlns:r="http://schemas.openxmlformats.org/officeDocument/2006/relationships" id="259" r:id="R88af6c1cbb984d83"/>
    <p:sldId xmlns:r="http://schemas.openxmlformats.org/officeDocument/2006/relationships" id="260" r:id="R379e7f9964964fc9"/>
    <p:sldId xmlns:r="http://schemas.openxmlformats.org/officeDocument/2006/relationships" id="261" r:id="Red2b23bd050a4a0b"/>
    <p:sldId xmlns:r="http://schemas.openxmlformats.org/officeDocument/2006/relationships" id="262" r:id="R61cb1ef5901846c7"/>
    <p:sldId xmlns:r="http://schemas.openxmlformats.org/officeDocument/2006/relationships" id="263" r:id="Rf62ff47e382c4889"/>
    <p:sldId xmlns:r="http://schemas.openxmlformats.org/officeDocument/2006/relationships" id="264" r:id="Rbf15fe80e9a442c5"/>
    <p:sldId xmlns:r="http://schemas.openxmlformats.org/officeDocument/2006/relationships" id="265" r:id="R7904f4fb75bc4e6d"/>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1452f195d354b46" /><Relationship Type="http://schemas.openxmlformats.org/officeDocument/2006/relationships/slideMaster" Target="/ppt/slideMasters/slideMaster1.xml" Id="R9a5a4e884fcf4f31" /><Relationship Type="http://schemas.openxmlformats.org/officeDocument/2006/relationships/notesMaster" Target="/ppt/notesMasters/notesMaster1.xml" Id="R23e63c6b9f254929" /><Relationship Type="http://schemas.openxmlformats.org/officeDocument/2006/relationships/presProps" Target="/ppt/presProps.xml" Id="R067ac73e61c242f0" /><Relationship Type="http://schemas.openxmlformats.org/officeDocument/2006/relationships/viewProps" Target="/ppt/viewProps.xml" Id="Rb0f18c5e98a64c72" /><Relationship Type="http://schemas.openxmlformats.org/officeDocument/2006/relationships/tableStyles" Target="/ppt/tableStyles.xml" Id="R88ffb53f47ff4330" /><Relationship Type="http://schemas.openxmlformats.org/officeDocument/2006/relationships/slide" Target="/ppt/slides/slide1.xml" Id="Rc9787862d8a94f26" /><Relationship Type="http://schemas.openxmlformats.org/officeDocument/2006/relationships/slide" Target="/ppt/slides/slide2.xml" Id="Re9a157c6dbeb4cd9" /><Relationship Type="http://schemas.openxmlformats.org/officeDocument/2006/relationships/slide" Target="/ppt/slides/slide3.xml" Id="R8a1af71e1ff8466a" /><Relationship Type="http://schemas.openxmlformats.org/officeDocument/2006/relationships/slide" Target="/ppt/slides/slide4.xml" Id="R88af6c1cbb984d83" /><Relationship Type="http://schemas.openxmlformats.org/officeDocument/2006/relationships/slide" Target="/ppt/slides/slide5.xml" Id="R379e7f9964964fc9" /><Relationship Type="http://schemas.openxmlformats.org/officeDocument/2006/relationships/slide" Target="/ppt/slides/slide6.xml" Id="Red2b23bd050a4a0b" /><Relationship Type="http://schemas.openxmlformats.org/officeDocument/2006/relationships/slide" Target="/ppt/slides/slide7.xml" Id="R61cb1ef5901846c7" /><Relationship Type="http://schemas.openxmlformats.org/officeDocument/2006/relationships/slide" Target="/ppt/slides/slide8.xml" Id="Rf62ff47e382c4889" /><Relationship Type="http://schemas.openxmlformats.org/officeDocument/2006/relationships/slide" Target="/ppt/slides/slide9.xml" Id="Rbf15fe80e9a442c5" /><Relationship Type="http://schemas.openxmlformats.org/officeDocument/2006/relationships/slide" Target="/ppt/slides/slide10.xml" Id="R7904f4fb75bc4e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ae8045475b47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587051d5c74fea" /><Relationship Type="http://schemas.openxmlformats.org/officeDocument/2006/relationships/notesMaster" Target="/ppt/notesMasters/notesMaster1.xml" Id="R15d5b8225a7740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b42559dc7240a3" /><Relationship Type="http://schemas.openxmlformats.org/officeDocument/2006/relationships/notesMaster" Target="/ppt/notesMasters/notesMaster1.xml" Id="R5bdfd2a38b9442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0994f5c6cf4d23" /><Relationship Type="http://schemas.openxmlformats.org/officeDocument/2006/relationships/notesMaster" Target="/ppt/notesMasters/notesMaster1.xml" Id="R83c3c13033644e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c4b4a35c644810" /><Relationship Type="http://schemas.openxmlformats.org/officeDocument/2006/relationships/notesMaster" Target="/ppt/notesMasters/notesMaster1.xml" Id="Rf4f88421d61f42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d75085513a4b14" /><Relationship Type="http://schemas.openxmlformats.org/officeDocument/2006/relationships/notesMaster" Target="/ppt/notesMasters/notesMaster1.xml" Id="R41ef9282795540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b7e777a2bd41d9" /><Relationship Type="http://schemas.openxmlformats.org/officeDocument/2006/relationships/notesMaster" Target="/ppt/notesMasters/notesMaster1.xml" Id="R0837f43fd6c54d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7881bd01fa4d7c" /><Relationship Type="http://schemas.openxmlformats.org/officeDocument/2006/relationships/notesMaster" Target="/ppt/notesMasters/notesMaster1.xml" Id="Rcd391c8284ad4c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e032eb70d14598" /><Relationship Type="http://schemas.openxmlformats.org/officeDocument/2006/relationships/notesMaster" Target="/ppt/notesMasters/notesMaster1.xml" Id="R0d44691a6dcf40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dcb6dccb3647e7" /><Relationship Type="http://schemas.openxmlformats.org/officeDocument/2006/relationships/notesMaster" Target="/ppt/notesMasters/notesMaster1.xml" Id="R8d0f33abbf0e4f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7a5137c0a04d3e" /><Relationship Type="http://schemas.openxmlformats.org/officeDocument/2006/relationships/notesMaster" Target="/ppt/notesMasters/notesMaster1.xml" Id="R2a7eb4fd881840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Kim, Iwamoto &amp; Arakawa, Appl. Phys. Express 11, 017201 (2018); Corporate Template L1</a:t>
            </a:r>
          </a:p>
          <a:p xmlns:a="http://schemas.openxmlformats.org/drawingml/2006/main">
            <a:r>
              <a:t>[Script]</a:t>
            </a:r>
          </a:p>
          <a:p xmlns:a="http://schemas.openxmlformats.org/drawingml/2006/main">
            <a:r>
              <a:t>오늘 소개할 연구는 주기적인 실리카 구조를 이용해 탄성파를 특정 경계에 가두는 방법입니다. 발표의 앞부분에서는 공학계열 학부생도 이해할 수 있도록 bandgap과 위상이라는 개념부터 설명하고, 이후 논문의 설계·실험 결과와 최근의 GHz 집적 포노닉스 연구까지 연결하겠습니다.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Kim et al., APEx 11, 017201 (2018), abstract and Figs. 1–6; current-trend synthesis from cited 2024–2026 papers</a:t>
            </a:r>
          </a:p>
          <a:p xmlns:a="http://schemas.openxmlformats.org/drawingml/2006/main">
            <a:r>
              <a:t>[Script]</a:t>
            </a:r>
          </a:p>
          <a:p xmlns:a="http://schemas.openxmlformats.org/drawingml/2006/main">
            <a:r>
              <a:t>이 연구의 질문은 연속적인 고체 구조에서도 완전한 bandgap과 위상적으로 보호되는 계면 모드를 동시에 만들 수 있는가였습니다. 구조의 모양을 바꾸어 서로 다른 위상을 만든 뒤, 두 구조를 연결했습니다. 위상이 다른 접합에서만 202.38킬로헤르츠의 날카로운 peak와 공간적으로 국소화된 진동이 나타났으며, 이 결과는 이후 고주파 집적 포노닉 회로 연구의 초기 기반과 연결됩니다.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Author synthesis based on Kim et al., APEx 11, 017201 (2018), introduction and Fig. 1</a:t>
            </a:r>
          </a:p>
          <a:p xmlns:a="http://schemas.openxmlformats.org/drawingml/2006/main">
            <a:r>
              <a:t>[Script]</a:t>
            </a:r>
          </a:p>
          <a:p xmlns:a="http://schemas.openxmlformats.org/drawingml/2006/main">
            <a:r>
              <a:t>주기 구조는 파동이 여러 경로로 반사되도록 만듭니다. 특정 주파수에서는 반사파들이 서로 상쇄되어 앞으로 전달되지 못하는 구간이 생기는데, 이를 bandgap이라고 합니다. 빛을 다루는 photonic crystal에서는 굴절률이 반복되고, 탄성파를 다루는 phononic crystal에서는 밀도와 탄성률, 구조 형상이 반복된다는 차이가 있습니다. 하지만 band structure를 통해 전달 가능 구간과 차단 구간을 읽는 기본 원리는 같습니다.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Kim et al., APEx 11, 017201 (2018), pp. 1–2, Eq. (1) and Fig. 1; SSH model analogy</a:t>
            </a:r>
          </a:p>
          <a:p xmlns:a="http://schemas.openxmlformats.org/drawingml/2006/main">
            <a:r>
              <a:t>[Script]</a:t>
            </a:r>
          </a:p>
          <a:p xmlns:a="http://schemas.openxmlformats.org/drawingml/2006/main">
            <a:r>
              <a:t>여기서는 Zak phase의 적분식을 계산하기보다 의미만 이해하면 됩니다. 같은 주파수 범위에 bandgap이 있어도, unit cell 안에서 강한 결합과 약한 결합이 배열되는 순서가 다를 수 있습니다. 이 차이를 0과 파이라는 두 라벨로 구분합니다. 구조를 연속적으로 변화시키면 bandgap이 닫혔다 다시 열리고, 그 과정에서 위아래 모드의 순서가 바뀝니다. 서로 다른 라벨의 구조를 연결하면 bulk–edge correspondence에 따라 경계에 새로운 국소 상태가 나타납니다.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Kim et al., APEx 11, 017201 (2018), p. 2, Fig. 1</a:t>
            </a:r>
          </a:p>
          <a:p xmlns:a="http://schemas.openxmlformats.org/drawingml/2006/main">
            <a:r>
              <a:t>[Script]</a:t>
            </a:r>
          </a:p>
          <a:p xmlns:a="http://schemas.openxmlformats.org/drawingml/2006/main">
            <a:r>
              <a:t>Figure 1의 왼쪽은 실리카 unit cell이고, 오른쪽은 구조 파라미터에 따른 band structure입니다. U0에서는 약 204킬로헤르츠에서 bandgap이 닫힙니다. 이 전이점을 기준으로 한쪽 방향으로 구조를 바꾼 U1과 반대 방향의 U2에서는 gap이 다시 열립니다. 중요한 점은 U1과 U2의 band-edge mode 대칭성이 서로 뒤바뀌었다는 것입니다. 이 band inversion이 Zak phase의 차이를 만들고, 두 구조를 위상적으로 구분합니다.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Kim et al., APEx 11, 017201 (2018), pp. 2–3, Fig. 2</a:t>
            </a:r>
          </a:p>
          <a:p xmlns:a="http://schemas.openxmlformats.org/drawingml/2006/main">
            <a:r>
              <a:t>[Script]</a:t>
            </a:r>
          </a:p>
          <a:p xmlns:a="http://schemas.openxmlformats.org/drawingml/2006/main">
            <a:r>
              <a:t>Figure 2는 bulk–edge correspondence를 수치적으로 확인한 결과입니다. U1과 U2 프라임을 연결한 경우, 녹색 공통 bandgap 안에 빨간색 선으로 표시된 단 하나의 모드가 나타납니다. 반면 U1과 U1 프라임처럼 위상이 같은 구조를 연결하면 bandgap이 있어도 국소 모드는 생기지 않습니다. 유한 길이 구조의 변위 분포에서도 202.97킬로헤르츠 모드가 접합부에 집중됩니다. 따라서 이 모드는 단순히 형상이 바뀐 결함이 아니라 위상 차이와 연결된 상태입니다.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Kim et al., APEx 11, 017201 (2018), p. 3, Figs. 3–4</a:t>
            </a:r>
          </a:p>
          <a:p xmlns:a="http://schemas.openxmlformats.org/drawingml/2006/main">
            <a:r>
              <a:t>[Script]</a:t>
            </a:r>
          </a:p>
          <a:p xmlns:a="http://schemas.openxmlformats.org/drawingml/2006/main">
            <a:r>
              <a:t>실험에서는 fused silica를 초음파 가공해 두 종류의 접합 시편을 만들었습니다. 각 시편의 좌우에 초음파 송신기와 수신기를 배치하고 glycerin을 couplant로 사용했습니다. 위상이 다른 U1과 U2 프라임 접합에서는 공통 bandgap 안에 뚜렷한 transmission peak가 관찰됩니다. 같은 위상의 U1과 U1 프라임 접합에는 이 peak가 없습니다. 이 대조 실험 덕분에 관찰된 peak가 단순한 형상 변화나 임의의 결함 공진이 아니라 위상 차이에서 비롯되었다고 판단할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Kim et al., APEx 11, 017201 (2018), pp. 3–4, Figs. 5–6</a:t>
            </a:r>
          </a:p>
          <a:p xmlns:a="http://schemas.openxmlformats.org/drawingml/2006/main">
            <a:r>
              <a:t>[Script]</a:t>
            </a:r>
          </a:p>
          <a:p xmlns:a="http://schemas.openxmlformats.org/drawingml/2006/main">
            <a:r>
              <a:t>Figure 5의 공진 주파수는 202.38킬로헤르츠로, 계산값 202.97킬로헤르츠와 잘 일치합니다. 공진선의 반치폭은 약 35.8헤르츠이며, 중심 주파수를 반치폭으로 나눈 Q값은 약 5650입니다. Q가 크다는 것은 진동 에너지가 상대적으로 오래 유지된다는 뜻입니다. Figure 6에서는 photoelastic effect로 시편의 변형이 만든 복굴절을 측정했습니다. 실험값과 계산값이 모두 계면에서 최대가 되고 두 번째 unit cell 안쪽에서 빠르게 줄어들어 공간 국소화를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Kim et al., APEx (2018); Wang et al., Commun. Phys. 7, 193 (2024), https://doi.org/10.1038/s42005-024-01681-y; Yang et al., APL 124, 162203 (2024), https://doi.org/10.1063/5.0201413; Xi et al., Nature (2025), https://doi.org/10.1038/s41586-025-09092-x; Xu et al., Nat. Electron. 8, 689–697 (2025), https://doi.org/10.1038/s41928-025-01437-8; JAP 139, 025101 (2026), https://doi.org/10.1063/5.0304039</a:t>
            </a:r>
          </a:p>
          <a:p xmlns:a="http://schemas.openxmlformats.org/drawingml/2006/main">
            <a:r>
              <a:t>[Script]</a:t>
            </a:r>
          </a:p>
          <a:p xmlns:a="http://schemas.openxmlformats.org/drawingml/2006/main">
            <a:r>
              <a:t>2018년 연구가 매크로 스케일에서 위상 계면 상태의 존재와 국소화를 입증했다면, 최근 연구는 실제 회로 기능으로 이동했습니다. 2024년에는 리튬 나이오베이트 박막에서 430메가헤르츠 이상의 on-chip waveguide와 beam splitter가 구현됐습니다. 2025년 soft-clamped waveguide는 상온 3데시벨 퍼 킬로미터의 낮은 손실과 120도 굴곡 통과 확률 99.99퍼센트를 보고했습니다. 같은 해 1.5기가헤르츠 비현수형 회로에서 재구성 경로와 Mach–Zehnder interferometer가 구현됐고, 이후 inverse design도 확장되고 있습니다. 반도체 광학 관점에서는 RF acoustic routing, optomechanics, 센서, 양자 transduction과 연결되는 흐름입니다.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Corporate Template L9</a:t>
            </a:r>
          </a:p>
          <a:p xmlns:a="http://schemas.openxmlformats.org/drawingml/2006/main">
            <a:r>
              <a:t>[Script]</a:t>
            </a:r>
          </a:p>
          <a:p xmlns:a="http://schemas.openxmlformats.org/drawingml/2006/main">
            <a:r>
              <a:t>이상으로 발표를 마치겠습니다. 질문 부탁드립니다.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364f63849045d8" /><Relationship Type="http://schemas.openxmlformats.org/officeDocument/2006/relationships/image" Target="/ppt/media/image.jpeg" Id="R7aa1503fe6de4b35" /><Relationship Type="http://schemas.openxmlformats.org/officeDocument/2006/relationships/image" Target="/ppt/media/image.png" Id="Rd0933c8984d74a47" /><Relationship Type="http://schemas.openxmlformats.org/officeDocument/2006/relationships/image" Target="/ppt/media/image2.png" Id="Rce483923c7544e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18676726ec40cd" /><Relationship Type="http://schemas.openxmlformats.org/officeDocument/2006/relationships/image" Target="/ppt/media/image.jpeg" Id="Ra73a0e8b84854373" /><Relationship Type="http://schemas.openxmlformats.org/officeDocument/2006/relationships/image" Target="/ppt/media/image.png" Id="Ra54eb0ef2d864dac" /><Relationship Type="http://schemas.openxmlformats.org/officeDocument/2006/relationships/image" Target="/ppt/media/image2.png" Id="R333086e7395f4b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1cdc43076b4bfd" /><Relationship Type="http://schemas.openxmlformats.org/officeDocument/2006/relationships/image" Target="/ppt/media/image.png" Id="Rcddbaa7ace4e44e3" /><Relationship Type="http://schemas.openxmlformats.org/officeDocument/2006/relationships/image" Target="/ppt/media/image2.png" Id="R070f3756fee34c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4de0e4409b482d" /><Relationship Type="http://schemas.openxmlformats.org/officeDocument/2006/relationships/image" Target="/ppt/media/image.png" Id="Rf31e5e4dd65b4861" /><Relationship Type="http://schemas.openxmlformats.org/officeDocument/2006/relationships/image" Target="/ppt/media/image2.png" Id="R1e9b80cc48f84b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a6375c9ffc4d96" /><Relationship Type="http://schemas.openxmlformats.org/officeDocument/2006/relationships/image" Target="/ppt/media/image.png" Id="Rd8e606fe300d4f68" /><Relationship Type="http://schemas.openxmlformats.org/officeDocument/2006/relationships/image" Target="/ppt/media/image2.png" Id="Rc985a70182b340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1f56f5b50340cc" /><Relationship Type="http://schemas.openxmlformats.org/officeDocument/2006/relationships/image" Target="/ppt/media/image.png" Id="R8ea0153445884320" /><Relationship Type="http://schemas.openxmlformats.org/officeDocument/2006/relationships/image" Target="/ppt/media/image2.png" Id="R6894110e45a4457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9ef0feccf5a4d2e" /><Relationship Type="http://schemas.openxmlformats.org/officeDocument/2006/relationships/image" Target="/ppt/media/image.png" Id="Rfa2a5d8cba024908" /><Relationship Type="http://schemas.openxmlformats.org/officeDocument/2006/relationships/image" Target="/ppt/media/image2.png" Id="Re6ef1a492e59412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3978225346743bb" /><Relationship Type="http://schemas.openxmlformats.org/officeDocument/2006/relationships/image" Target="/ppt/media/image.png" Id="R294de8d052c142d6" /><Relationship Type="http://schemas.openxmlformats.org/officeDocument/2006/relationships/image" Target="/ppt/media/image2.png" Id="R483106078ce441c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ab27a3cdcf44590" /><Relationship Type="http://schemas.openxmlformats.org/officeDocument/2006/relationships/image" Target="/ppt/media/image.png" Id="R0ec5d1f8b9884634" /></Relationships>
</file>

<file path=ppt/slideLayouts/slideLayout1.xml><?xml version="1.0" encoding="utf-8"?>
<p:sldLayout xmlns:p="http://schemas.openxmlformats.org/presentationml/2006/main" userDrawn="1">
  <p:cSld name="1_제목 슬라이드">
    <p:spTree>
      <p:nvGrpSpPr>
        <p:cNvPr id="1" name=""/>
        <p:cNvGrpSpPr/>
        <p:nvPr/>
      </p:nvGrpSpPr>
      <p:grpSpPr>
        <a:xfrm xmlns:a="http://schemas.openxmlformats.org/drawingml/2006/main"/>
      </p:grpSpPr>
      <p:pic>
        <p:nvPicPr>
          <p:cNvPr id="127" name="그림 1"/>
          <p:cNvPicPr>
            <a:picLocks xmlns:a="http://schemas.openxmlformats.org/drawingml/2006/main" noChangeAspect="1"/>
          </p:cNvPicPr>
          <p:nvPr/>
        </p:nvPicPr>
        <p:blipFill>
          <a:blip xmlns:r="http://schemas.openxmlformats.org/officeDocument/2006/relationships" xmlns:a="http://schemas.openxmlformats.org/drawingml/2006/main" r:embed="R7aa1503fe6de4b35"/>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63" name="TextBox 62">
            <a:extLst xmlns:a="http://schemas.openxmlformats.org/drawingml/2006/main">
              <a:ext uri="{FF2B5EF4-FFF2-40B4-BE49-F238E27FC236}">
                <a16:creationId xmlns:a16="http://schemas.microsoft.com/office/drawing/2014/main" id="{B48CE536-AD8A-46DE-8760-FF793591A2AF}"/>
              </a:ext>
            </a:extLst>
          </p:cNvPr>
          <p:cNvSpPr>
            <a:spLocks xmlns:a="http://schemas.openxmlformats.org/drawingml/2006/main" noGrp="1"/>
          </p:cNvSpPr>
          <p:nvPr/>
        </p:nvSpPr>
        <p:spPr>
          <a:xfrm xmlns:a="http://schemas.openxmlformats.org/drawingml/2006/main">
            <a:off x="7980490" y="4616403"/>
            <a:ext cx="303959" cy="2077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750">
                <a:solidFill>
                  <a:schemeClr val="bg2">
                    <a:lumMod val="90000"/>
                  </a:schemeClr>
                </a:solidFill>
              </a:rPr>
              <a:t>12”</a:t>
            </a:r>
            <a:endParaRPr sz="750">
              <a:solidFill>
                <a:schemeClr val="bg2">
                  <a:lumMod val="90000"/>
                </a:schemeClr>
              </a:solidFill>
            </a:endParaRPr>
          </a:p>
        </p:txBody>
      </p:sp>
      <p:sp>
        <p:nvSpPr>
          <p:cNvPr id="64" name="TextBox 63">
            <a:extLst xmlns:a="http://schemas.openxmlformats.org/drawingml/2006/main">
              <a:ext uri="{FF2B5EF4-FFF2-40B4-BE49-F238E27FC236}">
                <a16:creationId xmlns:a16="http://schemas.microsoft.com/office/drawing/2014/main" id="{63A9A0FD-1286-403C-9C72-56BF86691317}"/>
              </a:ext>
            </a:extLst>
          </p:cNvPr>
          <p:cNvSpPr>
            <a:spLocks xmlns:a="http://schemas.openxmlformats.org/drawingml/2006/main" noGrp="1"/>
          </p:cNvSpPr>
          <p:nvPr/>
        </p:nvSpPr>
        <p:spPr>
          <a:xfrm xmlns:a="http://schemas.openxmlformats.org/drawingml/2006/main">
            <a:off x="6208840" y="4616403"/>
            <a:ext cx="303959" cy="2077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750">
                <a:solidFill>
                  <a:schemeClr val="bg2">
                    <a:lumMod val="90000"/>
                  </a:schemeClr>
                </a:solidFill>
              </a:rPr>
              <a:t>8</a:t>
            </a:r>
            <a:r>
              <a:rPr sz="750">
                <a:solidFill>
                  <a:schemeClr val="bg2">
                    <a:lumMod val="90000"/>
                  </a:schemeClr>
                </a:solidFill>
              </a:rPr>
              <a:t>”</a:t>
            </a:r>
            <a:endParaRPr sz="750">
              <a:solidFill>
                <a:schemeClr val="bg2">
                  <a:lumMod val="90000"/>
                </a:schemeClr>
              </a:solidFill>
            </a:endParaRPr>
          </a:p>
        </p:txBody>
      </p:sp>
      <p:sp>
        <p:nvSpPr>
          <p:cNvPr id="65" name="TextBox 64">
            <a:extLst xmlns:a="http://schemas.openxmlformats.org/drawingml/2006/main">
              <a:ext uri="{FF2B5EF4-FFF2-40B4-BE49-F238E27FC236}">
                <a16:creationId xmlns:a16="http://schemas.microsoft.com/office/drawing/2014/main" id="{7F54CE3A-C2DB-41D1-B149-65EA52EC4F56}"/>
              </a:ext>
            </a:extLst>
          </p:cNvPr>
          <p:cNvSpPr>
            <a:spLocks xmlns:a="http://schemas.openxmlformats.org/drawingml/2006/main" noGrp="1"/>
          </p:cNvSpPr>
          <p:nvPr/>
        </p:nvSpPr>
        <p:spPr>
          <a:xfrm xmlns:a="http://schemas.openxmlformats.org/drawingml/2006/main">
            <a:off x="4429108" y="4616403"/>
            <a:ext cx="303959" cy="20774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750">
                <a:solidFill>
                  <a:schemeClr val="bg2">
                    <a:lumMod val="90000"/>
                  </a:schemeClr>
                </a:solidFill>
              </a:rPr>
              <a:t>6”</a:t>
            </a:r>
            <a:endParaRPr sz="750">
              <a:solidFill>
                <a:schemeClr val="bg2">
                  <a:lumMod val="90000"/>
                </a:schemeClr>
              </a:solidFill>
            </a:endParaRPr>
          </a:p>
        </p:txBody>
      </p:sp>
      <p:sp>
        <p:nvSpPr>
          <p:cNvPr id="67" name="TextBox 66">
            <a:extLst xmlns:a="http://schemas.openxmlformats.org/drawingml/2006/main">
              <a:ext uri="{FF2B5EF4-FFF2-40B4-BE49-F238E27FC236}">
                <a16:creationId xmlns:a16="http://schemas.microsoft.com/office/drawing/2014/main" id="{98A111A1-FB57-46A0-A833-CB7BFF87D67F}"/>
              </a:ext>
            </a:extLst>
          </p:cNvPr>
          <p:cNvSpPr>
            <a:spLocks xmlns:a="http://schemas.openxmlformats.org/drawingml/2006/main" noGrp="1"/>
          </p:cNvSpPr>
          <p:nvPr/>
        </p:nvSpPr>
        <p:spPr>
          <a:xfrm xmlns:a="http://schemas.openxmlformats.org/drawingml/2006/main">
            <a:off x="123825" y="198858"/>
            <a:ext cx="3405188" cy="21929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685800">
              <a:lnSpc>
                <a:spcPct val="100000"/>
              </a:lnSpc>
              <a:spcBef>
                <a:spcPts val="0"/>
              </a:spcBef>
              <a:spcAft>
                <a:spcPts val="0"/>
              </a:spcAft>
              <a:buClrTx/>
              <a:buSzTx/>
              <a:buFontTx/>
              <a:buNone/>
            </a:pPr>
            <a:r>
              <a:rPr sz="825">
                <a:solidFill>
                  <a:schemeClr val="accent3"/>
                </a:solidFill>
              </a:rPr>
              <a:t>Vision | </a:t>
            </a:r>
            <a:r>
              <a:rPr sz="825">
                <a:solidFill>
                  <a:schemeClr val="accent3"/>
                </a:solidFill>
              </a:rPr>
              <a:t>초일류 기술로 새로운 가능성을 열어가는 진정한 </a:t>
            </a:r>
            <a:r>
              <a:rPr sz="825">
                <a:solidFill>
                  <a:schemeClr val="accent3"/>
                </a:solidFill>
              </a:rPr>
              <a:t>1</a:t>
            </a:r>
            <a:r>
              <a:rPr sz="825">
                <a:solidFill>
                  <a:schemeClr val="accent3"/>
                </a:solidFill>
              </a:rPr>
              <a:t>등이 되자</a:t>
            </a:r>
            <a:endParaRPr sz="1050">
              <a:solidFill>
                <a:schemeClr val="accent3"/>
              </a:solidFill>
            </a:endParaRPr>
          </a:p>
        </p:txBody>
      </p:sp>
      <p:sp>
        <p:nvSpPr>
          <p:cNvPr id="68" name="TextBox 67">
            <a:extLst xmlns:a="http://schemas.openxmlformats.org/drawingml/2006/main">
              <a:ext uri="{FF2B5EF4-FFF2-40B4-BE49-F238E27FC236}">
                <a16:creationId xmlns:a16="http://schemas.microsoft.com/office/drawing/2014/main" id="{2437A8DE-2F70-4CA9-8AE8-F21C47A2B502}"/>
              </a:ext>
            </a:extLst>
          </p:cNvPr>
          <p:cNvSpPr>
            <a:spLocks xmlns:a="http://schemas.openxmlformats.org/drawingml/2006/main" noGrp="1"/>
          </p:cNvSpPr>
          <p:nvPr/>
        </p:nvSpPr>
        <p:spPr>
          <a:xfrm xmlns:a="http://schemas.openxmlformats.org/drawingml/2006/main">
            <a:off x="3692127" y="198858"/>
            <a:ext cx="2965848" cy="21929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685800">
              <a:lnSpc>
                <a:spcPct val="100000"/>
              </a:lnSpc>
              <a:spcBef>
                <a:spcPts val="0"/>
              </a:spcBef>
              <a:spcAft>
                <a:spcPts val="0"/>
              </a:spcAft>
              <a:buClrTx/>
              <a:buSzTx/>
              <a:buFontTx/>
              <a:buNone/>
            </a:pPr>
            <a:r>
              <a:rPr sz="825">
                <a:solidFill>
                  <a:schemeClr val="accent3"/>
                </a:solidFill>
              </a:rPr>
              <a:t>Mission</a:t>
            </a:r>
            <a:r>
              <a:rPr sz="825">
                <a:solidFill>
                  <a:schemeClr val="accent3"/>
                </a:solidFill>
              </a:rPr>
              <a:t> </a:t>
            </a:r>
            <a:r>
              <a:rPr sz="825">
                <a:solidFill>
                  <a:schemeClr val="accent3"/>
                </a:solidFill>
              </a:rPr>
              <a:t>| </a:t>
            </a:r>
            <a:r>
              <a:rPr sz="825">
                <a:solidFill>
                  <a:schemeClr val="accent3"/>
                </a:solidFill>
              </a:rPr>
              <a:t>함께 </a:t>
            </a:r>
            <a:r>
              <a:rPr sz="825">
                <a:solidFill>
                  <a:schemeClr val="accent3"/>
                </a:solidFill>
              </a:rPr>
              <a:t>지속 성장하는 </a:t>
            </a:r>
            <a:r>
              <a:rPr sz="825">
                <a:solidFill>
                  <a:schemeClr val="accent3"/>
                </a:solidFill>
              </a:rPr>
              <a:t>No.1 </a:t>
            </a:r>
            <a:r>
              <a:rPr sz="825">
                <a:solidFill>
                  <a:schemeClr val="accent3"/>
                </a:solidFill>
              </a:rPr>
              <a:t>메모리 솔루션 </a:t>
            </a:r>
            <a:r>
              <a:rPr sz="825">
                <a:solidFill>
                  <a:schemeClr val="accent3"/>
                </a:solidFill>
              </a:rPr>
              <a:t>Provider</a:t>
            </a:r>
            <a:endParaRPr sz="825">
              <a:solidFill>
                <a:schemeClr val="accent3"/>
              </a:solidFill>
            </a:endParaRPr>
          </a:p>
        </p:txBody>
      </p:sp>
      <p:sp>
        <p:nvSpPr>
          <p:cNvPr id="73" name="TextBox 72">
            <a:extLst xmlns:a="http://schemas.openxmlformats.org/drawingml/2006/main">
              <a:ext uri="{FF2B5EF4-FFF2-40B4-BE49-F238E27FC236}">
                <a16:creationId xmlns:a16="http://schemas.microsoft.com/office/drawing/2014/main" id="{5FA5898D-D7B7-405E-B51E-4EBE255DF23E}"/>
              </a:ext>
            </a:extLst>
          </p:cNvPr>
          <p:cNvSpPr>
            <a:spLocks xmlns:a="http://schemas.openxmlformats.org/drawingml/2006/main" noGrp="1"/>
          </p:cNvSpPr>
          <p:nvPr/>
        </p:nvSpPr>
        <p:spPr>
          <a:xfrm xmlns:a="http://schemas.openxmlformats.org/drawingml/2006/main">
            <a:off x="123825"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accent3"/>
                </a:solidFill>
              </a:rPr>
              <a:t>함께 성장하는 행복한 메모리사업부</a:t>
            </a:r>
            <a:endParaRPr sz="1013">
              <a:solidFill>
                <a:schemeClr val="accent3"/>
              </a:solidFill>
            </a:endParaRPr>
          </a:p>
        </p:txBody>
      </p:sp>
      <p:sp>
        <p:nvSpPr>
          <p:cNvPr id="3" name="제목 2">
            <a:extLst xmlns:a="http://schemas.openxmlformats.org/drawingml/2006/main">
              <a:ext uri="{FF2B5EF4-FFF2-40B4-BE49-F238E27FC236}">
                <a16:creationId xmlns:a16="http://schemas.microsoft.com/office/drawing/2014/main" id="{4D8DE3C6-5430-432D-A16E-3B96E2E177F9}"/>
              </a:ext>
            </a:extLst>
          </p:cNvPr>
          <p:cNvSpPr>
            <a:spLocks xmlns:a="http://schemas.openxmlformats.org/drawingml/2006/main" noGrp="1"/>
          </p:cNvSpPr>
          <p:nvPr>
            <p:ph type="title" idx="0" hasCustomPrompt="1"/>
          </p:nvPr>
        </p:nvSpPr>
        <p:spPr>
          <a:xfrm xmlns:a="http://schemas.openxmlformats.org/drawingml/2006/main">
            <a:off x="444882" y="986400"/>
            <a:ext cx="7886700" cy="1381314"/>
          </a:xfrm>
        </p:spPr>
        <p:txBody>
          <a:bodyPr xmlns:a="http://schemas.openxmlformats.org/drawingml/2006/main">
            <a:noAutofit/>
          </a:bodyPr>
          <a:lstStyle xmlns:a="http://schemas.openxmlformats.org/drawingml/2006/main">
            <a:lvl1pPr>
              <a:lnSpc>
                <a:spcPct val="120000"/>
              </a:lnSpc>
              <a:buNone/>
              <a:defRPr sz="3600" b="1"/>
            </a:lvl1pPr>
          </a:lstStyle>
          <a:p xmlns:a="http://schemas.openxmlformats.org/drawingml/2006/main">
            <a:r>
              <a:t>타이틀</a:t>
            </a:r>
            <a:br/>
            <a:r>
              <a:t>(</a:t>
            </a:r>
            <a:r>
              <a:t>맑은 고딕 </a:t>
            </a:r>
            <a:r>
              <a:t>Bold, 36) </a:t>
            </a:r>
            <a:endParaRPr/>
          </a:p>
        </p:txBody>
      </p:sp>
      <p:pic>
        <p:nvPicPr>
          <p:cNvPr id="135" name="그림 68"/>
          <p:cNvPicPr>
            <a:picLocks xmlns:a="http://schemas.openxmlformats.org/drawingml/2006/main" noChangeAspect="1"/>
          </p:cNvPicPr>
          <p:nvPr/>
        </p:nvPicPr>
        <p:blipFill>
          <a:blip xmlns:r="http://schemas.openxmlformats.org/officeDocument/2006/relationships" xmlns:a="http://schemas.openxmlformats.org/drawingml/2006/main" r:embed="Rd0933c8984d74a47"/>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7" name="텍스트 개체 틀 6">
            <a:extLst xmlns:a="http://schemas.openxmlformats.org/drawingml/2006/main">
              <a:ext uri="{FF2B5EF4-FFF2-40B4-BE49-F238E27FC236}">
                <a16:creationId xmlns:a16="http://schemas.microsoft.com/office/drawing/2014/main" id="{615E91FB-B1A1-479D-BBF8-6CD225B511C1}"/>
              </a:ext>
            </a:extLst>
          </p:cNvPr>
          <p:cNvSpPr>
            <a:spLocks xmlns:a="http://schemas.openxmlformats.org/drawingml/2006/main" noGrp="1"/>
          </p:cNvSpPr>
          <p:nvPr>
            <p:ph type="body" idx="10" hasCustomPrompt="1"/>
          </p:nvPr>
        </p:nvSpPr>
        <p:spPr>
          <a:xfrm xmlns:a="http://schemas.openxmlformats.org/drawingml/2006/main">
            <a:off x="445294" y="2550319"/>
            <a:ext cx="5763816" cy="1275792"/>
          </a:xfrm>
        </p:spPr>
        <p:txBody>
          <a:bodyPr xmlns:a="http://schemas.openxmlformats.org/drawingml/2006/main">
            <a:normAutofit/>
          </a:bodyPr>
          <a:lstStyle xmlns:a="http://schemas.openxmlformats.org/drawingml/2006/main">
            <a:lvl1pPr marL="0" indent="0">
              <a:lnSpc>
                <a:spcPct val="120000"/>
              </a:lnSpc>
              <a:buNone/>
              <a:defRPr sz="1700"/>
            </a:lvl1pPr>
          </a:lstStyle>
          <a:p xmlns:a="http://schemas.openxmlformats.org/drawingml/2006/main">
            <a:pPr lvl="0">
              <a:buNone/>
            </a:pPr>
            <a:r>
              <a:t>'23.00.00(</a:t>
            </a:r>
            <a:r>
              <a:t>월</a:t>
            </a:r>
            <a:r>
              <a:t>)</a:t>
            </a:r>
          </a:p>
          <a:p xmlns:a="http://schemas.openxmlformats.org/drawingml/2006/main">
            <a:pPr lvl="0">
              <a:buNone/>
            </a:pPr>
            <a:r>
              <a:t>부서명</a:t>
            </a:r>
            <a:r>
              <a:t>, </a:t>
            </a:r>
            <a:r>
              <a:t>작성자</a:t>
            </a:r>
            <a:endParaRPr/>
          </a:p>
          <a:p xmlns:a="http://schemas.openxmlformats.org/drawingml/2006/main">
            <a:pPr lvl="0">
              <a:buNone/>
            </a:pPr>
            <a:r>
              <a:t>(</a:t>
            </a:r>
            <a:r>
              <a:t>맑은 고딕</a:t>
            </a:r>
            <a:r>
              <a:t>, 17)</a:t>
            </a:r>
          </a:p>
        </p:txBody>
      </p:sp>
      <p:sp>
        <p:nvSpPr>
          <p:cNvPr id="72" name="액자 71">
            <a:extLst xmlns:a="http://schemas.openxmlformats.org/drawingml/2006/main">
              <a:ext uri="{FF2B5EF4-FFF2-40B4-BE49-F238E27FC236}">
                <a16:creationId xmlns:a16="http://schemas.microsoft.com/office/drawing/2014/main" id="{DD649EE0-7D8B-4909-910C-66C7490ADC90}"/>
              </a:ext>
            </a:extLst>
          </p:cNvPr>
          <p:cNvSpPr>
            <a:spLocks xmlns:a="http://schemas.openxmlformats.org/drawingml/2006/main" noGrp="1"/>
          </p:cNvSpPr>
          <p:nvPr/>
        </p:nvSpPr>
        <p:spPr>
          <a:xfrm xmlns:a="http://schemas.openxmlformats.org/drawingml/2006/main" rot="0" flipH="0" flipV="0">
            <a:off x="7456583" y="3144053"/>
            <a:ext cx="261461" cy="262261"/>
          </a:xfrm>
          <a:prstGeom xmlns:a="http://schemas.openxmlformats.org/drawingml/2006/main" prst="frame">
            <a:avLst/>
          </a:prstGeom>
          <a:solidFill xmlns:a="http://schemas.openxmlformats.org/drawingml/2006/main">
            <a:srgbClr val="EBF0FF"/>
          </a:solidFill>
          <a:ln xmlns:a="http://schemas.openxmlformats.org/drawingml/2006/main" w="12700">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solidFill>
                <a:schemeClr val="tx1"/>
              </a:solidFill>
            </a:endParaRPr>
          </a:p>
        </p:txBody>
      </p:sp>
      <p:sp>
        <p:nvSpPr>
          <p:cNvPr id="74" name="직선 연결선 73">
            <a:extLst xmlns:a="http://schemas.openxmlformats.org/drawingml/2006/main">
              <a:ext uri="{FF2B5EF4-FFF2-40B4-BE49-F238E27FC236}">
                <a16:creationId xmlns:a16="http://schemas.microsoft.com/office/drawing/2014/main" id="{97C4EDE8-2C5E-4AF7-9F89-6DE232C9EC18}"/>
              </a:ext>
            </a:extLst>
          </p:cNvPr>
          <p:cNvSpPr>
            <a:spLocks xmlns:a="http://schemas.openxmlformats.org/drawingml/2006/main" noGrp="1"/>
          </p:cNvSpPr>
          <p:nvPr/>
        </p:nvSpPr>
        <p:spPr>
          <a:xfrm xmlns:a="http://schemas.openxmlformats.org/drawingml/2006/main" rot="0" flipH="0" flipV="0">
            <a:off x="7523290"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5" name="직선 연결선 74">
            <a:extLst xmlns:a="http://schemas.openxmlformats.org/drawingml/2006/main">
              <a:ext uri="{FF2B5EF4-FFF2-40B4-BE49-F238E27FC236}">
                <a16:creationId xmlns:a16="http://schemas.microsoft.com/office/drawing/2014/main" id="{7C0C0953-C0E4-40F8-A197-EF252DAE1EFE}"/>
              </a:ext>
            </a:extLst>
          </p:cNvPr>
          <p:cNvSpPr>
            <a:spLocks xmlns:a="http://schemas.openxmlformats.org/drawingml/2006/main" noGrp="1"/>
          </p:cNvSpPr>
          <p:nvPr/>
        </p:nvSpPr>
        <p:spPr>
          <a:xfrm xmlns:a="http://schemas.openxmlformats.org/drawingml/2006/main" rot="0" flipH="0" flipV="0">
            <a:off x="7587449"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6" name="직선 연결선 75">
            <a:extLst xmlns:a="http://schemas.openxmlformats.org/drawingml/2006/main">
              <a:ext uri="{FF2B5EF4-FFF2-40B4-BE49-F238E27FC236}">
                <a16:creationId xmlns:a16="http://schemas.microsoft.com/office/drawing/2014/main" id="{9FB6DC60-3013-4780-8CB4-75C92E21D39A}"/>
              </a:ext>
            </a:extLst>
          </p:cNvPr>
          <p:cNvSpPr>
            <a:spLocks xmlns:a="http://schemas.openxmlformats.org/drawingml/2006/main" noGrp="1"/>
          </p:cNvSpPr>
          <p:nvPr/>
        </p:nvSpPr>
        <p:spPr>
          <a:xfrm xmlns:a="http://schemas.openxmlformats.org/drawingml/2006/main" rot="0" flipH="0" flipV="0">
            <a:off x="7651607"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7" name="직선 연결선 76">
            <a:extLst xmlns:a="http://schemas.openxmlformats.org/drawingml/2006/main">
              <a:ext uri="{FF2B5EF4-FFF2-40B4-BE49-F238E27FC236}">
                <a16:creationId xmlns:a16="http://schemas.microsoft.com/office/drawing/2014/main" id="{F9396159-BDFE-4720-B49B-C27BE0B87F57}"/>
              </a:ext>
            </a:extLst>
          </p:cNvPr>
          <p:cNvSpPr>
            <a:spLocks xmlns:a="http://schemas.openxmlformats.org/drawingml/2006/main" noGrp="1"/>
          </p:cNvSpPr>
          <p:nvPr/>
        </p:nvSpPr>
        <p:spPr>
          <a:xfrm xmlns:a="http://schemas.openxmlformats.org/drawingml/2006/main" rot="0" flipH="0" flipV="0">
            <a:off x="7523290"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8" name="직선 연결선 77">
            <a:extLst xmlns:a="http://schemas.openxmlformats.org/drawingml/2006/main">
              <a:ext uri="{FF2B5EF4-FFF2-40B4-BE49-F238E27FC236}">
                <a16:creationId xmlns:a16="http://schemas.microsoft.com/office/drawing/2014/main" id="{121E476B-37D8-4110-84D7-03A3EFE07609}"/>
              </a:ext>
            </a:extLst>
          </p:cNvPr>
          <p:cNvSpPr>
            <a:spLocks xmlns:a="http://schemas.openxmlformats.org/drawingml/2006/main" noGrp="1"/>
          </p:cNvSpPr>
          <p:nvPr/>
        </p:nvSpPr>
        <p:spPr>
          <a:xfrm xmlns:a="http://schemas.openxmlformats.org/drawingml/2006/main" rot="0" flipH="0" flipV="0">
            <a:off x="7587449"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9" name="직선 연결선 78">
            <a:extLst xmlns:a="http://schemas.openxmlformats.org/drawingml/2006/main">
              <a:ext uri="{FF2B5EF4-FFF2-40B4-BE49-F238E27FC236}">
                <a16:creationId xmlns:a16="http://schemas.microsoft.com/office/drawing/2014/main" id="{11B8E513-A44A-4214-AFF9-AB12A09249B3}"/>
              </a:ext>
            </a:extLst>
          </p:cNvPr>
          <p:cNvSpPr>
            <a:spLocks xmlns:a="http://schemas.openxmlformats.org/drawingml/2006/main" noGrp="1"/>
          </p:cNvSpPr>
          <p:nvPr/>
        </p:nvSpPr>
        <p:spPr>
          <a:xfrm xmlns:a="http://schemas.openxmlformats.org/drawingml/2006/main" rot="0" flipH="0" flipV="0">
            <a:off x="7651607"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5" name="직선 연결선 84">
            <a:extLst xmlns:a="http://schemas.openxmlformats.org/drawingml/2006/main">
              <a:ext uri="{FF2B5EF4-FFF2-40B4-BE49-F238E27FC236}">
                <a16:creationId xmlns:a16="http://schemas.microsoft.com/office/drawing/2014/main" id="{234CED9C-98FD-4BF0-B3D1-0CA10C29BE64}"/>
              </a:ext>
            </a:extLst>
          </p:cNvPr>
          <p:cNvSpPr>
            <a:spLocks xmlns:a="http://schemas.openxmlformats.org/drawingml/2006/main" noGrp="1"/>
          </p:cNvSpPr>
          <p:nvPr/>
        </p:nvSpPr>
        <p:spPr>
          <a:xfrm xmlns:a="http://schemas.openxmlformats.org/drawingml/2006/main" rot="0" flipH="0" flipV="0">
            <a:off x="769444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6" name="직선 연결선 85">
            <a:extLst xmlns:a="http://schemas.openxmlformats.org/drawingml/2006/main">
              <a:ext uri="{FF2B5EF4-FFF2-40B4-BE49-F238E27FC236}">
                <a16:creationId xmlns:a16="http://schemas.microsoft.com/office/drawing/2014/main" id="{05353D98-008F-473B-80D9-923260F0AA29}"/>
              </a:ext>
            </a:extLst>
          </p:cNvPr>
          <p:cNvSpPr>
            <a:spLocks xmlns:a="http://schemas.openxmlformats.org/drawingml/2006/main" noGrp="1"/>
          </p:cNvSpPr>
          <p:nvPr/>
        </p:nvSpPr>
        <p:spPr>
          <a:xfrm xmlns:a="http://schemas.openxmlformats.org/drawingml/2006/main" rot="0" flipH="0" flipV="0">
            <a:off x="775860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7" name="직선 연결선 86">
            <a:extLst xmlns:a="http://schemas.openxmlformats.org/drawingml/2006/main">
              <a:ext uri="{FF2B5EF4-FFF2-40B4-BE49-F238E27FC236}">
                <a16:creationId xmlns:a16="http://schemas.microsoft.com/office/drawing/2014/main" id="{8B1842DB-D41C-424E-8A4B-F2DD0546C6D7}"/>
              </a:ext>
            </a:extLst>
          </p:cNvPr>
          <p:cNvSpPr>
            <a:spLocks xmlns:a="http://schemas.openxmlformats.org/drawingml/2006/main" noGrp="1"/>
          </p:cNvSpPr>
          <p:nvPr/>
        </p:nvSpPr>
        <p:spPr>
          <a:xfrm xmlns:a="http://schemas.openxmlformats.org/drawingml/2006/main" rot="0" flipH="0" flipV="0">
            <a:off x="7822763"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2" name="직선 연결선 81">
            <a:extLst xmlns:a="http://schemas.openxmlformats.org/drawingml/2006/main">
              <a:ext uri="{FF2B5EF4-FFF2-40B4-BE49-F238E27FC236}">
                <a16:creationId xmlns:a16="http://schemas.microsoft.com/office/drawing/2014/main" id="{9FB1CCBF-47E3-4324-9603-5E319222FF36}"/>
              </a:ext>
            </a:extLst>
          </p:cNvPr>
          <p:cNvSpPr>
            <a:spLocks xmlns:a="http://schemas.openxmlformats.org/drawingml/2006/main" noGrp="1"/>
          </p:cNvSpPr>
          <p:nvPr/>
        </p:nvSpPr>
        <p:spPr>
          <a:xfrm xmlns:a="http://schemas.openxmlformats.org/drawingml/2006/main" rot="0" flipH="0" flipV="0">
            <a:off x="7346149"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3" name="직선 연결선 82">
            <a:extLst xmlns:a="http://schemas.openxmlformats.org/drawingml/2006/main">
              <a:ext uri="{FF2B5EF4-FFF2-40B4-BE49-F238E27FC236}">
                <a16:creationId xmlns:a16="http://schemas.microsoft.com/office/drawing/2014/main" id="{8D953742-2D90-441D-8344-A44BBEC64B95}"/>
              </a:ext>
            </a:extLst>
          </p:cNvPr>
          <p:cNvSpPr>
            <a:spLocks xmlns:a="http://schemas.openxmlformats.org/drawingml/2006/main" noGrp="1"/>
          </p:cNvSpPr>
          <p:nvPr/>
        </p:nvSpPr>
        <p:spPr>
          <a:xfrm xmlns:a="http://schemas.openxmlformats.org/drawingml/2006/main" rot="0" flipH="0" flipV="0">
            <a:off x="741030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4" name="직선 연결선 83">
            <a:extLst xmlns:a="http://schemas.openxmlformats.org/drawingml/2006/main">
              <a:ext uri="{FF2B5EF4-FFF2-40B4-BE49-F238E27FC236}">
                <a16:creationId xmlns:a16="http://schemas.microsoft.com/office/drawing/2014/main" id="{AA3EEDFB-4272-4D0B-BEB9-A74B7318700D}"/>
              </a:ext>
            </a:extLst>
          </p:cNvPr>
          <p:cNvSpPr>
            <a:spLocks xmlns:a="http://schemas.openxmlformats.org/drawingml/2006/main" noGrp="1"/>
          </p:cNvSpPr>
          <p:nvPr/>
        </p:nvSpPr>
        <p:spPr>
          <a:xfrm xmlns:a="http://schemas.openxmlformats.org/drawingml/2006/main" rot="0" flipH="0" flipV="0">
            <a:off x="747446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9" name="모서리가 둥근 직사각형 88">
            <a:extLst xmlns:a="http://schemas.openxmlformats.org/drawingml/2006/main">
              <a:ext uri="{FF2B5EF4-FFF2-40B4-BE49-F238E27FC236}">
                <a16:creationId xmlns:a16="http://schemas.microsoft.com/office/drawing/2014/main" id="{632512CB-A773-457E-94A4-A188E4538DB3}"/>
              </a:ext>
            </a:extLst>
          </p:cNvPr>
          <p:cNvSpPr>
            <a:spLocks xmlns:a="http://schemas.openxmlformats.org/drawingml/2006/main" noGrp="1"/>
          </p:cNvSpPr>
          <p:nvPr/>
        </p:nvSpPr>
        <p:spPr>
          <a:xfrm xmlns:a="http://schemas.openxmlformats.org/drawingml/2006/main" rot="0" flipH="0" flipV="0">
            <a:off x="809613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0" name="모서리가 둥근 직사각형 89">
            <a:extLst xmlns:a="http://schemas.openxmlformats.org/drawingml/2006/main">
              <a:ext uri="{FF2B5EF4-FFF2-40B4-BE49-F238E27FC236}">
                <a16:creationId xmlns:a16="http://schemas.microsoft.com/office/drawing/2014/main" id="{D4574910-2B3F-419A-84B3-29B562DC5C91}"/>
              </a:ext>
            </a:extLst>
          </p:cNvPr>
          <p:cNvSpPr>
            <a:spLocks xmlns:a="http://schemas.openxmlformats.org/drawingml/2006/main" noGrp="1"/>
          </p:cNvSpPr>
          <p:nvPr/>
        </p:nvSpPr>
        <p:spPr>
          <a:xfrm xmlns:a="http://schemas.openxmlformats.org/drawingml/2006/main" rot="0" flipH="0" flipV="0">
            <a:off x="821152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1" name="타원 90">
            <a:extLst xmlns:a="http://schemas.openxmlformats.org/drawingml/2006/main">
              <a:ext uri="{FF2B5EF4-FFF2-40B4-BE49-F238E27FC236}">
                <a16:creationId xmlns:a16="http://schemas.microsoft.com/office/drawing/2014/main" id="{4081B603-D292-4938-B048-487F3746D5C4}"/>
              </a:ext>
            </a:extLst>
          </p:cNvPr>
          <p:cNvSpPr>
            <a:spLocks xmlns:a="http://schemas.openxmlformats.org/drawingml/2006/main" noGrp="1"/>
          </p:cNvSpPr>
          <p:nvPr/>
        </p:nvSpPr>
        <p:spPr>
          <a:xfrm xmlns:a="http://schemas.openxmlformats.org/drawingml/2006/main" rot="16200000" flipH="0" flipV="0">
            <a:off x="7986624"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2" name="타원 91">
            <a:extLst xmlns:a="http://schemas.openxmlformats.org/drawingml/2006/main">
              <a:ext uri="{FF2B5EF4-FFF2-40B4-BE49-F238E27FC236}">
                <a16:creationId xmlns:a16="http://schemas.microsoft.com/office/drawing/2014/main" id="{E8B86B9C-3314-4A78-B80D-238F37C6F237}"/>
              </a:ext>
            </a:extLst>
          </p:cNvPr>
          <p:cNvSpPr>
            <a:spLocks xmlns:a="http://schemas.openxmlformats.org/drawingml/2006/main" noGrp="1"/>
          </p:cNvSpPr>
          <p:nvPr/>
        </p:nvSpPr>
        <p:spPr>
          <a:xfrm xmlns:a="http://schemas.openxmlformats.org/drawingml/2006/main" rot="16200000" flipH="0" flipV="0">
            <a:off x="8331583"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54" name="직선 연결선 92"/>
          <p:cNvCxnSpPr>
            <a:stCxn xmlns:a="http://schemas.openxmlformats.org/drawingml/2006/main" id="91" idx="4"/>
            <a:endCxn xmlns:a="http://schemas.openxmlformats.org/drawingml/2006/main" id="92" idx="0"/>
          </p:cNvCxnSpPr>
          <p:nvPr/>
        </p:nvCxnSpPr>
        <p:spPr>
          <a:xfrm xmlns:a="http://schemas.openxmlformats.org/drawingml/2006/main" rot="0" flipH="0" flipV="0">
            <a:off x="8016324" y="3361824"/>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4" name="타원 93">
            <a:extLst xmlns:a="http://schemas.openxmlformats.org/drawingml/2006/main">
              <a:ext uri="{FF2B5EF4-FFF2-40B4-BE49-F238E27FC236}">
                <a16:creationId xmlns:a16="http://schemas.microsoft.com/office/drawing/2014/main" id="{3B7685B1-6087-4AF5-B779-6E810B8613D4}"/>
              </a:ext>
            </a:extLst>
          </p:cNvPr>
          <p:cNvSpPr>
            <a:spLocks xmlns:a="http://schemas.openxmlformats.org/drawingml/2006/main" noGrp="1"/>
          </p:cNvSpPr>
          <p:nvPr/>
        </p:nvSpPr>
        <p:spPr>
          <a:xfrm xmlns:a="http://schemas.openxmlformats.org/drawingml/2006/main" rot="16200000" flipH="0" flipV="0">
            <a:off x="7986624"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5" name="타원 94">
            <a:extLst xmlns:a="http://schemas.openxmlformats.org/drawingml/2006/main">
              <a:ext uri="{FF2B5EF4-FFF2-40B4-BE49-F238E27FC236}">
                <a16:creationId xmlns:a16="http://schemas.microsoft.com/office/drawing/2014/main" id="{1CC96C09-8548-46D9-A3A4-8DF6494A7047}"/>
              </a:ext>
            </a:extLst>
          </p:cNvPr>
          <p:cNvSpPr>
            <a:spLocks xmlns:a="http://schemas.openxmlformats.org/drawingml/2006/main" noGrp="1"/>
          </p:cNvSpPr>
          <p:nvPr/>
        </p:nvSpPr>
        <p:spPr>
          <a:xfrm xmlns:a="http://schemas.openxmlformats.org/drawingml/2006/main" rot="16200000" flipH="0" flipV="0">
            <a:off x="8331583"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57" name="직선 연결선 95"/>
          <p:cNvCxnSpPr>
            <a:stCxn xmlns:a="http://schemas.openxmlformats.org/drawingml/2006/main" id="94" idx="4"/>
            <a:endCxn xmlns:a="http://schemas.openxmlformats.org/drawingml/2006/main" id="95" idx="0"/>
          </p:cNvCxnSpPr>
          <p:nvPr/>
        </p:nvCxnSpPr>
        <p:spPr>
          <a:xfrm xmlns:a="http://schemas.openxmlformats.org/drawingml/2006/main" rot="0" flipH="0" flipV="0">
            <a:off x="8016324" y="3271649"/>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7" name="타원 96">
            <a:extLst xmlns:a="http://schemas.openxmlformats.org/drawingml/2006/main">
              <a:ext uri="{FF2B5EF4-FFF2-40B4-BE49-F238E27FC236}">
                <a16:creationId xmlns:a16="http://schemas.microsoft.com/office/drawing/2014/main" id="{71926D0B-0672-49EF-8F97-BACA5A85FC2A}"/>
              </a:ext>
            </a:extLst>
          </p:cNvPr>
          <p:cNvSpPr>
            <a:spLocks xmlns:a="http://schemas.openxmlformats.org/drawingml/2006/main" noGrp="1"/>
          </p:cNvSpPr>
          <p:nvPr/>
        </p:nvSpPr>
        <p:spPr>
          <a:xfrm xmlns:a="http://schemas.openxmlformats.org/drawingml/2006/main" rot="16200000" flipH="0" flipV="0">
            <a:off x="7986624"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98" name="타원 97">
            <a:extLst xmlns:a="http://schemas.openxmlformats.org/drawingml/2006/main">
              <a:ext uri="{FF2B5EF4-FFF2-40B4-BE49-F238E27FC236}">
                <a16:creationId xmlns:a16="http://schemas.microsoft.com/office/drawing/2014/main" id="{8F886AA9-8E27-4C78-A3A6-F77C294F7FCD}"/>
              </a:ext>
            </a:extLst>
          </p:cNvPr>
          <p:cNvSpPr>
            <a:spLocks xmlns:a="http://schemas.openxmlformats.org/drawingml/2006/main" noGrp="1"/>
          </p:cNvSpPr>
          <p:nvPr/>
        </p:nvSpPr>
        <p:spPr>
          <a:xfrm xmlns:a="http://schemas.openxmlformats.org/drawingml/2006/main" rot="16200000" flipH="0" flipV="0">
            <a:off x="8331583"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60" name="직선 연결선 98"/>
          <p:cNvCxnSpPr>
            <a:stCxn xmlns:a="http://schemas.openxmlformats.org/drawingml/2006/main" id="97" idx="4"/>
            <a:endCxn xmlns:a="http://schemas.openxmlformats.org/drawingml/2006/main" id="98" idx="0"/>
          </p:cNvCxnSpPr>
          <p:nvPr/>
        </p:nvCxnSpPr>
        <p:spPr>
          <a:xfrm xmlns:a="http://schemas.openxmlformats.org/drawingml/2006/main" rot="0" flipH="0" flipV="0">
            <a:off x="8016324" y="3186147"/>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0" name="직사각형 99">
            <a:extLst xmlns:a="http://schemas.openxmlformats.org/drawingml/2006/main">
              <a:ext uri="{FF2B5EF4-FFF2-40B4-BE49-F238E27FC236}">
                <a16:creationId xmlns:a16="http://schemas.microsoft.com/office/drawing/2014/main" id="{0F70EE2C-61BD-417B-AD34-2F5EFAB05803}"/>
              </a:ext>
            </a:extLst>
          </p:cNvPr>
          <p:cNvSpPr>
            <a:spLocks xmlns:a="http://schemas.openxmlformats.org/drawingml/2006/main" noGrp="1"/>
          </p:cNvSpPr>
          <p:nvPr/>
        </p:nvSpPr>
        <p:spPr>
          <a:xfrm xmlns:a="http://schemas.openxmlformats.org/drawingml/2006/main" rot="0" flipH="0" flipV="0">
            <a:off x="8096137" y="3122358"/>
            <a:ext cx="161288" cy="299301"/>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1" name="직사각형 100">
            <a:extLst xmlns:a="http://schemas.openxmlformats.org/drawingml/2006/main">
              <a:ext uri="{FF2B5EF4-FFF2-40B4-BE49-F238E27FC236}">
                <a16:creationId xmlns:a16="http://schemas.microsoft.com/office/drawing/2014/main" id="{1EE7381A-17B7-4683-86ED-E2DF77E8CB25}"/>
              </a:ext>
            </a:extLst>
          </p:cNvPr>
          <p:cNvSpPr>
            <a:spLocks xmlns:a="http://schemas.openxmlformats.org/drawingml/2006/main" noGrp="1"/>
          </p:cNvSpPr>
          <p:nvPr/>
        </p:nvSpPr>
        <p:spPr>
          <a:xfrm xmlns:a="http://schemas.openxmlformats.org/drawingml/2006/main" rot="0" flipH="0" flipV="0">
            <a:off x="8120953" y="3146364"/>
            <a:ext cx="110553" cy="249578"/>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3" name="직선 연결선 102">
            <a:extLst xmlns:a="http://schemas.openxmlformats.org/drawingml/2006/main">
              <a:ext uri="{FF2B5EF4-FFF2-40B4-BE49-F238E27FC236}">
                <a16:creationId xmlns:a16="http://schemas.microsoft.com/office/drawing/2014/main" id="{EA97FE96-C1C0-4B80-A4A9-08220FFD6031}"/>
              </a:ext>
            </a:extLst>
          </p:cNvPr>
          <p:cNvSpPr>
            <a:spLocks xmlns:a="http://schemas.openxmlformats.org/drawingml/2006/main" noGrp="1"/>
          </p:cNvSpPr>
          <p:nvPr/>
        </p:nvSpPr>
        <p:spPr>
          <a:xfrm xmlns:a="http://schemas.openxmlformats.org/drawingml/2006/main" rot="0" flipH="0" flipV="0">
            <a:off x="7369915"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4" name="직선 연결선 103">
            <a:extLst xmlns:a="http://schemas.openxmlformats.org/drawingml/2006/main">
              <a:ext uri="{FF2B5EF4-FFF2-40B4-BE49-F238E27FC236}">
                <a16:creationId xmlns:a16="http://schemas.microsoft.com/office/drawing/2014/main" id="{1DCE0A09-700A-4F09-8691-535D841223DB}"/>
              </a:ext>
            </a:extLst>
          </p:cNvPr>
          <p:cNvSpPr>
            <a:spLocks xmlns:a="http://schemas.openxmlformats.org/drawingml/2006/main" noGrp="1"/>
          </p:cNvSpPr>
          <p:nvPr/>
        </p:nvSpPr>
        <p:spPr>
          <a:xfrm xmlns:a="http://schemas.openxmlformats.org/drawingml/2006/main" rot="0" flipH="0" flipV="0">
            <a:off x="7369915"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5" name="직선 연결선 104">
            <a:extLst xmlns:a="http://schemas.openxmlformats.org/drawingml/2006/main">
              <a:ext uri="{FF2B5EF4-FFF2-40B4-BE49-F238E27FC236}">
                <a16:creationId xmlns:a16="http://schemas.microsoft.com/office/drawing/2014/main" id="{F0E42825-66E2-4F3A-8F0B-DDC33217E4A0}"/>
              </a:ext>
            </a:extLst>
          </p:cNvPr>
          <p:cNvSpPr>
            <a:spLocks xmlns:a="http://schemas.openxmlformats.org/drawingml/2006/main" noGrp="1"/>
          </p:cNvSpPr>
          <p:nvPr/>
        </p:nvSpPr>
        <p:spPr>
          <a:xfrm xmlns:a="http://schemas.openxmlformats.org/drawingml/2006/main" rot="0" flipH="0" flipV="0">
            <a:off x="7369915"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0" name="직선 연결선 109">
            <a:extLst xmlns:a="http://schemas.openxmlformats.org/drawingml/2006/main">
              <a:ext uri="{FF2B5EF4-FFF2-40B4-BE49-F238E27FC236}">
                <a16:creationId xmlns:a16="http://schemas.microsoft.com/office/drawing/2014/main" id="{C3DF720C-93CC-430A-82CA-FB8712EA9F73}"/>
              </a:ext>
            </a:extLst>
          </p:cNvPr>
          <p:cNvSpPr>
            <a:spLocks xmlns:a="http://schemas.openxmlformats.org/drawingml/2006/main" noGrp="1"/>
          </p:cNvSpPr>
          <p:nvPr/>
        </p:nvSpPr>
        <p:spPr>
          <a:xfrm xmlns:a="http://schemas.openxmlformats.org/drawingml/2006/main" rot="0" flipH="0" flipV="0">
            <a:off x="7371781"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1" name="직선 연결선 110">
            <a:extLst xmlns:a="http://schemas.openxmlformats.org/drawingml/2006/main">
              <a:ext uri="{FF2B5EF4-FFF2-40B4-BE49-F238E27FC236}">
                <a16:creationId xmlns:a16="http://schemas.microsoft.com/office/drawing/2014/main" id="{E0EDD6E8-0111-484E-83D2-4E671917A660}"/>
              </a:ext>
            </a:extLst>
          </p:cNvPr>
          <p:cNvSpPr>
            <a:spLocks xmlns:a="http://schemas.openxmlformats.org/drawingml/2006/main" noGrp="1"/>
          </p:cNvSpPr>
          <p:nvPr/>
        </p:nvSpPr>
        <p:spPr>
          <a:xfrm xmlns:a="http://schemas.openxmlformats.org/drawingml/2006/main" rot="0" flipH="0" flipV="0">
            <a:off x="7371781"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2" name="직선 연결선 111">
            <a:extLst xmlns:a="http://schemas.openxmlformats.org/drawingml/2006/main">
              <a:ext uri="{FF2B5EF4-FFF2-40B4-BE49-F238E27FC236}">
                <a16:creationId xmlns:a16="http://schemas.microsoft.com/office/drawing/2014/main" id="{6BB6471E-A030-4EF7-8D11-E28B701A4F43}"/>
              </a:ext>
            </a:extLst>
          </p:cNvPr>
          <p:cNvSpPr>
            <a:spLocks xmlns:a="http://schemas.openxmlformats.org/drawingml/2006/main" noGrp="1"/>
          </p:cNvSpPr>
          <p:nvPr/>
        </p:nvSpPr>
        <p:spPr>
          <a:xfrm xmlns:a="http://schemas.openxmlformats.org/drawingml/2006/main" rot="0" flipH="0" flipV="0">
            <a:off x="7371781"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7" name="모서리가 둥근 직사각형 106">
            <a:extLst xmlns:a="http://schemas.openxmlformats.org/drawingml/2006/main">
              <a:ext uri="{FF2B5EF4-FFF2-40B4-BE49-F238E27FC236}">
                <a16:creationId xmlns:a16="http://schemas.microsoft.com/office/drawing/2014/main" id="{CE2D3D37-CD71-48EF-B2CA-2B9120162380}"/>
              </a:ext>
            </a:extLst>
          </p:cNvPr>
          <p:cNvSpPr>
            <a:spLocks xmlns:a="http://schemas.openxmlformats.org/drawingml/2006/main" noGrp="1"/>
          </p:cNvSpPr>
          <p:nvPr/>
        </p:nvSpPr>
        <p:spPr>
          <a:xfrm xmlns:a="http://schemas.openxmlformats.org/drawingml/2006/main" rot="0" flipH="0" flipV="0">
            <a:off x="7457335" y="4373858"/>
            <a:ext cx="253628" cy="252911"/>
          </a:xfrm>
          <a:prstGeom xmlns:a="http://schemas.openxmlformats.org/drawingml/2006/main" prst="roundRect">
            <a:avLst>
              <a:gd name="adj" fmla="val 989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8" name="육각형 107">
            <a:extLst xmlns:a="http://schemas.openxmlformats.org/drawingml/2006/main">
              <a:ext uri="{FF2B5EF4-FFF2-40B4-BE49-F238E27FC236}">
                <a16:creationId xmlns:a16="http://schemas.microsoft.com/office/drawing/2014/main" id="{CF7A2667-AD2B-4033-94D0-F4FAEA364F01}"/>
              </a:ext>
            </a:extLst>
          </p:cNvPr>
          <p:cNvSpPr>
            <a:spLocks xmlns:a="http://schemas.openxmlformats.org/drawingml/2006/main" noGrp="1"/>
          </p:cNvSpPr>
          <p:nvPr/>
        </p:nvSpPr>
        <p:spPr>
          <a:xfrm xmlns:a="http://schemas.openxmlformats.org/drawingml/2006/main" rot="0" flipH="0" flipV="0">
            <a:off x="7489508" y="4421029"/>
            <a:ext cx="188595" cy="162000"/>
          </a:xfrm>
          <a:prstGeom xmlns:a="http://schemas.openxmlformats.org/drawingml/2006/main" prst="hexagon">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09" name="다이아몬드 108">
            <a:extLst xmlns:a="http://schemas.openxmlformats.org/drawingml/2006/main">
              <a:ext uri="{FF2B5EF4-FFF2-40B4-BE49-F238E27FC236}">
                <a16:creationId xmlns:a16="http://schemas.microsoft.com/office/drawing/2014/main" id="{6FB01C85-23AA-45E8-B74D-4318FFBBAA75}"/>
              </a:ext>
            </a:extLst>
          </p:cNvPr>
          <p:cNvSpPr>
            <a:spLocks xmlns:a="http://schemas.openxmlformats.org/drawingml/2006/main" noGrp="1"/>
          </p:cNvSpPr>
          <p:nvPr/>
        </p:nvSpPr>
        <p:spPr>
          <a:xfrm xmlns:a="http://schemas.openxmlformats.org/drawingml/2006/main" rot="0" flipH="0" flipV="0">
            <a:off x="7530402" y="4446812"/>
            <a:ext cx="107893" cy="107893"/>
          </a:xfrm>
          <a:prstGeom xmlns:a="http://schemas.openxmlformats.org/drawingml/2006/main" prst="diamond">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14" name="직선 연결선 113">
            <a:extLst xmlns:a="http://schemas.openxmlformats.org/drawingml/2006/main">
              <a:ext uri="{FF2B5EF4-FFF2-40B4-BE49-F238E27FC236}">
                <a16:creationId xmlns:a16="http://schemas.microsoft.com/office/drawing/2014/main" id="{51E166E5-DB4A-4E0C-8F03-2EC84F4D7FDC}"/>
              </a:ext>
            </a:extLst>
          </p:cNvPr>
          <p:cNvSpPr>
            <a:spLocks xmlns:a="http://schemas.openxmlformats.org/drawingml/2006/main" noGrp="1"/>
          </p:cNvSpPr>
          <p:nvPr/>
        </p:nvSpPr>
        <p:spPr>
          <a:xfrm xmlns:a="http://schemas.openxmlformats.org/drawingml/2006/main" rot="0" flipH="0" flipV="0">
            <a:off x="7503731"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5" name="직선 연결선 114">
            <a:extLst xmlns:a="http://schemas.openxmlformats.org/drawingml/2006/main">
              <a:ext uri="{FF2B5EF4-FFF2-40B4-BE49-F238E27FC236}">
                <a16:creationId xmlns:a16="http://schemas.microsoft.com/office/drawing/2014/main" id="{FD2CBEB2-516E-4E9D-BB9E-C86B30E2E3C5}"/>
              </a:ext>
            </a:extLst>
          </p:cNvPr>
          <p:cNvSpPr>
            <a:spLocks xmlns:a="http://schemas.openxmlformats.org/drawingml/2006/main" noGrp="1"/>
          </p:cNvSpPr>
          <p:nvPr/>
        </p:nvSpPr>
        <p:spPr>
          <a:xfrm xmlns:a="http://schemas.openxmlformats.org/drawingml/2006/main" rot="0" flipH="0" flipV="0">
            <a:off x="7559452"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6" name="직선 연결선 115">
            <a:extLst xmlns:a="http://schemas.openxmlformats.org/drawingml/2006/main">
              <a:ext uri="{FF2B5EF4-FFF2-40B4-BE49-F238E27FC236}">
                <a16:creationId xmlns:a16="http://schemas.microsoft.com/office/drawing/2014/main" id="{DB5DEC51-9E93-4DEA-AB46-2E65D5D390BC}"/>
              </a:ext>
            </a:extLst>
          </p:cNvPr>
          <p:cNvSpPr>
            <a:spLocks xmlns:a="http://schemas.openxmlformats.org/drawingml/2006/main" noGrp="1"/>
          </p:cNvSpPr>
          <p:nvPr/>
        </p:nvSpPr>
        <p:spPr>
          <a:xfrm xmlns:a="http://schemas.openxmlformats.org/drawingml/2006/main" rot="0" flipH="0" flipV="0">
            <a:off x="7614754"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7" name="직선 연결선 116">
            <a:extLst xmlns:a="http://schemas.openxmlformats.org/drawingml/2006/main">
              <a:ext uri="{FF2B5EF4-FFF2-40B4-BE49-F238E27FC236}">
                <a16:creationId xmlns:a16="http://schemas.microsoft.com/office/drawing/2014/main" id="{6763E664-DDF9-414A-9923-CAD18CB01156}"/>
              </a:ext>
            </a:extLst>
          </p:cNvPr>
          <p:cNvSpPr>
            <a:spLocks xmlns:a="http://schemas.openxmlformats.org/drawingml/2006/main" noGrp="1"/>
          </p:cNvSpPr>
          <p:nvPr/>
        </p:nvSpPr>
        <p:spPr>
          <a:xfrm xmlns:a="http://schemas.openxmlformats.org/drawingml/2006/main" rot="0" flipH="0" flipV="0">
            <a:off x="7670020"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8" name="직사각형 117">
            <a:extLst xmlns:a="http://schemas.openxmlformats.org/drawingml/2006/main">
              <a:ext uri="{FF2B5EF4-FFF2-40B4-BE49-F238E27FC236}">
                <a16:creationId xmlns:a16="http://schemas.microsoft.com/office/drawing/2014/main" id="{05FE6612-904E-48B3-A07C-16A2823272AB}"/>
              </a:ext>
            </a:extLst>
          </p:cNvPr>
          <p:cNvSpPr>
            <a:spLocks xmlns:a="http://schemas.openxmlformats.org/drawingml/2006/main" noGrp="1"/>
          </p:cNvSpPr>
          <p:nvPr/>
        </p:nvSpPr>
        <p:spPr>
          <a:xfrm xmlns:a="http://schemas.openxmlformats.org/drawingml/2006/main" rot="0" flipH="0" flipV="0">
            <a:off x="7488015"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19" name="직사각형 118">
            <a:extLst xmlns:a="http://schemas.openxmlformats.org/drawingml/2006/main">
              <a:ext uri="{FF2B5EF4-FFF2-40B4-BE49-F238E27FC236}">
                <a16:creationId xmlns:a16="http://schemas.microsoft.com/office/drawing/2014/main" id="{9CC04E17-07CB-4540-B18E-EB9C4B88DE5E}"/>
              </a:ext>
            </a:extLst>
          </p:cNvPr>
          <p:cNvSpPr>
            <a:spLocks xmlns:a="http://schemas.openxmlformats.org/drawingml/2006/main" noGrp="1"/>
          </p:cNvSpPr>
          <p:nvPr/>
        </p:nvSpPr>
        <p:spPr>
          <a:xfrm xmlns:a="http://schemas.openxmlformats.org/drawingml/2006/main" rot="0" flipH="0" flipV="0">
            <a:off x="7542813"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0" name="직사각형 119">
            <a:extLst xmlns:a="http://schemas.openxmlformats.org/drawingml/2006/main">
              <a:ext uri="{FF2B5EF4-FFF2-40B4-BE49-F238E27FC236}">
                <a16:creationId xmlns:a16="http://schemas.microsoft.com/office/drawing/2014/main" id="{85F9FDF7-7CB3-48B9-A9AB-3CCDF91BEE1F}"/>
              </a:ext>
            </a:extLst>
          </p:cNvPr>
          <p:cNvSpPr>
            <a:spLocks xmlns:a="http://schemas.openxmlformats.org/drawingml/2006/main" noGrp="1"/>
          </p:cNvSpPr>
          <p:nvPr/>
        </p:nvSpPr>
        <p:spPr>
          <a:xfrm xmlns:a="http://schemas.openxmlformats.org/drawingml/2006/main" rot="0" flipH="0" flipV="0">
            <a:off x="7597610"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1" name="직사각형 120">
            <a:extLst xmlns:a="http://schemas.openxmlformats.org/drawingml/2006/main">
              <a:ext uri="{FF2B5EF4-FFF2-40B4-BE49-F238E27FC236}">
                <a16:creationId xmlns:a16="http://schemas.microsoft.com/office/drawing/2014/main" id="{17FB963E-812C-4029-BC2A-8925E08FC0D3}"/>
              </a:ext>
            </a:extLst>
          </p:cNvPr>
          <p:cNvSpPr>
            <a:spLocks xmlns:a="http://schemas.openxmlformats.org/drawingml/2006/main" noGrp="1"/>
          </p:cNvSpPr>
          <p:nvPr/>
        </p:nvSpPr>
        <p:spPr>
          <a:xfrm xmlns:a="http://schemas.openxmlformats.org/drawingml/2006/main" rot="0" flipH="0" flipV="0">
            <a:off x="7652408"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2" name="타원 121">
            <a:extLst xmlns:a="http://schemas.openxmlformats.org/drawingml/2006/main">
              <a:ext uri="{FF2B5EF4-FFF2-40B4-BE49-F238E27FC236}">
                <a16:creationId xmlns:a16="http://schemas.microsoft.com/office/drawing/2014/main" id="{D1FB8B3A-171F-453B-9733-759D23C03743}"/>
              </a:ext>
            </a:extLst>
          </p:cNvPr>
          <p:cNvSpPr>
            <a:spLocks xmlns:a="http://schemas.openxmlformats.org/drawingml/2006/main" noGrp="1"/>
          </p:cNvSpPr>
          <p:nvPr/>
        </p:nvSpPr>
        <p:spPr>
          <a:xfrm xmlns:a="http://schemas.openxmlformats.org/drawingml/2006/main" rot="0" flipH="0" flipV="0">
            <a:off x="7488015" y="3792166"/>
            <a:ext cx="198682" cy="198681"/>
          </a:xfrm>
          <a:prstGeom xmlns:a="http://schemas.openxmlformats.org/drawingml/2006/main" prst="ellipse">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123" name="타원 122">
            <a:extLst xmlns:a="http://schemas.openxmlformats.org/drawingml/2006/main">
              <a:ext uri="{FF2B5EF4-FFF2-40B4-BE49-F238E27FC236}">
                <a16:creationId xmlns:a16="http://schemas.microsoft.com/office/drawing/2014/main" id="{0F633D30-4441-4444-BAF4-D37BCF834003}"/>
              </a:ext>
            </a:extLst>
          </p:cNvPr>
          <p:cNvSpPr>
            <a:spLocks xmlns:a="http://schemas.openxmlformats.org/drawingml/2006/main" noGrp="1"/>
          </p:cNvSpPr>
          <p:nvPr/>
        </p:nvSpPr>
        <p:spPr>
          <a:xfrm xmlns:a="http://schemas.openxmlformats.org/drawingml/2006/main" rot="0" flipH="0" flipV="0">
            <a:off x="7521958" y="3826110"/>
            <a:ext cx="130795" cy="130794"/>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pic>
        <p:nvPicPr>
          <p:cNvPr id="182" name="그림 123"/>
          <p:cNvPicPr>
            <a:picLocks xmlns:a="http://schemas.openxmlformats.org/drawingml/2006/main" noChangeAspect="1"/>
          </p:cNvPicPr>
          <p:nvPr/>
        </p:nvPicPr>
        <p:blipFill>
          <a:blip xmlns:r="http://schemas.openxmlformats.org/officeDocument/2006/relationships" xmlns:a="http://schemas.openxmlformats.org/drawingml/2006/main" r:embed="Rce483923c7544e22"/>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Tree>
  </p:cSld>
</p:sldLayout>
</file>

<file path=ppt/slideLayouts/slideLayout2.xml><?xml version="1.0" encoding="utf-8"?>
<p:sldLayout xmlns:p="http://schemas.openxmlformats.org/presentationml/2006/main" userDrawn="1">
  <p:cSld name="1_제목 및 내용">
    <p:spTree>
      <p:nvGrpSpPr>
        <p:cNvPr id="1" name=""/>
        <p:cNvGrpSpPr/>
        <p:nvPr/>
      </p:nvGrpSpPr>
      <p:grpSpPr>
        <a:xfrm xmlns:a="http://schemas.openxmlformats.org/drawingml/2006/main"/>
      </p:grpSpPr>
      <p:pic>
        <p:nvPicPr>
          <p:cNvPr id="95" name="그림 83"/>
          <p:cNvPicPr>
            <a:picLocks xmlns:a="http://schemas.openxmlformats.org/drawingml/2006/main" noChangeAspect="1"/>
          </p:cNvPicPr>
          <p:nvPr/>
        </p:nvPicPr>
        <p:blipFill>
          <a:blip xmlns:r="http://schemas.openxmlformats.org/officeDocument/2006/relationships" xmlns:a="http://schemas.openxmlformats.org/drawingml/2006/main" r:embed="Ra73a0e8b84854373"/>
          <a:stretch xmlns:a="http://schemas.openxmlformats.org/drawingml/2006/main">
            <a:fillRect l="0" t="0" r="0" b="0"/>
          </a:stretch>
        </p:blipFill>
        <p:spPr>
          <a:xfrm xmlns:a="http://schemas.openxmlformats.org/drawingml/2006/main">
            <a:off x="0" y="0"/>
            <a:ext cx="9144000" cy="5143500"/>
          </a:xfrm>
          <a:prstGeom xmlns:a="http://schemas.openxmlformats.org/drawingml/2006/main" prst="rect">
            <a:avLst/>
          </a:prstGeom>
        </p:spPr>
      </p:pic>
      <p:sp>
        <p:nvSpPr>
          <p:cNvPr id="32" name="액자 31">
            <a:extLst xmlns:a="http://schemas.openxmlformats.org/drawingml/2006/main">
              <a:ext uri="{FF2B5EF4-FFF2-40B4-BE49-F238E27FC236}">
                <a16:creationId xmlns:a16="http://schemas.microsoft.com/office/drawing/2014/main" id="{4EEDE83C-D6CB-4DC9-B2CD-19FBD05D5D71}"/>
              </a:ext>
            </a:extLst>
          </p:cNvPr>
          <p:cNvSpPr>
            <a:spLocks xmlns:a="http://schemas.openxmlformats.org/drawingml/2006/main" noGrp="1"/>
          </p:cNvSpPr>
          <p:nvPr/>
        </p:nvSpPr>
        <p:spPr>
          <a:xfrm xmlns:a="http://schemas.openxmlformats.org/drawingml/2006/main" rot="0" flipH="0" flipV="0">
            <a:off x="7456583" y="3144053"/>
            <a:ext cx="261461" cy="262261"/>
          </a:xfrm>
          <a:prstGeom xmlns:a="http://schemas.openxmlformats.org/drawingml/2006/main" prst="frame">
            <a:avLst/>
          </a:prstGeom>
          <a:solidFill xmlns:a="http://schemas.openxmlformats.org/drawingml/2006/main">
            <a:srgbClr val="EBF0FF"/>
          </a:solidFill>
          <a:ln xmlns:a="http://schemas.openxmlformats.org/drawingml/2006/main" w="12700">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solidFill>
                <a:schemeClr val="tx1"/>
              </a:solidFill>
            </a:endParaRPr>
          </a:p>
        </p:txBody>
      </p:sp>
      <p:sp>
        <p:nvSpPr>
          <p:cNvPr id="33" name="직선 연결선 32">
            <a:extLst xmlns:a="http://schemas.openxmlformats.org/drawingml/2006/main">
              <a:ext uri="{FF2B5EF4-FFF2-40B4-BE49-F238E27FC236}">
                <a16:creationId xmlns:a16="http://schemas.microsoft.com/office/drawing/2014/main" id="{7627A96A-3A5C-4FF0-A518-F38276E87E5D}"/>
              </a:ext>
            </a:extLst>
          </p:cNvPr>
          <p:cNvSpPr>
            <a:spLocks xmlns:a="http://schemas.openxmlformats.org/drawingml/2006/main" noGrp="1"/>
          </p:cNvSpPr>
          <p:nvPr/>
        </p:nvSpPr>
        <p:spPr>
          <a:xfrm xmlns:a="http://schemas.openxmlformats.org/drawingml/2006/main" rot="0" flipH="0" flipV="0">
            <a:off x="7523290"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4" name="직선 연결선 33">
            <a:extLst xmlns:a="http://schemas.openxmlformats.org/drawingml/2006/main">
              <a:ext uri="{FF2B5EF4-FFF2-40B4-BE49-F238E27FC236}">
                <a16:creationId xmlns:a16="http://schemas.microsoft.com/office/drawing/2014/main" id="{F2C137DD-262B-4FDC-A900-7A502CB90B8D}"/>
              </a:ext>
            </a:extLst>
          </p:cNvPr>
          <p:cNvSpPr>
            <a:spLocks xmlns:a="http://schemas.openxmlformats.org/drawingml/2006/main" noGrp="1"/>
          </p:cNvSpPr>
          <p:nvPr/>
        </p:nvSpPr>
        <p:spPr>
          <a:xfrm xmlns:a="http://schemas.openxmlformats.org/drawingml/2006/main" rot="0" flipH="0" flipV="0">
            <a:off x="7587449"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5" name="직선 연결선 34">
            <a:extLst xmlns:a="http://schemas.openxmlformats.org/drawingml/2006/main">
              <a:ext uri="{FF2B5EF4-FFF2-40B4-BE49-F238E27FC236}">
                <a16:creationId xmlns:a16="http://schemas.microsoft.com/office/drawing/2014/main" id="{7979F8B8-FE5F-4031-B5AF-3E6BE9BC51AB}"/>
              </a:ext>
            </a:extLst>
          </p:cNvPr>
          <p:cNvSpPr>
            <a:spLocks xmlns:a="http://schemas.openxmlformats.org/drawingml/2006/main" noGrp="1"/>
          </p:cNvSpPr>
          <p:nvPr/>
        </p:nvSpPr>
        <p:spPr>
          <a:xfrm xmlns:a="http://schemas.openxmlformats.org/drawingml/2006/main" rot="0" flipH="0" flipV="0">
            <a:off x="7651607" y="3058340"/>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6" name="직선 연결선 35">
            <a:extLst xmlns:a="http://schemas.openxmlformats.org/drawingml/2006/main">
              <a:ext uri="{FF2B5EF4-FFF2-40B4-BE49-F238E27FC236}">
                <a16:creationId xmlns:a16="http://schemas.microsoft.com/office/drawing/2014/main" id="{B47629F7-DE4D-450D-A577-9B68E7B44F77}"/>
              </a:ext>
            </a:extLst>
          </p:cNvPr>
          <p:cNvSpPr>
            <a:spLocks xmlns:a="http://schemas.openxmlformats.org/drawingml/2006/main" noGrp="1"/>
          </p:cNvSpPr>
          <p:nvPr/>
        </p:nvSpPr>
        <p:spPr>
          <a:xfrm xmlns:a="http://schemas.openxmlformats.org/drawingml/2006/main" rot="0" flipH="0" flipV="0">
            <a:off x="7523290"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직선 연결선 36">
            <a:extLst xmlns:a="http://schemas.openxmlformats.org/drawingml/2006/main">
              <a:ext uri="{FF2B5EF4-FFF2-40B4-BE49-F238E27FC236}">
                <a16:creationId xmlns:a16="http://schemas.microsoft.com/office/drawing/2014/main" id="{E9659210-6AE2-4CAE-B5B7-2B37F878DD9F}"/>
              </a:ext>
            </a:extLst>
          </p:cNvPr>
          <p:cNvSpPr>
            <a:spLocks xmlns:a="http://schemas.openxmlformats.org/drawingml/2006/main" noGrp="1"/>
          </p:cNvSpPr>
          <p:nvPr/>
        </p:nvSpPr>
        <p:spPr>
          <a:xfrm xmlns:a="http://schemas.openxmlformats.org/drawingml/2006/main" rot="0" flipH="0" flipV="0">
            <a:off x="7587449"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8" name="직선 연결선 37">
            <a:extLst xmlns:a="http://schemas.openxmlformats.org/drawingml/2006/main">
              <a:ext uri="{FF2B5EF4-FFF2-40B4-BE49-F238E27FC236}">
                <a16:creationId xmlns:a16="http://schemas.microsoft.com/office/drawing/2014/main" id="{C3F6EA88-903B-4740-9EF5-52D26700827B}"/>
              </a:ext>
            </a:extLst>
          </p:cNvPr>
          <p:cNvSpPr>
            <a:spLocks xmlns:a="http://schemas.openxmlformats.org/drawingml/2006/main" noGrp="1"/>
          </p:cNvSpPr>
          <p:nvPr/>
        </p:nvSpPr>
        <p:spPr>
          <a:xfrm xmlns:a="http://schemas.openxmlformats.org/drawingml/2006/main" rot="0" flipH="0" flipV="0">
            <a:off x="7651607" y="3403548"/>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4" name="직선 연결선 43">
            <a:extLst xmlns:a="http://schemas.openxmlformats.org/drawingml/2006/main">
              <a:ext uri="{FF2B5EF4-FFF2-40B4-BE49-F238E27FC236}">
                <a16:creationId xmlns:a16="http://schemas.microsoft.com/office/drawing/2014/main" id="{E58666D8-7ECC-4F07-9BE8-AB407856A140}"/>
              </a:ext>
            </a:extLst>
          </p:cNvPr>
          <p:cNvSpPr>
            <a:spLocks xmlns:a="http://schemas.openxmlformats.org/drawingml/2006/main" noGrp="1"/>
          </p:cNvSpPr>
          <p:nvPr/>
        </p:nvSpPr>
        <p:spPr>
          <a:xfrm xmlns:a="http://schemas.openxmlformats.org/drawingml/2006/main" rot="0" flipH="0" flipV="0">
            <a:off x="769444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5" name="직선 연결선 44">
            <a:extLst xmlns:a="http://schemas.openxmlformats.org/drawingml/2006/main">
              <a:ext uri="{FF2B5EF4-FFF2-40B4-BE49-F238E27FC236}">
                <a16:creationId xmlns:a16="http://schemas.microsoft.com/office/drawing/2014/main" id="{3CCFD272-AE1F-4D7C-BB66-83AB58CBEC8E}"/>
              </a:ext>
            </a:extLst>
          </p:cNvPr>
          <p:cNvSpPr>
            <a:spLocks xmlns:a="http://schemas.openxmlformats.org/drawingml/2006/main" noGrp="1"/>
          </p:cNvSpPr>
          <p:nvPr/>
        </p:nvSpPr>
        <p:spPr>
          <a:xfrm xmlns:a="http://schemas.openxmlformats.org/drawingml/2006/main" rot="0" flipH="0" flipV="0">
            <a:off x="775860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직선 연결선 45">
            <a:extLst xmlns:a="http://schemas.openxmlformats.org/drawingml/2006/main">
              <a:ext uri="{FF2B5EF4-FFF2-40B4-BE49-F238E27FC236}">
                <a16:creationId xmlns:a16="http://schemas.microsoft.com/office/drawing/2014/main" id="{920D765F-653D-46A4-AE71-80BA5D05DA4C}"/>
              </a:ext>
            </a:extLst>
          </p:cNvPr>
          <p:cNvSpPr>
            <a:spLocks xmlns:a="http://schemas.openxmlformats.org/drawingml/2006/main" noGrp="1"/>
          </p:cNvSpPr>
          <p:nvPr/>
        </p:nvSpPr>
        <p:spPr>
          <a:xfrm xmlns:a="http://schemas.openxmlformats.org/drawingml/2006/main" rot="0" flipH="0" flipV="0">
            <a:off x="7822763"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1" name="직선 연결선 40">
            <a:extLst xmlns:a="http://schemas.openxmlformats.org/drawingml/2006/main">
              <a:ext uri="{FF2B5EF4-FFF2-40B4-BE49-F238E27FC236}">
                <a16:creationId xmlns:a16="http://schemas.microsoft.com/office/drawing/2014/main" id="{D0A70E14-03CD-467F-8261-39C1FC4BB16F}"/>
              </a:ext>
            </a:extLst>
          </p:cNvPr>
          <p:cNvSpPr>
            <a:spLocks xmlns:a="http://schemas.openxmlformats.org/drawingml/2006/main" noGrp="1"/>
          </p:cNvSpPr>
          <p:nvPr/>
        </p:nvSpPr>
        <p:spPr>
          <a:xfrm xmlns:a="http://schemas.openxmlformats.org/drawingml/2006/main" rot="0" flipH="0" flipV="0">
            <a:off x="7346149"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2" name="직선 연결선 41">
            <a:extLst xmlns:a="http://schemas.openxmlformats.org/drawingml/2006/main">
              <a:ext uri="{FF2B5EF4-FFF2-40B4-BE49-F238E27FC236}">
                <a16:creationId xmlns:a16="http://schemas.microsoft.com/office/drawing/2014/main" id="{20F91BD8-36D8-48E5-9CF1-0CFBF4535D68}"/>
              </a:ext>
            </a:extLst>
          </p:cNvPr>
          <p:cNvSpPr>
            <a:spLocks xmlns:a="http://schemas.openxmlformats.org/drawingml/2006/main" noGrp="1"/>
          </p:cNvSpPr>
          <p:nvPr/>
        </p:nvSpPr>
        <p:spPr>
          <a:xfrm xmlns:a="http://schemas.openxmlformats.org/drawingml/2006/main" rot="0" flipH="0" flipV="0">
            <a:off x="7410307"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직선 연결선 42">
            <a:extLst xmlns:a="http://schemas.openxmlformats.org/drawingml/2006/main">
              <a:ext uri="{FF2B5EF4-FFF2-40B4-BE49-F238E27FC236}">
                <a16:creationId xmlns:a16="http://schemas.microsoft.com/office/drawing/2014/main" id="{FDAB5E44-1C5B-4296-BFA8-67C74F8A5317}"/>
              </a:ext>
            </a:extLst>
          </p:cNvPr>
          <p:cNvSpPr>
            <a:spLocks xmlns:a="http://schemas.openxmlformats.org/drawingml/2006/main" noGrp="1"/>
          </p:cNvSpPr>
          <p:nvPr/>
        </p:nvSpPr>
        <p:spPr>
          <a:xfrm xmlns:a="http://schemas.openxmlformats.org/drawingml/2006/main" rot="0" flipH="0" flipV="0">
            <a:off x="7474465" y="3233553"/>
            <a:ext cx="0" cy="81122"/>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8" name="모서리가 둥근 직사각형 47">
            <a:extLst xmlns:a="http://schemas.openxmlformats.org/drawingml/2006/main">
              <a:ext uri="{FF2B5EF4-FFF2-40B4-BE49-F238E27FC236}">
                <a16:creationId xmlns:a16="http://schemas.microsoft.com/office/drawing/2014/main" id="{56247A77-13A9-4336-AD00-BD0751F9F2B4}"/>
              </a:ext>
            </a:extLst>
          </p:cNvPr>
          <p:cNvSpPr>
            <a:spLocks xmlns:a="http://schemas.openxmlformats.org/drawingml/2006/main" noGrp="1"/>
          </p:cNvSpPr>
          <p:nvPr/>
        </p:nvSpPr>
        <p:spPr>
          <a:xfrm xmlns:a="http://schemas.openxmlformats.org/drawingml/2006/main" rot="0" flipH="0" flipV="0">
            <a:off x="809613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49" name="모서리가 둥근 직사각형 48">
            <a:extLst xmlns:a="http://schemas.openxmlformats.org/drawingml/2006/main">
              <a:ext uri="{FF2B5EF4-FFF2-40B4-BE49-F238E27FC236}">
                <a16:creationId xmlns:a16="http://schemas.microsoft.com/office/drawing/2014/main" id="{A422337C-2596-4587-BD99-5BAFF44DF570}"/>
              </a:ext>
            </a:extLst>
          </p:cNvPr>
          <p:cNvSpPr>
            <a:spLocks xmlns:a="http://schemas.openxmlformats.org/drawingml/2006/main" noGrp="1"/>
          </p:cNvSpPr>
          <p:nvPr/>
        </p:nvSpPr>
        <p:spPr>
          <a:xfrm xmlns:a="http://schemas.openxmlformats.org/drawingml/2006/main" rot="0" flipH="0" flipV="0">
            <a:off x="8211527" y="3057699"/>
            <a:ext cx="45898" cy="428156"/>
          </a:xfrm>
          <a:prstGeom xmlns:a="http://schemas.openxmlformats.org/drawingml/2006/main" prst="roundRect">
            <a:avLst>
              <a:gd name="adj" fmla="val 5000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0" name="타원 49">
            <a:extLst xmlns:a="http://schemas.openxmlformats.org/drawingml/2006/main">
              <a:ext uri="{FF2B5EF4-FFF2-40B4-BE49-F238E27FC236}">
                <a16:creationId xmlns:a16="http://schemas.microsoft.com/office/drawing/2014/main" id="{739DE2F5-0549-4BBE-8880-6ACF7D5E8267}"/>
              </a:ext>
            </a:extLst>
          </p:cNvPr>
          <p:cNvSpPr>
            <a:spLocks xmlns:a="http://schemas.openxmlformats.org/drawingml/2006/main" noGrp="1"/>
          </p:cNvSpPr>
          <p:nvPr/>
        </p:nvSpPr>
        <p:spPr>
          <a:xfrm xmlns:a="http://schemas.openxmlformats.org/drawingml/2006/main" rot="16200000" flipH="0" flipV="0">
            <a:off x="7986624"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1" name="타원 50">
            <a:extLst xmlns:a="http://schemas.openxmlformats.org/drawingml/2006/main">
              <a:ext uri="{FF2B5EF4-FFF2-40B4-BE49-F238E27FC236}">
                <a16:creationId xmlns:a16="http://schemas.microsoft.com/office/drawing/2014/main" id="{53155B99-9DDA-4783-9F59-2295CE105CA4}"/>
              </a:ext>
            </a:extLst>
          </p:cNvPr>
          <p:cNvSpPr>
            <a:spLocks xmlns:a="http://schemas.openxmlformats.org/drawingml/2006/main" noGrp="1"/>
          </p:cNvSpPr>
          <p:nvPr/>
        </p:nvSpPr>
        <p:spPr>
          <a:xfrm xmlns:a="http://schemas.openxmlformats.org/drawingml/2006/main" rot="16200000" flipH="0" flipV="0">
            <a:off x="8331583" y="3346974"/>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13" name="직선 연결선 51"/>
          <p:cNvCxnSpPr>
            <a:stCxn xmlns:a="http://schemas.openxmlformats.org/drawingml/2006/main" id="50" idx="4"/>
            <a:endCxn xmlns:a="http://schemas.openxmlformats.org/drawingml/2006/main" id="51" idx="0"/>
          </p:cNvCxnSpPr>
          <p:nvPr/>
        </p:nvCxnSpPr>
        <p:spPr>
          <a:xfrm xmlns:a="http://schemas.openxmlformats.org/drawingml/2006/main" rot="0" flipH="0" flipV="0">
            <a:off x="8016324" y="3361824"/>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3" name="타원 52">
            <a:extLst xmlns:a="http://schemas.openxmlformats.org/drawingml/2006/main">
              <a:ext uri="{FF2B5EF4-FFF2-40B4-BE49-F238E27FC236}">
                <a16:creationId xmlns:a16="http://schemas.microsoft.com/office/drawing/2014/main" id="{B4FD74E1-3112-49E8-AA6C-58A2B6470874}"/>
              </a:ext>
            </a:extLst>
          </p:cNvPr>
          <p:cNvSpPr>
            <a:spLocks xmlns:a="http://schemas.openxmlformats.org/drawingml/2006/main" noGrp="1"/>
          </p:cNvSpPr>
          <p:nvPr/>
        </p:nvSpPr>
        <p:spPr>
          <a:xfrm xmlns:a="http://schemas.openxmlformats.org/drawingml/2006/main" rot="16200000" flipH="0" flipV="0">
            <a:off x="7986624"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4" name="타원 53">
            <a:extLst xmlns:a="http://schemas.openxmlformats.org/drawingml/2006/main">
              <a:ext uri="{FF2B5EF4-FFF2-40B4-BE49-F238E27FC236}">
                <a16:creationId xmlns:a16="http://schemas.microsoft.com/office/drawing/2014/main" id="{6B33FC00-474B-48F5-A518-E106C841AAF5}"/>
              </a:ext>
            </a:extLst>
          </p:cNvPr>
          <p:cNvSpPr>
            <a:spLocks xmlns:a="http://schemas.openxmlformats.org/drawingml/2006/main" noGrp="1"/>
          </p:cNvSpPr>
          <p:nvPr/>
        </p:nvSpPr>
        <p:spPr>
          <a:xfrm xmlns:a="http://schemas.openxmlformats.org/drawingml/2006/main" rot="16200000" flipH="0" flipV="0">
            <a:off x="8331583" y="3256799"/>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16" name="직선 연결선 54"/>
          <p:cNvCxnSpPr>
            <a:stCxn xmlns:a="http://schemas.openxmlformats.org/drawingml/2006/main" id="53" idx="4"/>
            <a:endCxn xmlns:a="http://schemas.openxmlformats.org/drawingml/2006/main" id="54" idx="0"/>
          </p:cNvCxnSpPr>
          <p:nvPr/>
        </p:nvCxnSpPr>
        <p:spPr>
          <a:xfrm xmlns:a="http://schemas.openxmlformats.org/drawingml/2006/main" rot="0" flipH="0" flipV="0">
            <a:off x="8016324" y="3271649"/>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6" name="타원 55">
            <a:extLst xmlns:a="http://schemas.openxmlformats.org/drawingml/2006/main">
              <a:ext uri="{FF2B5EF4-FFF2-40B4-BE49-F238E27FC236}">
                <a16:creationId xmlns:a16="http://schemas.microsoft.com/office/drawing/2014/main" id="{304A084D-5953-44C9-AAAF-5509DBB59C45}"/>
              </a:ext>
            </a:extLst>
          </p:cNvPr>
          <p:cNvSpPr>
            <a:spLocks xmlns:a="http://schemas.openxmlformats.org/drawingml/2006/main" noGrp="1"/>
          </p:cNvSpPr>
          <p:nvPr/>
        </p:nvSpPr>
        <p:spPr>
          <a:xfrm xmlns:a="http://schemas.openxmlformats.org/drawingml/2006/main" rot="16200000" flipH="0" flipV="0">
            <a:off x="7986624"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57" name="타원 56">
            <a:extLst xmlns:a="http://schemas.openxmlformats.org/drawingml/2006/main">
              <a:ext uri="{FF2B5EF4-FFF2-40B4-BE49-F238E27FC236}">
                <a16:creationId xmlns:a16="http://schemas.microsoft.com/office/drawing/2014/main" id="{6B549BC7-D2E5-458A-8249-AE3EC74FB61F}"/>
              </a:ext>
            </a:extLst>
          </p:cNvPr>
          <p:cNvSpPr>
            <a:spLocks xmlns:a="http://schemas.openxmlformats.org/drawingml/2006/main" noGrp="1"/>
          </p:cNvSpPr>
          <p:nvPr/>
        </p:nvSpPr>
        <p:spPr>
          <a:xfrm xmlns:a="http://schemas.openxmlformats.org/drawingml/2006/main" rot="16200000" flipH="0" flipV="0">
            <a:off x="8331583" y="3171297"/>
            <a:ext cx="29700" cy="29699"/>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cxnSp>
        <p:nvCxnSpPr>
          <p:cNvPr id="119" name="직선 연결선 57"/>
          <p:cNvCxnSpPr>
            <a:stCxn xmlns:a="http://schemas.openxmlformats.org/drawingml/2006/main" id="56" idx="4"/>
            <a:endCxn xmlns:a="http://schemas.openxmlformats.org/drawingml/2006/main" id="57" idx="0"/>
          </p:cNvCxnSpPr>
          <p:nvPr/>
        </p:nvCxnSpPr>
        <p:spPr>
          <a:xfrm xmlns:a="http://schemas.openxmlformats.org/drawingml/2006/main" rot="0" flipH="0" flipV="0">
            <a:off x="8016324" y="3186147"/>
            <a:ext cx="315258"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59" name="직사각형 58">
            <a:extLst xmlns:a="http://schemas.openxmlformats.org/drawingml/2006/main">
              <a:ext uri="{FF2B5EF4-FFF2-40B4-BE49-F238E27FC236}">
                <a16:creationId xmlns:a16="http://schemas.microsoft.com/office/drawing/2014/main" id="{7D85E0B8-4E44-435F-B8F7-D6976ABEDCBE}"/>
              </a:ext>
            </a:extLst>
          </p:cNvPr>
          <p:cNvSpPr>
            <a:spLocks xmlns:a="http://schemas.openxmlformats.org/drawingml/2006/main" noGrp="1"/>
          </p:cNvSpPr>
          <p:nvPr/>
        </p:nvSpPr>
        <p:spPr>
          <a:xfrm xmlns:a="http://schemas.openxmlformats.org/drawingml/2006/main" rot="0" flipH="0" flipV="0">
            <a:off x="8096137" y="3122358"/>
            <a:ext cx="161288" cy="299301"/>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0" name="직사각형 59">
            <a:extLst xmlns:a="http://schemas.openxmlformats.org/drawingml/2006/main">
              <a:ext uri="{FF2B5EF4-FFF2-40B4-BE49-F238E27FC236}">
                <a16:creationId xmlns:a16="http://schemas.microsoft.com/office/drawing/2014/main" id="{B812BC20-F33C-4135-B9CC-812DEF03D4FE}"/>
              </a:ext>
            </a:extLst>
          </p:cNvPr>
          <p:cNvSpPr>
            <a:spLocks xmlns:a="http://schemas.openxmlformats.org/drawingml/2006/main" noGrp="1"/>
          </p:cNvSpPr>
          <p:nvPr/>
        </p:nvSpPr>
        <p:spPr>
          <a:xfrm xmlns:a="http://schemas.openxmlformats.org/drawingml/2006/main" rot="0" flipH="0" flipV="0">
            <a:off x="8120953" y="3146364"/>
            <a:ext cx="110553" cy="249578"/>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2" name="직선 연결선 61">
            <a:extLst xmlns:a="http://schemas.openxmlformats.org/drawingml/2006/main">
              <a:ext uri="{FF2B5EF4-FFF2-40B4-BE49-F238E27FC236}">
                <a16:creationId xmlns:a16="http://schemas.microsoft.com/office/drawing/2014/main" id="{0C9BA040-330B-4D4A-8786-432B53DFB876}"/>
              </a:ext>
            </a:extLst>
          </p:cNvPr>
          <p:cNvSpPr>
            <a:spLocks xmlns:a="http://schemas.openxmlformats.org/drawingml/2006/main" noGrp="1"/>
          </p:cNvSpPr>
          <p:nvPr/>
        </p:nvSpPr>
        <p:spPr>
          <a:xfrm xmlns:a="http://schemas.openxmlformats.org/drawingml/2006/main" rot="0" flipH="0" flipV="0">
            <a:off x="7369915"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3" name="직선 연결선 62">
            <a:extLst xmlns:a="http://schemas.openxmlformats.org/drawingml/2006/main">
              <a:ext uri="{FF2B5EF4-FFF2-40B4-BE49-F238E27FC236}">
                <a16:creationId xmlns:a16="http://schemas.microsoft.com/office/drawing/2014/main" id="{684AD673-670A-4427-A546-B15FD984A48F}"/>
              </a:ext>
            </a:extLst>
          </p:cNvPr>
          <p:cNvSpPr>
            <a:spLocks xmlns:a="http://schemas.openxmlformats.org/drawingml/2006/main" noGrp="1"/>
          </p:cNvSpPr>
          <p:nvPr/>
        </p:nvSpPr>
        <p:spPr>
          <a:xfrm xmlns:a="http://schemas.openxmlformats.org/drawingml/2006/main" rot="0" flipH="0" flipV="0">
            <a:off x="7369915"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4" name="직선 연결선 63">
            <a:extLst xmlns:a="http://schemas.openxmlformats.org/drawingml/2006/main">
              <a:ext uri="{FF2B5EF4-FFF2-40B4-BE49-F238E27FC236}">
                <a16:creationId xmlns:a16="http://schemas.microsoft.com/office/drawing/2014/main" id="{B7ADFF63-257B-41F0-9BFE-5BC8C1E0992D}"/>
              </a:ext>
            </a:extLst>
          </p:cNvPr>
          <p:cNvSpPr>
            <a:spLocks xmlns:a="http://schemas.openxmlformats.org/drawingml/2006/main" noGrp="1"/>
          </p:cNvSpPr>
          <p:nvPr/>
        </p:nvSpPr>
        <p:spPr>
          <a:xfrm xmlns:a="http://schemas.openxmlformats.org/drawingml/2006/main" rot="0" flipH="0" flipV="0">
            <a:off x="7369915"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9" name="직선 연결선 68">
            <a:extLst xmlns:a="http://schemas.openxmlformats.org/drawingml/2006/main">
              <a:ext uri="{FF2B5EF4-FFF2-40B4-BE49-F238E27FC236}">
                <a16:creationId xmlns:a16="http://schemas.microsoft.com/office/drawing/2014/main" id="{BD9CB90C-367D-4FE5-8DDA-563F5D12D87F}"/>
              </a:ext>
            </a:extLst>
          </p:cNvPr>
          <p:cNvSpPr>
            <a:spLocks xmlns:a="http://schemas.openxmlformats.org/drawingml/2006/main" noGrp="1"/>
          </p:cNvSpPr>
          <p:nvPr/>
        </p:nvSpPr>
        <p:spPr>
          <a:xfrm xmlns:a="http://schemas.openxmlformats.org/drawingml/2006/main" rot="0" flipH="0" flipV="0">
            <a:off x="7371781" y="443999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0" name="직선 연결선 69">
            <a:extLst xmlns:a="http://schemas.openxmlformats.org/drawingml/2006/main">
              <a:ext uri="{FF2B5EF4-FFF2-40B4-BE49-F238E27FC236}">
                <a16:creationId xmlns:a16="http://schemas.microsoft.com/office/drawing/2014/main" id="{52823E88-3E6A-41BA-9774-2B4678B5BB11}"/>
              </a:ext>
            </a:extLst>
          </p:cNvPr>
          <p:cNvSpPr>
            <a:spLocks xmlns:a="http://schemas.openxmlformats.org/drawingml/2006/main" noGrp="1"/>
          </p:cNvSpPr>
          <p:nvPr/>
        </p:nvSpPr>
        <p:spPr>
          <a:xfrm xmlns:a="http://schemas.openxmlformats.org/drawingml/2006/main" rot="0" flipH="0" flipV="0">
            <a:off x="7371781" y="4501108"/>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1" name="직선 연결선 70">
            <a:extLst xmlns:a="http://schemas.openxmlformats.org/drawingml/2006/main">
              <a:ext uri="{FF2B5EF4-FFF2-40B4-BE49-F238E27FC236}">
                <a16:creationId xmlns:a16="http://schemas.microsoft.com/office/drawing/2014/main" id="{A3819CDC-B3E7-42B0-A7C6-B6ACC5354297}"/>
              </a:ext>
            </a:extLst>
          </p:cNvPr>
          <p:cNvSpPr>
            <a:spLocks xmlns:a="http://schemas.openxmlformats.org/drawingml/2006/main" noGrp="1"/>
          </p:cNvSpPr>
          <p:nvPr/>
        </p:nvSpPr>
        <p:spPr>
          <a:xfrm xmlns:a="http://schemas.openxmlformats.org/drawingml/2006/main" rot="0" flipH="0" flipV="0">
            <a:off x="7371781" y="4562219"/>
            <a:ext cx="428203" cy="0"/>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6" name="모서리가 둥근 직사각형 65">
            <a:extLst xmlns:a="http://schemas.openxmlformats.org/drawingml/2006/main">
              <a:ext uri="{FF2B5EF4-FFF2-40B4-BE49-F238E27FC236}">
                <a16:creationId xmlns:a16="http://schemas.microsoft.com/office/drawing/2014/main" id="{CA86BC80-1B73-468E-879D-D822B74885D4}"/>
              </a:ext>
            </a:extLst>
          </p:cNvPr>
          <p:cNvSpPr>
            <a:spLocks xmlns:a="http://schemas.openxmlformats.org/drawingml/2006/main" noGrp="1"/>
          </p:cNvSpPr>
          <p:nvPr/>
        </p:nvSpPr>
        <p:spPr>
          <a:xfrm xmlns:a="http://schemas.openxmlformats.org/drawingml/2006/main" rot="0" flipH="0" flipV="0">
            <a:off x="7457335" y="4373858"/>
            <a:ext cx="253628" cy="252911"/>
          </a:xfrm>
          <a:prstGeom xmlns:a="http://schemas.openxmlformats.org/drawingml/2006/main" prst="roundRect">
            <a:avLst>
              <a:gd name="adj" fmla="val 9890"/>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7" name="육각형 66">
            <a:extLst xmlns:a="http://schemas.openxmlformats.org/drawingml/2006/main">
              <a:ext uri="{FF2B5EF4-FFF2-40B4-BE49-F238E27FC236}">
                <a16:creationId xmlns:a16="http://schemas.microsoft.com/office/drawing/2014/main" id="{91729807-2EB6-41B7-B3D3-FF29DFC3788C}"/>
              </a:ext>
            </a:extLst>
          </p:cNvPr>
          <p:cNvSpPr>
            <a:spLocks xmlns:a="http://schemas.openxmlformats.org/drawingml/2006/main" noGrp="1"/>
          </p:cNvSpPr>
          <p:nvPr/>
        </p:nvSpPr>
        <p:spPr>
          <a:xfrm xmlns:a="http://schemas.openxmlformats.org/drawingml/2006/main" rot="0" flipH="0" flipV="0">
            <a:off x="7489508" y="4421029"/>
            <a:ext cx="188595" cy="162000"/>
          </a:xfrm>
          <a:prstGeom xmlns:a="http://schemas.openxmlformats.org/drawingml/2006/main" prst="hexagon">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68" name="다이아몬드 67">
            <a:extLst xmlns:a="http://schemas.openxmlformats.org/drawingml/2006/main">
              <a:ext uri="{FF2B5EF4-FFF2-40B4-BE49-F238E27FC236}">
                <a16:creationId xmlns:a16="http://schemas.microsoft.com/office/drawing/2014/main" id="{6472E223-2C14-46DE-8F07-3D288D01F7F9}"/>
              </a:ext>
            </a:extLst>
          </p:cNvPr>
          <p:cNvSpPr>
            <a:spLocks xmlns:a="http://schemas.openxmlformats.org/drawingml/2006/main" noGrp="1"/>
          </p:cNvSpPr>
          <p:nvPr/>
        </p:nvSpPr>
        <p:spPr>
          <a:xfrm xmlns:a="http://schemas.openxmlformats.org/drawingml/2006/main" rot="0" flipH="0" flipV="0">
            <a:off x="7530402" y="4446812"/>
            <a:ext cx="107893" cy="107893"/>
          </a:xfrm>
          <a:prstGeom xmlns:a="http://schemas.openxmlformats.org/drawingml/2006/main" prst="diamond">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73" name="직선 연결선 72">
            <a:extLst xmlns:a="http://schemas.openxmlformats.org/drawingml/2006/main">
              <a:ext uri="{FF2B5EF4-FFF2-40B4-BE49-F238E27FC236}">
                <a16:creationId xmlns:a16="http://schemas.microsoft.com/office/drawing/2014/main" id="{6ADD4B3A-CD8F-4C45-ADAC-9296673B218F}"/>
              </a:ext>
            </a:extLst>
          </p:cNvPr>
          <p:cNvSpPr>
            <a:spLocks xmlns:a="http://schemas.openxmlformats.org/drawingml/2006/main" noGrp="1"/>
          </p:cNvSpPr>
          <p:nvPr/>
        </p:nvSpPr>
        <p:spPr>
          <a:xfrm xmlns:a="http://schemas.openxmlformats.org/drawingml/2006/main" rot="0" flipH="0" flipV="0">
            <a:off x="7503731"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4" name="직선 연결선 73">
            <a:extLst xmlns:a="http://schemas.openxmlformats.org/drawingml/2006/main">
              <a:ext uri="{FF2B5EF4-FFF2-40B4-BE49-F238E27FC236}">
                <a16:creationId xmlns:a16="http://schemas.microsoft.com/office/drawing/2014/main" id="{2CCD7083-19AA-40AE-B43B-577A58FD6153}"/>
              </a:ext>
            </a:extLst>
          </p:cNvPr>
          <p:cNvSpPr>
            <a:spLocks xmlns:a="http://schemas.openxmlformats.org/drawingml/2006/main" noGrp="1"/>
          </p:cNvSpPr>
          <p:nvPr/>
        </p:nvSpPr>
        <p:spPr>
          <a:xfrm xmlns:a="http://schemas.openxmlformats.org/drawingml/2006/main" rot="0" flipH="0" flipV="0">
            <a:off x="7559452"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5" name="직선 연결선 74">
            <a:extLst xmlns:a="http://schemas.openxmlformats.org/drawingml/2006/main">
              <a:ext uri="{FF2B5EF4-FFF2-40B4-BE49-F238E27FC236}">
                <a16:creationId xmlns:a16="http://schemas.microsoft.com/office/drawing/2014/main" id="{57DAEAA4-C474-454F-B83E-0A91D38ED4ED}"/>
              </a:ext>
            </a:extLst>
          </p:cNvPr>
          <p:cNvSpPr>
            <a:spLocks xmlns:a="http://schemas.openxmlformats.org/drawingml/2006/main" noGrp="1"/>
          </p:cNvSpPr>
          <p:nvPr/>
        </p:nvSpPr>
        <p:spPr>
          <a:xfrm xmlns:a="http://schemas.openxmlformats.org/drawingml/2006/main" rot="0" flipH="0" flipV="0">
            <a:off x="7614754"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6" name="직선 연결선 75">
            <a:extLst xmlns:a="http://schemas.openxmlformats.org/drawingml/2006/main">
              <a:ext uri="{FF2B5EF4-FFF2-40B4-BE49-F238E27FC236}">
                <a16:creationId xmlns:a16="http://schemas.microsoft.com/office/drawing/2014/main" id="{3BC97A0A-5D8F-48A5-A29C-7358297F77F5}"/>
              </a:ext>
            </a:extLst>
          </p:cNvPr>
          <p:cNvSpPr>
            <a:spLocks xmlns:a="http://schemas.openxmlformats.org/drawingml/2006/main" noGrp="1"/>
          </p:cNvSpPr>
          <p:nvPr/>
        </p:nvSpPr>
        <p:spPr>
          <a:xfrm xmlns:a="http://schemas.openxmlformats.org/drawingml/2006/main" rot="0" flipH="0" flipV="0">
            <a:off x="7670020" y="3673950"/>
            <a:ext cx="0" cy="434658"/>
          </a:xfrm>
          <a:prstGeom xmlns:a="http://schemas.openxmlformats.org/drawingml/2006/main" prst="line">
            <a:avLst/>
          </a:prstGeom>
          <a:ln xmlns:a="http://schemas.openxmlformats.org/drawingml/2006/main" w="12700">
            <a:solidFill>
              <a:schemeClr val="bg2">
                <a:lumMod val="90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7" name="직사각형 76">
            <a:extLst xmlns:a="http://schemas.openxmlformats.org/drawingml/2006/main">
              <a:ext uri="{FF2B5EF4-FFF2-40B4-BE49-F238E27FC236}">
                <a16:creationId xmlns:a16="http://schemas.microsoft.com/office/drawing/2014/main" id="{331B07C8-3B26-4F59-8CEB-6FEC75332A14}"/>
              </a:ext>
            </a:extLst>
          </p:cNvPr>
          <p:cNvSpPr>
            <a:spLocks xmlns:a="http://schemas.openxmlformats.org/drawingml/2006/main" noGrp="1"/>
          </p:cNvSpPr>
          <p:nvPr/>
        </p:nvSpPr>
        <p:spPr>
          <a:xfrm xmlns:a="http://schemas.openxmlformats.org/drawingml/2006/main" rot="0" flipH="0" flipV="0">
            <a:off x="7488015"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78" name="직사각형 77">
            <a:extLst xmlns:a="http://schemas.openxmlformats.org/drawingml/2006/main">
              <a:ext uri="{FF2B5EF4-FFF2-40B4-BE49-F238E27FC236}">
                <a16:creationId xmlns:a16="http://schemas.microsoft.com/office/drawing/2014/main" id="{EE344BCD-E857-4055-8E7A-448E4A7AAB0F}"/>
              </a:ext>
            </a:extLst>
          </p:cNvPr>
          <p:cNvSpPr>
            <a:spLocks xmlns:a="http://schemas.openxmlformats.org/drawingml/2006/main" noGrp="1"/>
          </p:cNvSpPr>
          <p:nvPr/>
        </p:nvSpPr>
        <p:spPr>
          <a:xfrm xmlns:a="http://schemas.openxmlformats.org/drawingml/2006/main" rot="0" flipH="0" flipV="0">
            <a:off x="7542813"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79" name="직사각형 78">
            <a:extLst xmlns:a="http://schemas.openxmlformats.org/drawingml/2006/main">
              <a:ext uri="{FF2B5EF4-FFF2-40B4-BE49-F238E27FC236}">
                <a16:creationId xmlns:a16="http://schemas.microsoft.com/office/drawing/2014/main" id="{24489860-DC90-4CA4-A22C-AC0A72F6AEE0}"/>
              </a:ext>
            </a:extLst>
          </p:cNvPr>
          <p:cNvSpPr>
            <a:spLocks xmlns:a="http://schemas.openxmlformats.org/drawingml/2006/main" noGrp="1"/>
          </p:cNvSpPr>
          <p:nvPr/>
        </p:nvSpPr>
        <p:spPr>
          <a:xfrm xmlns:a="http://schemas.openxmlformats.org/drawingml/2006/main" rot="0" flipH="0" flipV="0">
            <a:off x="7597610"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0" name="직사각형 79">
            <a:extLst xmlns:a="http://schemas.openxmlformats.org/drawingml/2006/main">
              <a:ext uri="{FF2B5EF4-FFF2-40B4-BE49-F238E27FC236}">
                <a16:creationId xmlns:a16="http://schemas.microsoft.com/office/drawing/2014/main" id="{8B87A4A2-A183-4D80-8C8B-FADA71F1F471}"/>
              </a:ext>
            </a:extLst>
          </p:cNvPr>
          <p:cNvSpPr>
            <a:spLocks xmlns:a="http://schemas.openxmlformats.org/drawingml/2006/main" noGrp="1"/>
          </p:cNvSpPr>
          <p:nvPr/>
        </p:nvSpPr>
        <p:spPr>
          <a:xfrm xmlns:a="http://schemas.openxmlformats.org/drawingml/2006/main" rot="0" flipH="0" flipV="0">
            <a:off x="7652408" y="3746404"/>
            <a:ext cx="34289" cy="292194"/>
          </a:xfrm>
          <a:prstGeom xmlns:a="http://schemas.openxmlformats.org/drawingml/2006/main" prst="rect">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1" name="타원 80">
            <a:extLst xmlns:a="http://schemas.openxmlformats.org/drawingml/2006/main">
              <a:ext uri="{FF2B5EF4-FFF2-40B4-BE49-F238E27FC236}">
                <a16:creationId xmlns:a16="http://schemas.microsoft.com/office/drawing/2014/main" id="{F4615C8C-063C-4029-B3C5-36D4F098F46C}"/>
              </a:ext>
            </a:extLst>
          </p:cNvPr>
          <p:cNvSpPr>
            <a:spLocks xmlns:a="http://schemas.openxmlformats.org/drawingml/2006/main" noGrp="1"/>
          </p:cNvSpPr>
          <p:nvPr/>
        </p:nvSpPr>
        <p:spPr>
          <a:xfrm xmlns:a="http://schemas.openxmlformats.org/drawingml/2006/main" rot="0" flipH="0" flipV="0">
            <a:off x="7488015" y="3792166"/>
            <a:ext cx="198682" cy="198681"/>
          </a:xfrm>
          <a:prstGeom xmlns:a="http://schemas.openxmlformats.org/drawingml/2006/main" prst="ellipse">
            <a:avLst/>
          </a:prstGeom>
          <a:solidFill xmlns:a="http://schemas.openxmlformats.org/drawingml/2006/main">
            <a:schemeClr val="bg1"/>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2" name="타원 81">
            <a:extLst xmlns:a="http://schemas.openxmlformats.org/drawingml/2006/main">
              <a:ext uri="{FF2B5EF4-FFF2-40B4-BE49-F238E27FC236}">
                <a16:creationId xmlns:a16="http://schemas.microsoft.com/office/drawing/2014/main" id="{DA190139-05E7-4EBC-A370-A14E668A6AE2}"/>
              </a:ext>
            </a:extLst>
          </p:cNvPr>
          <p:cNvSpPr>
            <a:spLocks xmlns:a="http://schemas.openxmlformats.org/drawingml/2006/main" noGrp="1"/>
          </p:cNvSpPr>
          <p:nvPr/>
        </p:nvSpPr>
        <p:spPr>
          <a:xfrm xmlns:a="http://schemas.openxmlformats.org/drawingml/2006/main" rot="0" flipH="0" flipV="0">
            <a:off x="7521958" y="3826110"/>
            <a:ext cx="130795" cy="130794"/>
          </a:xfrm>
          <a:prstGeom xmlns:a="http://schemas.openxmlformats.org/drawingml/2006/main" prst="ellipse">
            <a:avLst/>
          </a:prstGeom>
          <a:solidFill xmlns:a="http://schemas.openxmlformats.org/drawingml/2006/main">
            <a:srgbClr val="EBF0FF"/>
          </a:solidFill>
          <a:ln xmlns:a="http://schemas.openxmlformats.org/drawingml/2006/main">
            <a:solidFill>
              <a:schemeClr val="bg2">
                <a:lumMod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3"/>
          </a:p>
        </p:txBody>
      </p:sp>
      <p:sp>
        <p:nvSpPr>
          <p:cNvPr id="85" name="TextBox 84">
            <a:extLst xmlns:a="http://schemas.openxmlformats.org/drawingml/2006/main">
              <a:ext uri="{FF2B5EF4-FFF2-40B4-BE49-F238E27FC236}">
                <a16:creationId xmlns:a16="http://schemas.microsoft.com/office/drawing/2014/main" id="{6DC8A9D8-BE76-428A-A019-51CBD1417622}"/>
              </a:ext>
            </a:extLst>
          </p:cNvPr>
          <p:cNvSpPr>
            <a:spLocks xmlns:a="http://schemas.openxmlformats.org/drawingml/2006/main" noGrp="1"/>
          </p:cNvSpPr>
          <p:nvPr/>
        </p:nvSpPr>
        <p:spPr>
          <a:xfrm xmlns:a="http://schemas.openxmlformats.org/drawingml/2006/main">
            <a:off x="2658889" y="1820488"/>
            <a:ext cx="847898"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b="1">
                <a:solidFill>
                  <a:srgbClr val="0000FF"/>
                </a:solidFill>
                <a:latin typeface="+mj-ea"/>
                <a:ea typeface="+mj-ea"/>
                <a:cs typeface="+mj-ea"/>
              </a:rPr>
              <a:t>Agenda</a:t>
            </a:r>
            <a:endParaRPr sz="1400" b="1">
              <a:solidFill>
                <a:srgbClr val="0000FF"/>
              </a:solidFill>
              <a:latin typeface="+mj-ea"/>
              <a:ea typeface="+mj-ea"/>
              <a:cs typeface="+mj-ea"/>
            </a:endParaRPr>
          </a:p>
        </p:txBody>
      </p:sp>
      <p:sp>
        <p:nvSpPr>
          <p:cNvPr id="86" name="직선 연결선 85">
            <a:extLst xmlns:a="http://schemas.openxmlformats.org/drawingml/2006/main">
              <a:ext uri="{FF2B5EF4-FFF2-40B4-BE49-F238E27FC236}">
                <a16:creationId xmlns:a16="http://schemas.microsoft.com/office/drawing/2014/main" id="{7C1B9ABE-6507-45EE-B59E-E3DE2716F096}"/>
              </a:ext>
            </a:extLst>
          </p:cNvPr>
          <p:cNvSpPr>
            <a:spLocks xmlns:a="http://schemas.openxmlformats.org/drawingml/2006/main" noGrp="1"/>
          </p:cNvSpPr>
          <p:nvPr/>
        </p:nvSpPr>
        <p:spPr>
          <a:xfrm xmlns:a="http://schemas.openxmlformats.org/drawingml/2006/main">
            <a:off x="2679838" y="1744280"/>
            <a:ext cx="711827" cy="0"/>
          </a:xfrm>
          <a:prstGeom xmlns:a="http://schemas.openxmlformats.org/drawingml/2006/main" prst="line">
            <a:avLst/>
          </a:prstGeom>
          <a:ln xmlns:a="http://schemas.openxmlformats.org/drawingml/2006/main" w="63500">
            <a:solidFill>
              <a:srgbClr val="0000FF"/>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7" name="직선 연결선 86">
            <a:extLst xmlns:a="http://schemas.openxmlformats.org/drawingml/2006/main">
              <a:ext uri="{FF2B5EF4-FFF2-40B4-BE49-F238E27FC236}">
                <a16:creationId xmlns:a16="http://schemas.microsoft.com/office/drawing/2014/main" id="{B53471DC-0AD9-471D-8539-9CF967FCB7B1}"/>
              </a:ext>
            </a:extLst>
          </p:cNvPr>
          <p:cNvSpPr>
            <a:spLocks xmlns:a="http://schemas.openxmlformats.org/drawingml/2006/main" noGrp="1"/>
          </p:cNvSpPr>
          <p:nvPr/>
        </p:nvSpPr>
        <p:spPr>
          <a:xfrm xmlns:a="http://schemas.openxmlformats.org/drawingml/2006/main">
            <a:off x="3535285" y="1744280"/>
            <a:ext cx="2030922" cy="0"/>
          </a:xfrm>
          <a:prstGeom xmlns:a="http://schemas.openxmlformats.org/drawingml/2006/main" prst="line">
            <a:avLst/>
          </a:prstGeom>
          <a:ln xmlns:a="http://schemas.openxmlformats.org/drawingml/2006/main" w="635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텍스트 개체 틀 6">
            <a:extLst xmlns:a="http://schemas.openxmlformats.org/drawingml/2006/main">
              <a:ext uri="{FF2B5EF4-FFF2-40B4-BE49-F238E27FC236}">
                <a16:creationId xmlns:a16="http://schemas.microsoft.com/office/drawing/2014/main" id="{E4C810D8-8FEC-40CB-8515-29F4BB35C77B}"/>
              </a:ext>
            </a:extLst>
          </p:cNvPr>
          <p:cNvSpPr>
            <a:spLocks xmlns:a="http://schemas.openxmlformats.org/drawingml/2006/main" noGrp="1"/>
          </p:cNvSpPr>
          <p:nvPr>
            <p:ph type="body" idx="10" hasCustomPrompt="1"/>
          </p:nvPr>
        </p:nvSpPr>
        <p:spPr>
          <a:xfrm xmlns:a="http://schemas.openxmlformats.org/drawingml/2006/main">
            <a:off x="3456797" y="1632164"/>
            <a:ext cx="3534855" cy="2814648"/>
          </a:xfrm>
        </p:spPr>
        <p:txBody>
          <a:bodyPr xmlns:a="http://schemas.openxmlformats.org/drawingml/2006/main">
            <a:normAutofit/>
          </a:bodyPr>
          <a:lstStyle xmlns:a="http://schemas.openxmlformats.org/drawingml/2006/main">
            <a:lvl1pPr marL="257175" indent="-257175">
              <a:lnSpc>
                <a:spcPct val="250000"/>
              </a:lnSpc>
              <a:buFont typeface="+mj-lt"/>
              <a:buAutoNum type="arabicPeriod"/>
              <a:defRPr sz="1400">
                <a:latin typeface="+mj-ea"/>
                <a:ea typeface="+mj-ea"/>
                <a:cs typeface="+mj-ea"/>
              </a:defRPr>
            </a:lvl1pPr>
          </a:lstStyle>
          <a:p xmlns:a="http://schemas.openxmlformats.org/drawingml/2006/main">
            <a:pPr lvl="0">
              <a:buNone/>
            </a:pPr>
            <a:r>
              <a:t>Contents (</a:t>
            </a:r>
            <a:r>
              <a:t>맑은 고딕</a:t>
            </a:r>
            <a:r>
              <a:t>, 14)</a:t>
            </a:r>
          </a:p>
          <a:p xmlns:a="http://schemas.openxmlformats.org/drawingml/2006/main">
            <a:pPr lvl="0">
              <a:buNone/>
            </a:pPr>
            <a:r>
              <a:t>Contents (</a:t>
            </a:r>
            <a:r>
              <a:t>맑은 고딕</a:t>
            </a:r>
            <a:r>
              <a:t>, 14)</a:t>
            </a:r>
          </a:p>
          <a:p xmlns:a="http://schemas.openxmlformats.org/drawingml/2006/main">
            <a:pPr lvl="0">
              <a:buNone/>
            </a:pPr>
            <a:r>
              <a:t>Contents (</a:t>
            </a:r>
            <a:r>
              <a:t>맑은 고딕</a:t>
            </a:r>
            <a:r>
              <a:t>, 14)</a:t>
            </a:r>
          </a:p>
          <a:p xmlns:a="http://schemas.openxmlformats.org/drawingml/2006/main">
            <a:pPr lvl="0">
              <a:buNone/>
            </a:pPr>
            <a:r>
              <a:t>Contents (</a:t>
            </a:r>
            <a:r>
              <a:t>맑은 고딕</a:t>
            </a:r>
            <a:r>
              <a:t>, 14)</a:t>
            </a:r>
          </a:p>
        </p:txBody>
      </p:sp>
      <p:pic>
        <p:nvPicPr>
          <p:cNvPr id="145" name="그림 88"/>
          <p:cNvPicPr>
            <a:picLocks xmlns:a="http://schemas.openxmlformats.org/drawingml/2006/main" noChangeAspect="1"/>
          </p:cNvPicPr>
          <p:nvPr/>
        </p:nvPicPr>
        <p:blipFill>
          <a:blip xmlns:r="http://schemas.openxmlformats.org/officeDocument/2006/relationships" xmlns:a="http://schemas.openxmlformats.org/drawingml/2006/main" r:embed="Ra54eb0ef2d864dac"/>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91" name="TextBox 90">
            <a:extLst xmlns:a="http://schemas.openxmlformats.org/drawingml/2006/main">
              <a:ext uri="{FF2B5EF4-FFF2-40B4-BE49-F238E27FC236}">
                <a16:creationId xmlns:a16="http://schemas.microsoft.com/office/drawing/2014/main" id="{F7E3127B-2EE3-4FA7-A393-EC70691E615A}"/>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147" name="그림 93"/>
          <p:cNvPicPr>
            <a:picLocks xmlns:a="http://schemas.openxmlformats.org/drawingml/2006/main" noChangeAspect="1"/>
          </p:cNvPicPr>
          <p:nvPr/>
        </p:nvPicPr>
        <p:blipFill>
          <a:blip xmlns:r="http://schemas.openxmlformats.org/officeDocument/2006/relationships" xmlns:a="http://schemas.openxmlformats.org/drawingml/2006/main" r:embed="R333086e7395f4b86"/>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83" name="텍스트 개체 틀 7">
            <a:extLst xmlns:a="http://schemas.openxmlformats.org/drawingml/2006/main">
              <a:ext uri="{FF2B5EF4-FFF2-40B4-BE49-F238E27FC236}">
                <a16:creationId xmlns:a16="http://schemas.microsoft.com/office/drawing/2014/main" id="{D193CCAB-0D6C-4365-86F9-AD231F3C5E99}"/>
              </a:ext>
            </a:extLst>
          </p:cNvPr>
          <p:cNvSpPr>
            <a:spLocks xmlns:a="http://schemas.openxmlformats.org/drawingml/2006/main" noGrp="1"/>
          </p:cNvSpPr>
          <p:nvPr>
            <p:ph type="body" idx="12"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88" name="TextBox 4">
            <a:extLst xmlns:a="http://schemas.openxmlformats.org/drawingml/2006/main">
              <a:ext uri="{FF2B5EF4-FFF2-40B4-BE49-F238E27FC236}">
                <a16:creationId xmlns:a16="http://schemas.microsoft.com/office/drawing/2014/main" id="{CBF3EC08-1B08-49DD-9D36-0F8C0757DA03}"/>
              </a:ext>
            </a:extLst>
          </p:cNvPr>
          <p:cNvSpPr>
            <a:spLocks xmlns:a="http://schemas.openxmlformats.org/drawingml/2006/main" noGrp="1"/>
          </p:cNvSpPr>
          <p:nvPr/>
        </p:nvSpPr>
        <p:spPr>
          <a:xfrm xmlns:a="http://schemas.openxmlformats.org/drawingml/2006/main">
            <a:off x="4294823" y="4815579"/>
            <a:ext cx="554355" cy="230820"/>
          </a:xfrm>
          <a:prstGeom xmlns:a="http://schemas.openxmlformats.org/drawingml/2006/main" prst="rect">
            <a:avLst/>
          </a:prstGeom>
          <a:noFill xmlns:a="http://schemas.openxmlformats.org/drawingml/2006/main"/>
        </p:spPr>
        <p:txBody>
          <a:bodyPr xmlns:a="http://schemas.openxmlformats.org/drawingml/2006/main" wrap="square" lIns="68570" tIns="34284" rIns="68570" bIns="34284">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defTabSz="685767">
              <a:spcBef>
                <a:spcPct val="0"/>
              </a:spcBef>
              <a:spcAft>
                <a:spcPct val="0"/>
              </a:spcAft>
              <a:buNone/>
            </a:pPr>
            <a:fld id="{F445441D-5648-4C4E-924F-9D5109CAF161}" type="slidenum">
              <a:rPr sz="1050" b="0">
                <a:solidFill>
                  <a:schemeClr val="bg1">
                    <a:lumMod val="65000"/>
                  </a:schemeClr>
                </a:solidFill>
                <a:latin typeface="+mj-lt"/>
                <a:ea typeface="+mj-lt"/>
                <a:cs typeface="+mj-lt"/>
              </a:rPr>
              <a:t>‹#›</a:t>
            </a:fld>
            <a:r>
              <a:rPr sz="1050" b="0">
                <a:solidFill>
                  <a:schemeClr val="bg1">
                    <a:lumMod val="65000"/>
                  </a:schemeClr>
                </a:solidFill>
                <a:latin typeface="+mj-lt"/>
                <a:ea typeface="+mj-lt"/>
                <a:cs typeface="+mj-lt"/>
              </a:rPr>
              <a:t>/10</a:t>
            </a:r>
            <a:endParaRPr sz="1050" b="0">
              <a:solidFill>
                <a:schemeClr val="bg1">
                  <a:lumMod val="65000"/>
                </a:schemeClr>
              </a:solidFill>
              <a:latin typeface="+mj-lt"/>
              <a:ea typeface="+mj-lt"/>
              <a:cs typeface="+mj-lt"/>
            </a:endParaRPr>
          </a:p>
        </p:txBody>
      </p:sp>
    </p:spTree>
  </p:cSld>
</p:sldLayout>
</file>

<file path=ppt/slideLayouts/slideLayout3.xml><?xml version="1.0" encoding="utf-8"?>
<p:sldLayout xmlns:p="http://schemas.openxmlformats.org/presentationml/2006/main" userDrawn="1">
  <p:cSld name="2_제목 및 내용">
    <p:spTree>
      <p:nvGrpSpPr>
        <p:cNvPr id="1" name=""/>
        <p:cNvGrpSpPr/>
        <p:nvPr/>
      </p:nvGrpSpPr>
      <p:grpSpPr>
        <a:xfrm xmlns:a="http://schemas.openxmlformats.org/drawingml/2006/main"/>
      </p:grpSpPr>
      <p:graphicFrame>
        <p:nvGraphicFramePr>
          <p:cNvPr id="45" name="표 24"/>
          <p:cNvGraphicFramePr/>
          <p:nvPr/>
        </p:nvGraphicFramePr>
        <p:xfrm>
          <a:off xmlns:a="http://schemas.openxmlformats.org/drawingml/2006/main" x="283845" y="822484"/>
          <a:ext xmlns:a="http://schemas.openxmlformats.org/drawingml/2006/main" cx="8563425" cy="4021444"/>
        </p:xfrm>
        <a:graphic xmlns:a="http://schemas.openxmlformats.org/drawingml/2006/main">
          <a:graphicData uri="http://schemas.openxmlformats.org/drawingml/2006/table">
            <a:tbl>
              <a:tblPr firstRow="1" bandRow="1">
                <a:tableStyleId>{5C22544A-7EE6-4342-B048-85BDC9FD1C3A}</a:tableStyleId>
              </a:tblPr>
              <a:tblGrid>
                <a:gridCol w="1299210"/>
                <a:gridCol w="7264215"/>
              </a:tblGrid>
              <a:tr h="583406">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00075">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lnSpc>
                          <a:spcPct val="150000"/>
                        </a:lnSpc>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588645">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lnSpc>
                          <a:spcPct val="150000"/>
                        </a:lnSpc>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1555470">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algn="l">
                        <a:lnSpc>
                          <a:spcPct val="150000"/>
                        </a:lnSpc>
                        <a:buNone/>
                      </a:pPr>
                      <a:r>
                        <a:rPr sz="1100" b="0">
                          <a:solidFill>
                            <a:schemeClr val="tx1"/>
                          </a:solidFill>
                        </a:rPr>
                        <a:t> </a:t>
                      </a:r>
                    </a:p>
                    <a:p>
                      <a:pPr algn="l">
                        <a:lnSpc>
                          <a:spcPct val="150000"/>
                        </a:lnSpc>
                        <a:buNone/>
                      </a:pPr>
                      <a:endParaRPr sz="1100" b="0">
                        <a:solidFill>
                          <a:schemeClr val="tx1"/>
                        </a:solidFill>
                      </a:endParaRPr>
                    </a:p>
                    <a:p>
                      <a:pPr algn="l">
                        <a:lnSpc>
                          <a:spcPct val="150000"/>
                        </a:lnSpc>
                        <a:buNone/>
                      </a:pPr>
                      <a:endParaRPr sz="1100" b="0">
                        <a:solidFill>
                          <a:schemeClr val="tx1"/>
                        </a:solidFill>
                      </a:endParaRPr>
                    </a:p>
                    <a:p>
                      <a:pPr algn="l">
                        <a:lnSpc>
                          <a:spcPct val="150000"/>
                        </a:lnSpc>
                        <a:buNone/>
                      </a:pPr>
                      <a:endParaRPr sz="1100" b="0">
                        <a:solidFill>
                          <a:schemeClr val="tx1"/>
                        </a:solidFill>
                      </a:endParaRPr>
                    </a:p>
                    <a:p>
                      <a:pPr algn="l">
                        <a:lnSpc>
                          <a:spcPct val="150000"/>
                        </a:lnSpc>
                        <a:buNone/>
                      </a:pPr>
                      <a:endParaRPr sz="1100" b="0">
                        <a:solidFill>
                          <a:schemeClr val="tx1"/>
                        </a:solidFill>
                      </a:endParaRPr>
                    </a:p>
                    <a:p>
                      <a:pPr algn="l">
                        <a:lnSpc>
                          <a:spcPct val="150000"/>
                        </a:lnSpc>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25268">
                <a:tc>
                  <a:txBody>
                    <a:bodyPr/>
                    <a:lstStyle/>
                    <a:p>
                      <a:pPr algn="ctr">
                        <a:buNone/>
                      </a:pPr>
                      <a:endParaRPr sz="1200" b="1">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8" name="텍스트 개체 틀 7">
            <a:extLst xmlns:a="http://schemas.openxmlformats.org/drawingml/2006/main">
              <a:ext uri="{FF2B5EF4-FFF2-40B4-BE49-F238E27FC236}">
                <a16:creationId xmlns:a16="http://schemas.microsoft.com/office/drawing/2014/main" id="{2C72A88D-BF6A-4A16-8A88-0CA644C546EA}"/>
              </a:ext>
            </a:extLst>
          </p:cNvPr>
          <p:cNvSpPr>
            <a:spLocks xmlns:a="http://schemas.openxmlformats.org/drawingml/2006/main" noGrp="1"/>
          </p:cNvSpPr>
          <p:nvPr>
            <p:ph type="body" idx="10" hasCustomPrompt="1"/>
          </p:nvPr>
        </p:nvSpPr>
        <p:spPr>
          <a:xfrm xmlns:a="http://schemas.openxmlformats.org/drawingml/2006/main">
            <a:off x="1657350" y="836332"/>
            <a:ext cx="7083029" cy="580766"/>
          </a:xfrm>
        </p:spPr>
        <p:txBody>
          <a:bodyPr xmlns:a="http://schemas.openxmlformats.org/drawingml/2006/main" anchor="ctr">
            <a:normAutofit/>
          </a:bodyPr>
          <a:lstStyle xmlns:a="http://schemas.openxmlformats.org/drawingml/2006/main">
            <a:lvl1pPr marL="214313" marR="0" indent="-180000" algn="l" defTabSz="685800">
              <a:lnSpc>
                <a:spcPct val="120000"/>
              </a:lnSpc>
              <a:spcBef>
                <a:spcPts val="750"/>
              </a:spcBef>
              <a:spcAft>
                <a:spcPts val="0"/>
              </a:spcAft>
              <a:buClrTx/>
              <a:buSzTx/>
              <a:buFont typeface="맑은 고딕"/>
              <a:buChar char="ᆞ"/>
              <a:defRPr sz="1100"/>
            </a:lvl1pPr>
          </a:lstStyle>
          <a:p xmlns:a="http://schemas.openxmlformats.org/drawingml/2006/main">
            <a:pPr marL="214313" marR="0" lvl="0" indent="-214313" algn="l" defTabSz="685800">
              <a:lnSpc>
                <a:spcPct val="90000"/>
              </a:lnSpc>
              <a:spcBef>
                <a:spcPts val="750"/>
              </a:spcBef>
              <a:spcAft>
                <a:spcPts val="0"/>
              </a:spcAft>
              <a:buClrTx/>
              <a:buSzTx/>
              <a:buNone/>
            </a:pPr>
            <a:r>
              <a:t>본 보고</a:t>
            </a:r>
            <a:r>
              <a:t>(</a:t>
            </a:r>
            <a:r>
              <a:t>또는 회의</a:t>
            </a:r>
            <a:r>
              <a:t>)</a:t>
            </a:r>
            <a:r>
              <a:t>의 목적 </a:t>
            </a:r>
            <a:r>
              <a:t>(</a:t>
            </a:r>
            <a:r>
              <a:t>맑은 고딕</a:t>
            </a:r>
            <a:r>
              <a:t>, 11)</a:t>
            </a:r>
          </a:p>
          <a:p xmlns:a="http://schemas.openxmlformats.org/drawingml/2006/main">
            <a:pPr marL="214313" marR="0" lvl="0" indent="-214313" algn="l" defTabSz="685800">
              <a:lnSpc>
                <a:spcPct val="90000"/>
              </a:lnSpc>
              <a:spcBef>
                <a:spcPts val="750"/>
              </a:spcBef>
              <a:spcAft>
                <a:spcPts val="0"/>
              </a:spcAft>
              <a:buClrTx/>
              <a:buSzTx/>
              <a:buNone/>
            </a:pPr>
            <a:r>
              <a:t>본 보고</a:t>
            </a:r>
            <a:r>
              <a:t>(</a:t>
            </a:r>
            <a:r>
              <a:t>또는 회의</a:t>
            </a:r>
            <a:r>
              <a:t>)</a:t>
            </a:r>
            <a:r>
              <a:t>의 목적</a:t>
            </a:r>
            <a:endParaRPr/>
          </a:p>
        </p:txBody>
      </p:sp>
      <p:sp>
        <p:nvSpPr>
          <p:cNvPr id="39" name="텍스트 개체 틀 7">
            <a:extLst xmlns:a="http://schemas.openxmlformats.org/drawingml/2006/main">
              <a:ext uri="{FF2B5EF4-FFF2-40B4-BE49-F238E27FC236}">
                <a16:creationId xmlns:a16="http://schemas.microsoft.com/office/drawing/2014/main" id="{80FFC616-453A-4559-96C6-593DA1D3114D}"/>
              </a:ext>
            </a:extLst>
          </p:cNvPr>
          <p:cNvSpPr>
            <a:spLocks xmlns:a="http://schemas.openxmlformats.org/drawingml/2006/main" noGrp="1"/>
          </p:cNvSpPr>
          <p:nvPr>
            <p:ph type="body" idx="11" hasCustomPrompt="1"/>
          </p:nvPr>
        </p:nvSpPr>
        <p:spPr>
          <a:xfrm xmlns:a="http://schemas.openxmlformats.org/drawingml/2006/main">
            <a:off x="1657350" y="1417098"/>
            <a:ext cx="7083029" cy="590844"/>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현황 및 문제점 </a:t>
            </a:r>
            <a:r>
              <a:t>(</a:t>
            </a:r>
            <a:r>
              <a:t>맑은 고딕</a:t>
            </a:r>
            <a:r>
              <a:t>, 11)</a:t>
            </a:r>
            <a:endParaRPr/>
          </a:p>
          <a:p xmlns:a="http://schemas.openxmlformats.org/drawingml/2006/main">
            <a:pPr lvl="0">
              <a:buNone/>
            </a:pPr>
            <a:r>
              <a:t>현황 및 문제점</a:t>
            </a:r>
            <a:endParaRPr/>
          </a:p>
        </p:txBody>
      </p:sp>
      <p:sp>
        <p:nvSpPr>
          <p:cNvPr id="40" name="텍스트 개체 틀 7">
            <a:extLst xmlns:a="http://schemas.openxmlformats.org/drawingml/2006/main">
              <a:ext uri="{FF2B5EF4-FFF2-40B4-BE49-F238E27FC236}">
                <a16:creationId xmlns:a16="http://schemas.microsoft.com/office/drawing/2014/main" id="{980F6960-C322-44DB-84A0-8A1746A60476}"/>
              </a:ext>
            </a:extLst>
          </p:cNvPr>
          <p:cNvSpPr>
            <a:spLocks xmlns:a="http://schemas.openxmlformats.org/drawingml/2006/main" noGrp="1"/>
          </p:cNvSpPr>
          <p:nvPr>
            <p:ph type="body" idx="12" hasCustomPrompt="1"/>
          </p:nvPr>
        </p:nvSpPr>
        <p:spPr>
          <a:xfrm xmlns:a="http://schemas.openxmlformats.org/drawingml/2006/main">
            <a:off x="1656150" y="2007942"/>
            <a:ext cx="7083029" cy="580766"/>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결론 및 제언 </a:t>
            </a:r>
            <a:r>
              <a:t>(</a:t>
            </a:r>
            <a:r>
              <a:t>맑은 고딕</a:t>
            </a:r>
            <a:r>
              <a:t>, 11)</a:t>
            </a:r>
            <a:endParaRPr/>
          </a:p>
          <a:p xmlns:a="http://schemas.openxmlformats.org/drawingml/2006/main">
            <a:pPr lvl="0">
              <a:buNone/>
            </a:pPr>
            <a:r>
              <a:t>결론 및 제언</a:t>
            </a:r>
            <a:endParaRPr/>
          </a:p>
        </p:txBody>
      </p:sp>
      <p:sp>
        <p:nvSpPr>
          <p:cNvPr id="41" name="텍스트 개체 틀 7">
            <a:extLst xmlns:a="http://schemas.openxmlformats.org/drawingml/2006/main">
              <a:ext uri="{FF2B5EF4-FFF2-40B4-BE49-F238E27FC236}">
                <a16:creationId xmlns:a16="http://schemas.microsoft.com/office/drawing/2014/main" id="{FAE842C7-7B38-4EBC-9257-ADA780126CE5}"/>
              </a:ext>
            </a:extLst>
          </p:cNvPr>
          <p:cNvSpPr>
            <a:spLocks xmlns:a="http://schemas.openxmlformats.org/drawingml/2006/main" noGrp="1"/>
          </p:cNvSpPr>
          <p:nvPr>
            <p:ph type="body" idx="13" hasCustomPrompt="1"/>
          </p:nvPr>
        </p:nvSpPr>
        <p:spPr>
          <a:xfrm xmlns:a="http://schemas.openxmlformats.org/drawingml/2006/main">
            <a:off x="1656150" y="2598786"/>
            <a:ext cx="7083029" cy="318307"/>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주요 내용 요약</a:t>
            </a:r>
            <a:r>
              <a:t> (</a:t>
            </a:r>
            <a:r>
              <a:t>맑은 고딕</a:t>
            </a:r>
            <a:r>
              <a:t>, 11)</a:t>
            </a:r>
            <a:endParaRPr/>
          </a:p>
        </p:txBody>
      </p:sp>
      <p:pic>
        <p:nvPicPr>
          <p:cNvPr id="50" name="그림 32"/>
          <p:cNvPicPr>
            <a:picLocks xmlns:a="http://schemas.openxmlformats.org/drawingml/2006/main" noChangeAspect="1"/>
          </p:cNvPicPr>
          <p:nvPr/>
        </p:nvPicPr>
        <p:blipFill>
          <a:blip xmlns:r="http://schemas.openxmlformats.org/officeDocument/2006/relationships" xmlns:a="http://schemas.openxmlformats.org/drawingml/2006/main" r:embed="Rcddbaa7ace4e44e3"/>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22" name="TextBox 21">
            <a:extLst xmlns:a="http://schemas.openxmlformats.org/drawingml/2006/main">
              <a:ext uri="{FF2B5EF4-FFF2-40B4-BE49-F238E27FC236}">
                <a16:creationId xmlns:a16="http://schemas.microsoft.com/office/drawing/2014/main" id="{8D807738-82B1-4B11-AF2D-C2B5FC3A7B06}"/>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sp>
        <p:nvSpPr>
          <p:cNvPr id="23" name="텍스트 개체 틀 7">
            <a:extLst xmlns:a="http://schemas.openxmlformats.org/drawingml/2006/main">
              <a:ext uri="{FF2B5EF4-FFF2-40B4-BE49-F238E27FC236}">
                <a16:creationId xmlns:a16="http://schemas.microsoft.com/office/drawing/2014/main" id="{67EC45AA-7823-4DCD-B171-1D130022C25C}"/>
              </a:ext>
            </a:extLst>
          </p:cNvPr>
          <p:cNvSpPr>
            <a:spLocks xmlns:a="http://schemas.openxmlformats.org/drawingml/2006/main" noGrp="1"/>
          </p:cNvSpPr>
          <p:nvPr>
            <p:ph type="body" idx="29" hasCustomPrompt="1"/>
          </p:nvPr>
        </p:nvSpPr>
        <p:spPr>
          <a:xfrm xmlns:a="http://schemas.openxmlformats.org/drawingml/2006/main">
            <a:off x="1881087" y="2917094"/>
            <a:ext cx="6858091" cy="487046"/>
          </a:xfrm>
        </p:spPr>
        <p:txBody>
          <a:bodyPr xmlns:a="http://schemas.openxmlformats.org/drawingml/2006/main" anchor="t">
            <a:normAutofit/>
          </a:bodyPr>
          <a:lstStyle xmlns:a="http://schemas.openxmlformats.org/drawingml/2006/main">
            <a:lvl1pPr marL="214313" marR="0" indent="-180000" algn="l" defTabSz="685800">
              <a:lnSpc>
                <a:spcPct val="120000"/>
              </a:lnSpc>
              <a:spcBef>
                <a:spcPts val="750"/>
              </a:spcBef>
              <a:spcAft>
                <a:spcPts val="0"/>
              </a:spcAft>
              <a:buClrTx/>
              <a:buSzTx/>
              <a:buFont typeface="맑은 고딕"/>
              <a:buChar char="ￚ"/>
              <a:defRPr sz="900"/>
            </a:lvl1pPr>
          </a:lstStyle>
          <a:p xmlns:a="http://schemas.openxmlformats.org/drawingml/2006/main">
            <a:pPr lvl="0">
              <a:buNone/>
            </a:pPr>
            <a:r>
              <a:t>주요 내용 요약 </a:t>
            </a:r>
            <a:r>
              <a:t>(</a:t>
            </a:r>
            <a:r>
              <a:t>맑은 고딕</a:t>
            </a:r>
            <a:r>
              <a:t>, 9)</a:t>
            </a:r>
          </a:p>
          <a:p xmlns:a="http://schemas.openxmlformats.org/drawingml/2006/main">
            <a:pPr lvl="0">
              <a:buNone/>
            </a:pPr>
            <a:r>
              <a:t>주요 내용 요약</a:t>
            </a:r>
            <a:endParaRPr/>
          </a:p>
          <a:p xmlns:a="http://schemas.openxmlformats.org/drawingml/2006/main">
            <a:pPr lvl="0">
              <a:buNone/>
            </a:pPr>
            <a:endParaRPr/>
          </a:p>
        </p:txBody>
      </p:sp>
      <p:sp>
        <p:nvSpPr>
          <p:cNvPr id="27" name="직선 연결선 26">
            <a:extLst xmlns:a="http://schemas.openxmlformats.org/drawingml/2006/main">
              <a:ext uri="{FF2B5EF4-FFF2-40B4-BE49-F238E27FC236}">
                <a16:creationId xmlns:a16="http://schemas.microsoft.com/office/drawing/2014/main" id="{9C2AA41C-CDA2-4F65-8922-CB7130D98AD0}"/>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8" name="텍스트 개체 틀 7">
            <a:extLst xmlns:a="http://schemas.openxmlformats.org/drawingml/2006/main">
              <a:ext uri="{FF2B5EF4-FFF2-40B4-BE49-F238E27FC236}">
                <a16:creationId xmlns:a16="http://schemas.microsoft.com/office/drawing/2014/main" id="{4314BDB2-1C54-459F-9A44-56ABB4BF52F8}"/>
              </a:ext>
            </a:extLst>
          </p:cNvPr>
          <p:cNvSpPr>
            <a:spLocks xmlns:a="http://schemas.openxmlformats.org/drawingml/2006/main" noGrp="1"/>
          </p:cNvSpPr>
          <p:nvPr>
            <p:ph type="body" idx="32" hasCustomPrompt="1"/>
          </p:nvPr>
        </p:nvSpPr>
        <p:spPr>
          <a:xfrm xmlns:a="http://schemas.openxmlformats.org/drawingml/2006/main">
            <a:off x="1656148" y="4228891"/>
            <a:ext cx="7083029" cy="625114"/>
          </a:xfrm>
        </p:spPr>
        <p:txBody>
          <a:bodyPr xmlns:a="http://schemas.openxmlformats.org/drawingml/2006/main" anchor="ctr">
            <a:no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향후 계획 </a:t>
            </a:r>
            <a:r>
              <a:t>(</a:t>
            </a:r>
            <a:r>
              <a:t>맑은 고딕</a:t>
            </a:r>
            <a:r>
              <a:t>, 11)</a:t>
            </a:r>
            <a:endParaRPr/>
          </a:p>
          <a:p xmlns:a="http://schemas.openxmlformats.org/drawingml/2006/main">
            <a:pPr lvl="0">
              <a:buNone/>
            </a:pPr>
            <a:r>
              <a:t>향후 계획</a:t>
            </a:r>
            <a:endParaRPr/>
          </a:p>
        </p:txBody>
      </p:sp>
      <p:sp>
        <p:nvSpPr>
          <p:cNvPr id="2" name="TextBox 1">
            <a:extLst xmlns:a="http://schemas.openxmlformats.org/drawingml/2006/main">
              <a:ext uri="{FF2B5EF4-FFF2-40B4-BE49-F238E27FC236}">
                <a16:creationId xmlns:a16="http://schemas.microsoft.com/office/drawing/2014/main" id="{0A41B152-883C-427F-8625-CB34141B2CFE}"/>
              </a:ext>
            </a:extLst>
          </p:cNvPr>
          <p:cNvSpPr>
            <a:spLocks xmlns:a="http://schemas.openxmlformats.org/drawingml/2006/main" noGrp="1"/>
          </p:cNvSpPr>
          <p:nvPr/>
        </p:nvSpPr>
        <p:spPr>
          <a:xfrm xmlns:a="http://schemas.openxmlformats.org/drawingml/2006/main">
            <a:off x="199141" y="96139"/>
            <a:ext cx="8648129" cy="5770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100" b="1" i="0" u="none" cap="none" spc="0">
                <a:ln>
                  <a:noFill/>
                </a:ln>
                <a:solidFill>
                  <a:prstClr val="black"/>
                </a:solidFill>
                <a:latin typeface="맑은 고딕"/>
                <a:ea typeface="맑은 고딕"/>
                <a:cs typeface="맑은 고딕"/>
              </a:rPr>
              <a:t>Summary</a:t>
            </a:r>
            <a:endParaRPr sz="2100" b="1"/>
          </a:p>
        </p:txBody>
      </p:sp>
      <p:sp>
        <p:nvSpPr>
          <p:cNvPr id="29" name="TextBox 28">
            <a:extLst xmlns:a="http://schemas.openxmlformats.org/drawingml/2006/main">
              <a:ext uri="{FF2B5EF4-FFF2-40B4-BE49-F238E27FC236}">
                <a16:creationId xmlns:a16="http://schemas.microsoft.com/office/drawing/2014/main" id="{C099B67E-06FA-45BA-AEFC-B02DE4CDEB8A}"/>
              </a:ext>
            </a:extLst>
          </p:cNvPr>
          <p:cNvSpPr>
            <a:spLocks xmlns:a="http://schemas.openxmlformats.org/drawingml/2006/main" noGrp="1"/>
          </p:cNvSpPr>
          <p:nvPr/>
        </p:nvSpPr>
        <p:spPr>
          <a:xfrm xmlns:a="http://schemas.openxmlformats.org/drawingml/2006/main">
            <a:off x="294739" y="949670"/>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보고</a:t>
            </a:r>
            <a:r>
              <a:rPr sz="1200" b="1" i="0" u="none" cap="none" spc="0">
                <a:ln>
                  <a:noFill/>
                </a:ln>
                <a:solidFill>
                  <a:prstClr val="black"/>
                </a:solidFill>
                <a:latin typeface="맑은 고딕"/>
                <a:ea typeface="맑은 고딕"/>
                <a:cs typeface="맑은 고딕"/>
              </a:rPr>
              <a:t>(</a:t>
            </a:r>
            <a:r>
              <a:rPr sz="1200" b="1" i="0" u="none" cap="none" spc="0">
                <a:ln>
                  <a:noFill/>
                </a:ln>
                <a:solidFill>
                  <a:prstClr val="black"/>
                </a:solidFill>
                <a:latin typeface="맑은 고딕"/>
                <a:ea typeface="맑은 고딕"/>
                <a:cs typeface="맑은 고딕"/>
              </a:rPr>
              <a:t>회의</a:t>
            </a:r>
            <a:r>
              <a:rPr sz="1200" b="1" i="0" u="none" cap="none" spc="0">
                <a:ln>
                  <a:noFill/>
                </a:ln>
                <a:solidFill>
                  <a:prstClr val="black"/>
                </a:solidFill>
                <a:latin typeface="맑은 고딕"/>
                <a:ea typeface="맑은 고딕"/>
                <a:cs typeface="맑은 고딕"/>
              </a:rPr>
              <a:t>) </a:t>
            </a:r>
            <a:r>
              <a:rPr sz="1200" b="1" i="0" u="none" cap="none" spc="0">
                <a:ln>
                  <a:noFill/>
                </a:ln>
                <a:solidFill>
                  <a:prstClr val="black"/>
                </a:solidFill>
                <a:latin typeface="맑은 고딕"/>
                <a:ea typeface="맑은 고딕"/>
                <a:cs typeface="맑은 고딕"/>
              </a:rPr>
              <a:t>목적</a:t>
            </a:r>
            <a:endParaRPr sz="1200" b="1"/>
          </a:p>
        </p:txBody>
      </p:sp>
      <p:sp>
        <p:nvSpPr>
          <p:cNvPr id="30" name="TextBox 29">
            <a:extLst xmlns:a="http://schemas.openxmlformats.org/drawingml/2006/main">
              <a:ext uri="{FF2B5EF4-FFF2-40B4-BE49-F238E27FC236}">
                <a16:creationId xmlns:a16="http://schemas.microsoft.com/office/drawing/2014/main" id="{54DEE149-2281-46A9-8B07-3B0FABEDC291}"/>
              </a:ext>
            </a:extLst>
          </p:cNvPr>
          <p:cNvSpPr>
            <a:spLocks xmlns:a="http://schemas.openxmlformats.org/drawingml/2006/main" noGrp="1"/>
          </p:cNvSpPr>
          <p:nvPr/>
        </p:nvSpPr>
        <p:spPr>
          <a:xfrm xmlns:a="http://schemas.openxmlformats.org/drawingml/2006/main">
            <a:off x="294739" y="1523619"/>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현황 및 문제점</a:t>
            </a:r>
            <a:endParaRPr sz="1200" b="1"/>
          </a:p>
        </p:txBody>
      </p:sp>
      <p:sp>
        <p:nvSpPr>
          <p:cNvPr id="31" name="TextBox 30">
            <a:extLst xmlns:a="http://schemas.openxmlformats.org/drawingml/2006/main">
              <a:ext uri="{FF2B5EF4-FFF2-40B4-BE49-F238E27FC236}">
                <a16:creationId xmlns:a16="http://schemas.microsoft.com/office/drawing/2014/main" id="{A700158D-E362-406B-BF96-A824E196CDAF}"/>
              </a:ext>
            </a:extLst>
          </p:cNvPr>
          <p:cNvSpPr>
            <a:spLocks xmlns:a="http://schemas.openxmlformats.org/drawingml/2006/main" noGrp="1"/>
          </p:cNvSpPr>
          <p:nvPr/>
        </p:nvSpPr>
        <p:spPr>
          <a:xfrm xmlns:a="http://schemas.openxmlformats.org/drawingml/2006/main">
            <a:off x="294739" y="2118234"/>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결론 및 제언</a:t>
            </a:r>
            <a:endParaRPr sz="1200" b="1"/>
          </a:p>
        </p:txBody>
      </p:sp>
      <p:sp>
        <p:nvSpPr>
          <p:cNvPr id="34" name="TextBox 33">
            <a:extLst xmlns:a="http://schemas.openxmlformats.org/drawingml/2006/main">
              <a:ext uri="{FF2B5EF4-FFF2-40B4-BE49-F238E27FC236}">
                <a16:creationId xmlns:a16="http://schemas.microsoft.com/office/drawing/2014/main" id="{3DC9B30E-BB79-4F0C-AB40-BA82EA2E94DF}"/>
              </a:ext>
            </a:extLst>
          </p:cNvPr>
          <p:cNvSpPr>
            <a:spLocks xmlns:a="http://schemas.openxmlformats.org/drawingml/2006/main" noGrp="1"/>
          </p:cNvSpPr>
          <p:nvPr/>
        </p:nvSpPr>
        <p:spPr>
          <a:xfrm xmlns:a="http://schemas.openxmlformats.org/drawingml/2006/main">
            <a:off x="294739" y="3155357"/>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주요 내용</a:t>
            </a:r>
            <a:endParaRPr sz="1200" b="1"/>
          </a:p>
        </p:txBody>
      </p:sp>
      <p:sp>
        <p:nvSpPr>
          <p:cNvPr id="35" name="TextBox 34">
            <a:extLst xmlns:a="http://schemas.openxmlformats.org/drawingml/2006/main">
              <a:ext uri="{FF2B5EF4-FFF2-40B4-BE49-F238E27FC236}">
                <a16:creationId xmlns:a16="http://schemas.microsoft.com/office/drawing/2014/main" id="{93DE7B3F-C4A7-494E-B053-C2B46362E107}"/>
              </a:ext>
            </a:extLst>
          </p:cNvPr>
          <p:cNvSpPr>
            <a:spLocks xmlns:a="http://schemas.openxmlformats.org/drawingml/2006/main" noGrp="1"/>
          </p:cNvSpPr>
          <p:nvPr/>
        </p:nvSpPr>
        <p:spPr>
          <a:xfrm xmlns:a="http://schemas.openxmlformats.org/drawingml/2006/main">
            <a:off x="294739" y="4351345"/>
            <a:ext cx="128549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50000"/>
              </a:lnSpc>
              <a:buNone/>
            </a:pPr>
            <a:r>
              <a:rPr sz="1200" b="1" i="0" u="none" cap="none" spc="0">
                <a:ln>
                  <a:noFill/>
                </a:ln>
                <a:solidFill>
                  <a:prstClr val="black"/>
                </a:solidFill>
                <a:latin typeface="맑은 고딕"/>
                <a:ea typeface="맑은 고딕"/>
                <a:cs typeface="맑은 고딕"/>
              </a:rPr>
              <a:t>향후 계획</a:t>
            </a:r>
            <a:endParaRPr sz="1200" b="1"/>
          </a:p>
        </p:txBody>
      </p:sp>
      <p:pic>
        <p:nvPicPr>
          <p:cNvPr id="61" name="그림 37"/>
          <p:cNvPicPr>
            <a:picLocks xmlns:a="http://schemas.openxmlformats.org/drawingml/2006/main" noChangeAspect="1"/>
          </p:cNvPicPr>
          <p:nvPr/>
        </p:nvPicPr>
        <p:blipFill>
          <a:blip xmlns:r="http://schemas.openxmlformats.org/officeDocument/2006/relationships" xmlns:a="http://schemas.openxmlformats.org/drawingml/2006/main" r:embed="R070f3756fee34c73"/>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32" name="텍스트 개체 틀 7">
            <a:extLst xmlns:a="http://schemas.openxmlformats.org/drawingml/2006/main">
              <a:ext uri="{FF2B5EF4-FFF2-40B4-BE49-F238E27FC236}">
                <a16:creationId xmlns:a16="http://schemas.microsoft.com/office/drawing/2014/main" id="{8ECED101-2F42-4720-A16F-D272A635B2C9}"/>
              </a:ext>
            </a:extLst>
          </p:cNvPr>
          <p:cNvSpPr>
            <a:spLocks xmlns:a="http://schemas.openxmlformats.org/drawingml/2006/main" noGrp="1"/>
          </p:cNvSpPr>
          <p:nvPr>
            <p:ph type="body" idx="33"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36" name="텍스트 개체 틀 7">
            <a:extLst xmlns:a="http://schemas.openxmlformats.org/drawingml/2006/main">
              <a:ext uri="{FF2B5EF4-FFF2-40B4-BE49-F238E27FC236}">
                <a16:creationId xmlns:a16="http://schemas.microsoft.com/office/drawing/2014/main" id="{CE9D1D8B-51E4-4EA1-9DF9-76353913096C}"/>
              </a:ext>
            </a:extLst>
          </p:cNvPr>
          <p:cNvSpPr>
            <a:spLocks xmlns:a="http://schemas.openxmlformats.org/drawingml/2006/main" noGrp="1"/>
          </p:cNvSpPr>
          <p:nvPr>
            <p:ph type="body" idx="34" hasCustomPrompt="1"/>
          </p:nvPr>
        </p:nvSpPr>
        <p:spPr>
          <a:xfrm xmlns:a="http://schemas.openxmlformats.org/drawingml/2006/main">
            <a:off x="1656150" y="3414217"/>
            <a:ext cx="7083029" cy="318307"/>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주요 내용 요약</a:t>
            </a:r>
            <a:r>
              <a:t> (</a:t>
            </a:r>
            <a:r>
              <a:t>맑은 고딕</a:t>
            </a:r>
            <a:r>
              <a:t>, 11)</a:t>
            </a:r>
            <a:endParaRPr/>
          </a:p>
        </p:txBody>
      </p:sp>
      <p:sp>
        <p:nvSpPr>
          <p:cNvPr id="37" name="텍스트 개체 틀 7">
            <a:extLst xmlns:a="http://schemas.openxmlformats.org/drawingml/2006/main">
              <a:ext uri="{FF2B5EF4-FFF2-40B4-BE49-F238E27FC236}">
                <a16:creationId xmlns:a16="http://schemas.microsoft.com/office/drawing/2014/main" id="{786E2C7E-152A-43FC-B2C5-EABF225DD973}"/>
              </a:ext>
            </a:extLst>
          </p:cNvPr>
          <p:cNvSpPr>
            <a:spLocks xmlns:a="http://schemas.openxmlformats.org/drawingml/2006/main" noGrp="1"/>
          </p:cNvSpPr>
          <p:nvPr>
            <p:ph type="body" idx="35" hasCustomPrompt="1"/>
          </p:nvPr>
        </p:nvSpPr>
        <p:spPr>
          <a:xfrm xmlns:a="http://schemas.openxmlformats.org/drawingml/2006/main">
            <a:off x="1881087" y="3732525"/>
            <a:ext cx="6858091" cy="487046"/>
          </a:xfrm>
        </p:spPr>
        <p:txBody>
          <a:bodyPr xmlns:a="http://schemas.openxmlformats.org/drawingml/2006/main" anchor="t">
            <a:normAutofit/>
          </a:bodyPr>
          <a:lstStyle xmlns:a="http://schemas.openxmlformats.org/drawingml/2006/main">
            <a:lvl1pPr marL="214313" marR="0" indent="-180000" algn="l" defTabSz="685800">
              <a:lnSpc>
                <a:spcPct val="120000"/>
              </a:lnSpc>
              <a:spcBef>
                <a:spcPts val="750"/>
              </a:spcBef>
              <a:spcAft>
                <a:spcPts val="0"/>
              </a:spcAft>
              <a:buClrTx/>
              <a:buSzTx/>
              <a:buFont typeface="맑은 고딕"/>
              <a:buChar char="ￚ"/>
              <a:defRPr sz="900"/>
            </a:lvl1pPr>
          </a:lstStyle>
          <a:p xmlns:a="http://schemas.openxmlformats.org/drawingml/2006/main">
            <a:pPr lvl="0">
              <a:buNone/>
            </a:pPr>
            <a:r>
              <a:t>주요 내용 요약 </a:t>
            </a:r>
            <a:r>
              <a:t>(</a:t>
            </a:r>
            <a:r>
              <a:t>맑은 고딕</a:t>
            </a:r>
            <a:r>
              <a:t>, 9)</a:t>
            </a:r>
          </a:p>
          <a:p xmlns:a="http://schemas.openxmlformats.org/drawingml/2006/main">
            <a:pPr lvl="0">
              <a:buNone/>
            </a:pPr>
            <a:r>
              <a:t>주요 내용 요약</a:t>
            </a:r>
            <a:endParaRPr/>
          </a:p>
          <a:p xmlns:a="http://schemas.openxmlformats.org/drawingml/2006/main">
            <a:pPr lvl="0">
              <a:buNone/>
            </a:pPr>
            <a:endParaRPr/>
          </a:p>
        </p:txBody>
      </p:sp>
    </p:spTree>
  </p:cSld>
</p:sldLayout>
</file>

<file path=ppt/slideLayouts/slideLayout4.xml><?xml version="1.0" encoding="utf-8"?>
<p:sldLayout xmlns:p="http://schemas.openxmlformats.org/presentationml/2006/main" userDrawn="1">
  <p:cSld name="3_제목 및 내용">
    <p:spTree>
      <p:nvGrpSpPr>
        <p:cNvPr id="1" name=""/>
        <p:cNvGrpSpPr/>
        <p:nvPr/>
      </p:nvGrpSpPr>
      <p:grpSpPr>
        <a:xfrm xmlns:a="http://schemas.openxmlformats.org/drawingml/2006/main"/>
      </p:grpSpPr>
      <p:sp>
        <p:nvSpPr>
          <p:cNvPr id="4" name="제목 3">
            <a:extLst xmlns:a="http://schemas.openxmlformats.org/drawingml/2006/main">
              <a:ext uri="{FF2B5EF4-FFF2-40B4-BE49-F238E27FC236}">
                <a16:creationId xmlns:a16="http://schemas.microsoft.com/office/drawing/2014/main" id="{86EA4D9A-39E6-4578-BA4E-019ED8A6CB21}"/>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pic>
        <p:nvPicPr>
          <p:cNvPr id="26" name="그림 32"/>
          <p:cNvPicPr>
            <a:picLocks xmlns:a="http://schemas.openxmlformats.org/drawingml/2006/main" noChangeAspect="1"/>
          </p:cNvPicPr>
          <p:nvPr/>
        </p:nvPicPr>
        <p:blipFill>
          <a:blip xmlns:r="http://schemas.openxmlformats.org/officeDocument/2006/relationships" xmlns:a="http://schemas.openxmlformats.org/drawingml/2006/main" r:embed="Rf31e5e4dd65b4861"/>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22" name="텍스트 개체 틀 4">
            <a:extLst xmlns:a="http://schemas.openxmlformats.org/drawingml/2006/main">
              <a:ext uri="{FF2B5EF4-FFF2-40B4-BE49-F238E27FC236}">
                <a16:creationId xmlns:a16="http://schemas.microsoft.com/office/drawing/2014/main" id="{A01B685D-13C1-4E8D-9F1A-56259B81F9A3}"/>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14" name="직선 연결선 13">
            <a:extLst xmlns:a="http://schemas.openxmlformats.org/drawingml/2006/main">
              <a:ext uri="{FF2B5EF4-FFF2-40B4-BE49-F238E27FC236}">
                <a16:creationId xmlns:a16="http://schemas.microsoft.com/office/drawing/2014/main" id="{C74FC8A5-984F-4011-88B8-22E286D7F947}"/>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5" name="텍스트 개체 틀 7">
            <a:extLst xmlns:a="http://schemas.openxmlformats.org/drawingml/2006/main">
              <a:ext uri="{FF2B5EF4-FFF2-40B4-BE49-F238E27FC236}">
                <a16:creationId xmlns:a16="http://schemas.microsoft.com/office/drawing/2014/main" id="{C99F45C2-2F2B-477A-B162-971187B80369}"/>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16" name="TextBox 15">
            <a:extLst xmlns:a="http://schemas.openxmlformats.org/drawingml/2006/main">
              <a:ext uri="{FF2B5EF4-FFF2-40B4-BE49-F238E27FC236}">
                <a16:creationId xmlns:a16="http://schemas.microsoft.com/office/drawing/2014/main" id="{24B0C44C-455C-4FF0-9432-EA09C0CD1675}"/>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31" name="그림 17"/>
          <p:cNvPicPr>
            <a:picLocks xmlns:a="http://schemas.openxmlformats.org/drawingml/2006/main" noChangeAspect="1"/>
          </p:cNvPicPr>
          <p:nvPr/>
        </p:nvPicPr>
        <p:blipFill>
          <a:blip xmlns:r="http://schemas.openxmlformats.org/officeDocument/2006/relationships" xmlns:a="http://schemas.openxmlformats.org/drawingml/2006/main" r:embed="R1e9b80cc48f84b68"/>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17" name="텍스트 개체 틀 7">
            <a:extLst xmlns:a="http://schemas.openxmlformats.org/drawingml/2006/main">
              <a:ext uri="{FF2B5EF4-FFF2-40B4-BE49-F238E27FC236}">
                <a16:creationId xmlns:a16="http://schemas.microsoft.com/office/drawing/2014/main" id="{EC163C14-F636-4C66-BE38-BA3A0D83724E}"/>
              </a:ext>
            </a:extLst>
          </p:cNvPr>
          <p:cNvSpPr>
            <a:spLocks xmlns:a="http://schemas.openxmlformats.org/drawingml/2006/main" noGrp="1"/>
          </p:cNvSpPr>
          <p:nvPr>
            <p:ph type="body" idx="13"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Tree>
  </p:cSld>
</p:sldLayout>
</file>

<file path=ppt/slideLayouts/slideLayout5.xml><?xml version="1.0" encoding="utf-8"?>
<p:sldLayout xmlns:p="http://schemas.openxmlformats.org/presentationml/2006/main" userDrawn="1">
  <p:cSld name="6_제목 및 내용">
    <p:spTree>
      <p:nvGrpSpPr>
        <p:cNvPr id="1" name=""/>
        <p:cNvGrpSpPr/>
        <p:nvPr/>
      </p:nvGrpSpPr>
      <p:grpSpPr>
        <a:xfrm xmlns:a="http://schemas.openxmlformats.org/drawingml/2006/main"/>
      </p:grpSpPr>
      <p:pic>
        <p:nvPicPr>
          <p:cNvPr id="49" name="그림 16"/>
          <p:cNvPicPr>
            <a:picLocks xmlns:a="http://schemas.openxmlformats.org/drawingml/2006/main" noChangeAspect="1"/>
          </p:cNvPicPr>
          <p:nvPr/>
        </p:nvPicPr>
        <p:blipFill>
          <a:blip xmlns:r="http://schemas.openxmlformats.org/officeDocument/2006/relationships" xmlns:a="http://schemas.openxmlformats.org/drawingml/2006/main" r:embed="Rd8e606fe300d4f68"/>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5CFCB10A-C69F-4DC3-9842-2D94F9F18C7A}"/>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85E57A5F-21B9-4386-B8EA-1F1F2A6D2C1B}"/>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52" name="그림 26"/>
          <p:cNvPicPr>
            <a:picLocks xmlns:a="http://schemas.openxmlformats.org/drawingml/2006/main" noChangeAspect="1"/>
          </p:cNvPicPr>
          <p:nvPr/>
        </p:nvPicPr>
        <p:blipFill>
          <a:blip xmlns:r="http://schemas.openxmlformats.org/officeDocument/2006/relationships" xmlns:a="http://schemas.openxmlformats.org/drawingml/2006/main" r:embed="Rc985a70182b3402d"/>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23" name="텍스트 개체 틀 7">
            <a:extLst xmlns:a="http://schemas.openxmlformats.org/drawingml/2006/main">
              <a:ext uri="{FF2B5EF4-FFF2-40B4-BE49-F238E27FC236}">
                <a16:creationId xmlns:a16="http://schemas.microsoft.com/office/drawing/2014/main" id="{1F210DB2-FC52-4443-888D-FE225A8D1483}"/>
              </a:ext>
            </a:extLst>
          </p:cNvPr>
          <p:cNvSpPr>
            <a:spLocks xmlns:a="http://schemas.openxmlformats.org/drawingml/2006/main" noGrp="1"/>
          </p:cNvSpPr>
          <p:nvPr>
            <p:ph type="body" idx="36"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11" name="제목 3">
            <a:extLst xmlns:a="http://schemas.openxmlformats.org/drawingml/2006/main">
              <a:ext uri="{FF2B5EF4-FFF2-40B4-BE49-F238E27FC236}">
                <a16:creationId xmlns:a16="http://schemas.microsoft.com/office/drawing/2014/main" id="{8E906D2C-4199-41CC-92F6-ACC152C17730}"/>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12" name="텍스트 개체 틀 4">
            <a:extLst xmlns:a="http://schemas.openxmlformats.org/drawingml/2006/main">
              <a:ext uri="{FF2B5EF4-FFF2-40B4-BE49-F238E27FC236}">
                <a16:creationId xmlns:a16="http://schemas.microsoft.com/office/drawing/2014/main" id="{657B3E9B-2426-4207-B85D-64BBDB2FACF1}"/>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13" name="텍스트 개체 틀 7">
            <a:extLst xmlns:a="http://schemas.openxmlformats.org/drawingml/2006/main">
              <a:ext uri="{FF2B5EF4-FFF2-40B4-BE49-F238E27FC236}">
                <a16:creationId xmlns:a16="http://schemas.microsoft.com/office/drawing/2014/main" id="{88BD3890-942A-4704-ADC5-7EDCFA21FCE3}"/>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14" name="텍스트 개체 틀 4">
            <a:extLst xmlns:a="http://schemas.openxmlformats.org/drawingml/2006/main">
              <a:ext uri="{FF2B5EF4-FFF2-40B4-BE49-F238E27FC236}">
                <a16:creationId xmlns:a16="http://schemas.microsoft.com/office/drawing/2014/main" id="{B4C74B6B-CC14-4050-A85D-4751D8DDAC85}"/>
              </a:ext>
            </a:extLst>
          </p:cNvPr>
          <p:cNvSpPr>
            <a:spLocks xmlns:a="http://schemas.openxmlformats.org/drawingml/2006/main" noGrp="1"/>
          </p:cNvSpPr>
          <p:nvPr>
            <p:ph type="body" idx="37" hasCustomPrompt="1"/>
          </p:nvPr>
        </p:nvSpPr>
        <p:spPr>
          <a:xfrm xmlns:a="http://schemas.openxmlformats.org/drawingml/2006/main">
            <a:off x="187134" y="1733842"/>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Tree>
  </p:cSld>
</p:sldLayout>
</file>

<file path=ppt/slideLayouts/slideLayout6.xml><?xml version="1.0" encoding="utf-8"?>
<p:sldLayout xmlns:p="http://schemas.openxmlformats.org/presentationml/2006/main" preserve="1" userDrawn="1">
  <p:cSld name="7_제목 및 내용">
    <p:spTree>
      <p:nvGrpSpPr>
        <p:cNvPr id="1" name=""/>
        <p:cNvGrpSpPr/>
        <p:nvPr/>
      </p:nvGrpSpPr>
      <p:grpSpPr>
        <a:xfrm xmlns:a="http://schemas.openxmlformats.org/drawingml/2006/main"/>
      </p:grpSpPr>
      <p:pic>
        <p:nvPicPr>
          <p:cNvPr id="50" name="그림 16"/>
          <p:cNvPicPr>
            <a:picLocks xmlns:a="http://schemas.openxmlformats.org/drawingml/2006/main" noChangeAspect="1"/>
          </p:cNvPicPr>
          <p:nvPr/>
        </p:nvPicPr>
        <p:blipFill>
          <a:blip xmlns:r="http://schemas.openxmlformats.org/officeDocument/2006/relationships" xmlns:a="http://schemas.openxmlformats.org/drawingml/2006/main" r:embed="R8ea0153445884320"/>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95883BF4-64BE-438B-8932-550E1BF7D23D}"/>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8A78EAFB-330E-408B-AB81-6B147F7DF26C}"/>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53" name="그림 26"/>
          <p:cNvPicPr>
            <a:picLocks xmlns:a="http://schemas.openxmlformats.org/drawingml/2006/main" noChangeAspect="1"/>
          </p:cNvPicPr>
          <p:nvPr/>
        </p:nvPicPr>
        <p:blipFill>
          <a:blip xmlns:r="http://schemas.openxmlformats.org/officeDocument/2006/relationships" xmlns:a="http://schemas.openxmlformats.org/drawingml/2006/main" r:embed="R6894110e45a44571"/>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23" name="텍스트 개체 틀 7">
            <a:extLst xmlns:a="http://schemas.openxmlformats.org/drawingml/2006/main">
              <a:ext uri="{FF2B5EF4-FFF2-40B4-BE49-F238E27FC236}">
                <a16:creationId xmlns:a16="http://schemas.microsoft.com/office/drawing/2014/main" id="{01A0598F-E9C0-41AA-AAA5-801EEF2FB947}"/>
              </a:ext>
            </a:extLst>
          </p:cNvPr>
          <p:cNvSpPr>
            <a:spLocks xmlns:a="http://schemas.openxmlformats.org/drawingml/2006/main" noGrp="1"/>
          </p:cNvSpPr>
          <p:nvPr>
            <p:ph type="body" idx="36"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graphicFrame>
        <p:nvGraphicFramePr>
          <p:cNvPr id="55" name="표 10"/>
          <p:cNvGraphicFramePr/>
          <p:nvPr/>
        </p:nvGraphicFramePr>
        <p:xfrm>
          <a:off xmlns:a="http://schemas.openxmlformats.org/drawingml/2006/main" x="353247" y="2224178"/>
          <a:ext xmlns:a="http://schemas.openxmlformats.org/drawingml/2006/main" cx="4934463" cy="2451140"/>
        </p:xfrm>
        <a:graphic xmlns:a="http://schemas.openxmlformats.org/drawingml/2006/main">
          <a:graphicData uri="http://schemas.openxmlformats.org/drawingml/2006/table">
            <a:tbl>
              <a:tblPr firstRow="1" bandRow="1">
                <a:tableStyleId>{5C22544A-7EE6-4342-B048-85BDC9FD1C3A}</a:tableStyleId>
              </a:tblPr>
              <a:tblGrid>
                <a:gridCol w="1243240"/>
                <a:gridCol w="3691223"/>
              </a:tblGrid>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12" name="텍스트 개체 틀 5">
            <a:extLst xmlns:a="http://schemas.openxmlformats.org/drawingml/2006/main">
              <a:ext uri="{FF2B5EF4-FFF2-40B4-BE49-F238E27FC236}">
                <a16:creationId xmlns:a16="http://schemas.microsoft.com/office/drawing/2014/main" id="{E4FD0875-CA95-4170-AC55-A123E2965896}"/>
              </a:ext>
            </a:extLst>
          </p:cNvPr>
          <p:cNvSpPr>
            <a:spLocks xmlns:a="http://schemas.openxmlformats.org/drawingml/2006/main" noGrp="1"/>
          </p:cNvSpPr>
          <p:nvPr>
            <p:ph type="body" idx="13" hasCustomPrompt="1"/>
          </p:nvPr>
        </p:nvSpPr>
        <p:spPr>
          <a:xfrm xmlns:a="http://schemas.openxmlformats.org/drawingml/2006/main">
            <a:off x="1607735" y="2224178"/>
            <a:ext cx="3422602" cy="616555"/>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13" name="텍스트 개체 틀 2">
            <a:extLst xmlns:a="http://schemas.openxmlformats.org/drawingml/2006/main">
              <a:ext uri="{FF2B5EF4-FFF2-40B4-BE49-F238E27FC236}">
                <a16:creationId xmlns:a16="http://schemas.microsoft.com/office/drawing/2014/main" id="{53B01CF9-3CFE-47F6-9503-0D0DAF91F6AE}"/>
              </a:ext>
            </a:extLst>
          </p:cNvPr>
          <p:cNvSpPr>
            <a:spLocks xmlns:a="http://schemas.openxmlformats.org/drawingml/2006/main" noGrp="1"/>
          </p:cNvSpPr>
          <p:nvPr>
            <p:ph type="body" idx="28" hasCustomPrompt="1"/>
          </p:nvPr>
        </p:nvSpPr>
        <p:spPr>
          <a:xfrm xmlns:a="http://schemas.openxmlformats.org/drawingml/2006/main">
            <a:off x="384449" y="2247797"/>
            <a:ext cx="1177839" cy="559194"/>
          </a:xfrm>
        </p:spPr>
        <p:txBody>
          <a:bodyPr xmlns:a="http://schemas.openxmlformats.org/drawingml/2006/main" anchor="ctr">
            <a:noAutofit/>
          </a:bodyPr>
          <a:lstStyle xmlns:a="http://schemas.openxmlformats.org/drawingml/2006/main">
            <a:lvl1pPr marL="0" indent="-180000" algn="ctr">
              <a:lnSpc>
                <a:spcPct val="120000"/>
              </a:lnSpc>
              <a:spcBef>
                <a:spcPts val="600"/>
              </a:spcBef>
              <a:buNone/>
              <a:defRPr sz="1200" b="1" baseline="0"/>
            </a:lvl1pPr>
          </a:lstStyle>
          <a:p xmlns:a="http://schemas.openxmlformats.org/drawingml/2006/main">
            <a:pPr algn="ctr">
              <a:buNone/>
            </a:pPr>
            <a:r>
              <a:rPr sz="1200" b="1">
                <a:solidFill>
                  <a:schemeClr val="tx1"/>
                </a:solidFill>
              </a:rPr>
              <a:t>항목</a:t>
            </a:r>
            <a:r>
              <a:rPr sz="1200" b="1">
                <a:solidFill>
                  <a:schemeClr val="tx1"/>
                </a:solidFill>
              </a:rPr>
              <a:t/>
            </a:r>
            <a:br/>
            <a:r>
              <a:rPr sz="1200" b="1">
                <a:solidFill>
                  <a:schemeClr val="tx1"/>
                </a:solidFill>
              </a:rPr>
              <a:t>(Bold, 12)</a:t>
            </a:r>
          </a:p>
        </p:txBody>
      </p:sp>
      <p:sp>
        <p:nvSpPr>
          <p:cNvPr id="14" name="텍스트 개체 틀 2">
            <a:extLst xmlns:a="http://schemas.openxmlformats.org/drawingml/2006/main">
              <a:ext uri="{FF2B5EF4-FFF2-40B4-BE49-F238E27FC236}">
                <a16:creationId xmlns:a16="http://schemas.microsoft.com/office/drawing/2014/main" id="{3A39DFE7-F505-47E9-8561-9E2E4F90DE29}"/>
              </a:ext>
            </a:extLst>
          </p:cNvPr>
          <p:cNvSpPr>
            <a:spLocks xmlns:a="http://schemas.openxmlformats.org/drawingml/2006/main" noGrp="1"/>
          </p:cNvSpPr>
          <p:nvPr>
            <p:ph type="body" idx="29" hasCustomPrompt="1"/>
          </p:nvPr>
        </p:nvSpPr>
        <p:spPr>
          <a:xfrm xmlns:a="http://schemas.openxmlformats.org/drawingml/2006/main">
            <a:off x="384449" y="2852211"/>
            <a:ext cx="1177839" cy="570858"/>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5" name="텍스트 개체 틀 2">
            <a:extLst xmlns:a="http://schemas.openxmlformats.org/drawingml/2006/main">
              <a:ext uri="{FF2B5EF4-FFF2-40B4-BE49-F238E27FC236}">
                <a16:creationId xmlns:a16="http://schemas.microsoft.com/office/drawing/2014/main" id="{092C6D5E-8482-4E2F-BF99-242804FC3A2A}"/>
              </a:ext>
            </a:extLst>
          </p:cNvPr>
          <p:cNvSpPr>
            <a:spLocks xmlns:a="http://schemas.openxmlformats.org/drawingml/2006/main" noGrp="1"/>
          </p:cNvSpPr>
          <p:nvPr>
            <p:ph type="body" idx="30" hasCustomPrompt="1"/>
          </p:nvPr>
        </p:nvSpPr>
        <p:spPr>
          <a:xfrm xmlns:a="http://schemas.openxmlformats.org/drawingml/2006/main">
            <a:off x="384450" y="3461089"/>
            <a:ext cx="1177839" cy="605133"/>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6" name="텍스트 개체 틀 2">
            <a:extLst xmlns:a="http://schemas.openxmlformats.org/drawingml/2006/main">
              <a:ext uri="{FF2B5EF4-FFF2-40B4-BE49-F238E27FC236}">
                <a16:creationId xmlns:a16="http://schemas.microsoft.com/office/drawing/2014/main" id="{DD7EC9A8-3FE7-4EC8-BD38-8D06AD9020CD}"/>
              </a:ext>
            </a:extLst>
          </p:cNvPr>
          <p:cNvSpPr>
            <a:spLocks xmlns:a="http://schemas.openxmlformats.org/drawingml/2006/main" noGrp="1"/>
          </p:cNvSpPr>
          <p:nvPr>
            <p:ph type="body" idx="31" hasCustomPrompt="1"/>
          </p:nvPr>
        </p:nvSpPr>
        <p:spPr>
          <a:xfrm xmlns:a="http://schemas.openxmlformats.org/drawingml/2006/main">
            <a:off x="384450" y="4077167"/>
            <a:ext cx="1177839" cy="598151"/>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8" name="텍스트 개체 틀 5">
            <a:extLst xmlns:a="http://schemas.openxmlformats.org/drawingml/2006/main">
              <a:ext uri="{FF2B5EF4-FFF2-40B4-BE49-F238E27FC236}">
                <a16:creationId xmlns:a16="http://schemas.microsoft.com/office/drawing/2014/main" id="{A416415A-6F12-4E06-BB89-74D3CDC86AFD}"/>
              </a:ext>
            </a:extLst>
          </p:cNvPr>
          <p:cNvSpPr>
            <a:spLocks xmlns:a="http://schemas.openxmlformats.org/drawingml/2006/main" noGrp="1"/>
          </p:cNvSpPr>
          <p:nvPr>
            <p:ph type="body" idx="33" hasCustomPrompt="1"/>
          </p:nvPr>
        </p:nvSpPr>
        <p:spPr>
          <a:xfrm xmlns:a="http://schemas.openxmlformats.org/drawingml/2006/main">
            <a:off x="1607735" y="2840734"/>
            <a:ext cx="3434203" cy="609562"/>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1" name="텍스트 개체 틀 5">
            <a:extLst xmlns:a="http://schemas.openxmlformats.org/drawingml/2006/main">
              <a:ext uri="{FF2B5EF4-FFF2-40B4-BE49-F238E27FC236}">
                <a16:creationId xmlns:a16="http://schemas.microsoft.com/office/drawing/2014/main" id="{4B10BAA1-4A09-463A-959D-624A2021E378}"/>
              </a:ext>
            </a:extLst>
          </p:cNvPr>
          <p:cNvSpPr>
            <a:spLocks xmlns:a="http://schemas.openxmlformats.org/drawingml/2006/main" noGrp="1"/>
          </p:cNvSpPr>
          <p:nvPr>
            <p:ph type="body" idx="37" hasCustomPrompt="1"/>
          </p:nvPr>
        </p:nvSpPr>
        <p:spPr>
          <a:xfrm xmlns:a="http://schemas.openxmlformats.org/drawingml/2006/main">
            <a:off x="1607735" y="3457289"/>
            <a:ext cx="3422602" cy="619878"/>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2" name="텍스트 개체 틀 5">
            <a:extLst xmlns:a="http://schemas.openxmlformats.org/drawingml/2006/main">
              <a:ext uri="{FF2B5EF4-FFF2-40B4-BE49-F238E27FC236}">
                <a16:creationId xmlns:a16="http://schemas.microsoft.com/office/drawing/2014/main" id="{5A7ACD0B-9416-46A8-9EB7-C3CE9DE3C55F}"/>
              </a:ext>
            </a:extLst>
          </p:cNvPr>
          <p:cNvSpPr>
            <a:spLocks xmlns:a="http://schemas.openxmlformats.org/drawingml/2006/main" noGrp="1"/>
          </p:cNvSpPr>
          <p:nvPr>
            <p:ph type="body" idx="38" hasCustomPrompt="1"/>
          </p:nvPr>
        </p:nvSpPr>
        <p:spPr>
          <a:xfrm xmlns:a="http://schemas.openxmlformats.org/drawingml/2006/main">
            <a:off x="1607735" y="4066222"/>
            <a:ext cx="3422602" cy="616089"/>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0" name="제목 3">
            <a:extLst xmlns:a="http://schemas.openxmlformats.org/drawingml/2006/main">
              <a:ext uri="{FF2B5EF4-FFF2-40B4-BE49-F238E27FC236}">
                <a16:creationId xmlns:a16="http://schemas.microsoft.com/office/drawing/2014/main" id="{2C8196F8-AB22-49B5-9409-44E326D6B8B0}"/>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26" name="텍스트 개체 틀 4">
            <a:extLst xmlns:a="http://schemas.openxmlformats.org/drawingml/2006/main">
              <a:ext uri="{FF2B5EF4-FFF2-40B4-BE49-F238E27FC236}">
                <a16:creationId xmlns:a16="http://schemas.microsoft.com/office/drawing/2014/main" id="{D04EED87-F697-434E-9030-F4ABCFFC00F4}"/>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29" name="텍스트 개체 틀 7">
            <a:extLst xmlns:a="http://schemas.openxmlformats.org/drawingml/2006/main">
              <a:ext uri="{FF2B5EF4-FFF2-40B4-BE49-F238E27FC236}">
                <a16:creationId xmlns:a16="http://schemas.microsoft.com/office/drawing/2014/main" id="{D91D941A-3016-4F94-942B-C3956DB102F1}"/>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30" name="텍스트 개체 틀 4">
            <a:extLst xmlns:a="http://schemas.openxmlformats.org/drawingml/2006/main">
              <a:ext uri="{FF2B5EF4-FFF2-40B4-BE49-F238E27FC236}">
                <a16:creationId xmlns:a16="http://schemas.microsoft.com/office/drawing/2014/main" id="{B4176591-4F9F-4AE4-8E71-C1D3057B968E}"/>
              </a:ext>
            </a:extLst>
          </p:cNvPr>
          <p:cNvSpPr>
            <a:spLocks xmlns:a="http://schemas.openxmlformats.org/drawingml/2006/main" noGrp="1"/>
          </p:cNvSpPr>
          <p:nvPr>
            <p:ph type="body" idx="39" hasCustomPrompt="1"/>
          </p:nvPr>
        </p:nvSpPr>
        <p:spPr>
          <a:xfrm xmlns:a="http://schemas.openxmlformats.org/drawingml/2006/main">
            <a:off x="187134" y="1733842"/>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Tree>
  </p:cSld>
</p:sldLayout>
</file>

<file path=ppt/slideLayouts/slideLayout7.xml><?xml version="1.0" encoding="utf-8"?>
<p:sldLayout xmlns:p="http://schemas.openxmlformats.org/presentationml/2006/main" userDrawn="1">
  <p:cSld name="4_제목 및 내용">
    <p:spTree>
      <p:nvGrpSpPr>
        <p:cNvPr id="1" name=""/>
        <p:cNvGrpSpPr/>
        <p:nvPr/>
      </p:nvGrpSpPr>
      <p:grpSpPr>
        <a:xfrm xmlns:a="http://schemas.openxmlformats.org/drawingml/2006/main"/>
      </p:grpSpPr>
      <p:pic>
        <p:nvPicPr>
          <p:cNvPr id="52" name="그림 16"/>
          <p:cNvPicPr>
            <a:picLocks xmlns:a="http://schemas.openxmlformats.org/drawingml/2006/main" noChangeAspect="1"/>
          </p:cNvPicPr>
          <p:nvPr/>
        </p:nvPicPr>
        <p:blipFill>
          <a:blip xmlns:r="http://schemas.openxmlformats.org/officeDocument/2006/relationships" xmlns:a="http://schemas.openxmlformats.org/drawingml/2006/main" r:embed="Rfa2a5d8cba024908"/>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C91BD6B6-F589-480F-81BD-6D5C9DA8E14B}"/>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B6030835-0563-49DE-8C92-41AD7E266156}"/>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55" name="그림 48"/>
          <p:cNvPicPr>
            <a:picLocks xmlns:a="http://schemas.openxmlformats.org/drawingml/2006/main" noChangeAspect="1"/>
          </p:cNvPicPr>
          <p:nvPr/>
        </p:nvPicPr>
        <p:blipFill>
          <a:blip xmlns:r="http://schemas.openxmlformats.org/officeDocument/2006/relationships" xmlns:a="http://schemas.openxmlformats.org/drawingml/2006/main" r:embed="Re6ef1a492e594128"/>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47" name="텍스트 개체 틀 7">
            <a:extLst xmlns:a="http://schemas.openxmlformats.org/drawingml/2006/main">
              <a:ext uri="{FF2B5EF4-FFF2-40B4-BE49-F238E27FC236}">
                <a16:creationId xmlns:a16="http://schemas.microsoft.com/office/drawing/2014/main" id="{31A1D04E-7FEA-42BC-8FF4-284C65BC8ADE}"/>
              </a:ext>
            </a:extLst>
          </p:cNvPr>
          <p:cNvSpPr>
            <a:spLocks xmlns:a="http://schemas.openxmlformats.org/drawingml/2006/main" noGrp="1"/>
          </p:cNvSpPr>
          <p:nvPr>
            <p:ph type="body" idx="44"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graphicFrame>
        <p:nvGraphicFramePr>
          <p:cNvPr id="57" name="표 10"/>
          <p:cNvGraphicFramePr/>
          <p:nvPr/>
        </p:nvGraphicFramePr>
        <p:xfrm>
          <a:off xmlns:a="http://schemas.openxmlformats.org/drawingml/2006/main" x="353247" y="2166578"/>
          <a:ext xmlns:a="http://schemas.openxmlformats.org/drawingml/2006/main" cx="4165342" cy="2451140"/>
        </p:xfrm>
        <a:graphic xmlns:a="http://schemas.openxmlformats.org/drawingml/2006/main">
          <a:graphicData uri="http://schemas.openxmlformats.org/drawingml/2006/table">
            <a:tbl>
              <a:tblPr firstRow="1" bandRow="1">
                <a:tableStyleId>{5C22544A-7EE6-4342-B048-85BDC9FD1C3A}</a:tableStyleId>
              </a:tblPr>
              <a:tblGrid>
                <a:gridCol w="1049459"/>
                <a:gridCol w="3115883"/>
              </a:tblGrid>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12" name="텍스트 개체 틀 5">
            <a:extLst xmlns:a="http://schemas.openxmlformats.org/drawingml/2006/main">
              <a:ext uri="{FF2B5EF4-FFF2-40B4-BE49-F238E27FC236}">
                <a16:creationId xmlns:a16="http://schemas.microsoft.com/office/drawing/2014/main" id="{C41998FA-9991-405D-AF61-CD89CB09F489}"/>
              </a:ext>
            </a:extLst>
          </p:cNvPr>
          <p:cNvSpPr>
            <a:spLocks xmlns:a="http://schemas.openxmlformats.org/drawingml/2006/main" noGrp="1"/>
          </p:cNvSpPr>
          <p:nvPr>
            <p:ph type="body" idx="13" hasCustomPrompt="1"/>
          </p:nvPr>
        </p:nvSpPr>
        <p:spPr>
          <a:xfrm xmlns:a="http://schemas.openxmlformats.org/drawingml/2006/main">
            <a:off x="1417685" y="2166578"/>
            <a:ext cx="2838184" cy="585518"/>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13" name="텍스트 개체 틀 2">
            <a:extLst xmlns:a="http://schemas.openxmlformats.org/drawingml/2006/main">
              <a:ext uri="{FF2B5EF4-FFF2-40B4-BE49-F238E27FC236}">
                <a16:creationId xmlns:a16="http://schemas.microsoft.com/office/drawing/2014/main" id="{C53D057B-B986-48E6-8FB6-EE107B23E156}"/>
              </a:ext>
            </a:extLst>
          </p:cNvPr>
          <p:cNvSpPr>
            <a:spLocks xmlns:a="http://schemas.openxmlformats.org/drawingml/2006/main" noGrp="1"/>
          </p:cNvSpPr>
          <p:nvPr>
            <p:ph type="body" idx="28" hasCustomPrompt="1"/>
          </p:nvPr>
        </p:nvSpPr>
        <p:spPr>
          <a:xfrm xmlns:a="http://schemas.openxmlformats.org/drawingml/2006/main">
            <a:off x="381207" y="2166578"/>
            <a:ext cx="994589" cy="626111"/>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r>
              <a:rPr sz="1200" b="1">
                <a:solidFill>
                  <a:schemeClr val="tx1"/>
                </a:solidFill>
              </a:rPr>
              <a:t/>
            </a:r>
            <a:br/>
            <a:r>
              <a:rPr sz="1200" b="1">
                <a:solidFill>
                  <a:schemeClr val="tx1"/>
                </a:solidFill>
              </a:rPr>
              <a:t>(Bold, 12)</a:t>
            </a:r>
          </a:p>
        </p:txBody>
      </p:sp>
      <p:sp>
        <p:nvSpPr>
          <p:cNvPr id="14" name="텍스트 개체 틀 2">
            <a:extLst xmlns:a="http://schemas.openxmlformats.org/drawingml/2006/main">
              <a:ext uri="{FF2B5EF4-FFF2-40B4-BE49-F238E27FC236}">
                <a16:creationId xmlns:a16="http://schemas.microsoft.com/office/drawing/2014/main" id="{71B730FD-8D30-4B52-8D57-21844F1B6743}"/>
              </a:ext>
            </a:extLst>
          </p:cNvPr>
          <p:cNvSpPr>
            <a:spLocks xmlns:a="http://schemas.openxmlformats.org/drawingml/2006/main" noGrp="1"/>
          </p:cNvSpPr>
          <p:nvPr>
            <p:ph type="body" idx="29" hasCustomPrompt="1"/>
          </p:nvPr>
        </p:nvSpPr>
        <p:spPr>
          <a:xfrm xmlns:a="http://schemas.openxmlformats.org/drawingml/2006/main">
            <a:off x="381207" y="2792689"/>
            <a:ext cx="991441" cy="61113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5" name="텍스트 개체 틀 2">
            <a:extLst xmlns:a="http://schemas.openxmlformats.org/drawingml/2006/main">
              <a:ext uri="{FF2B5EF4-FFF2-40B4-BE49-F238E27FC236}">
                <a16:creationId xmlns:a16="http://schemas.microsoft.com/office/drawing/2014/main" id="{470390B3-45A5-40F1-80CD-DC685D0DA129}"/>
              </a:ext>
            </a:extLst>
          </p:cNvPr>
          <p:cNvSpPr>
            <a:spLocks xmlns:a="http://schemas.openxmlformats.org/drawingml/2006/main" noGrp="1"/>
          </p:cNvSpPr>
          <p:nvPr>
            <p:ph type="body" idx="30" hasCustomPrompt="1"/>
          </p:nvPr>
        </p:nvSpPr>
        <p:spPr>
          <a:xfrm xmlns:a="http://schemas.openxmlformats.org/drawingml/2006/main">
            <a:off x="384355" y="3429354"/>
            <a:ext cx="991441" cy="54961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16" name="텍스트 개체 틀 2">
            <a:extLst xmlns:a="http://schemas.openxmlformats.org/drawingml/2006/main">
              <a:ext uri="{FF2B5EF4-FFF2-40B4-BE49-F238E27FC236}">
                <a16:creationId xmlns:a16="http://schemas.microsoft.com/office/drawing/2014/main" id="{F12424D0-45D5-49F7-913F-27BBC1BAAF8E}"/>
              </a:ext>
            </a:extLst>
          </p:cNvPr>
          <p:cNvSpPr>
            <a:spLocks xmlns:a="http://schemas.openxmlformats.org/drawingml/2006/main" noGrp="1"/>
          </p:cNvSpPr>
          <p:nvPr>
            <p:ph type="body" idx="31" hasCustomPrompt="1"/>
          </p:nvPr>
        </p:nvSpPr>
        <p:spPr>
          <a:xfrm xmlns:a="http://schemas.openxmlformats.org/drawingml/2006/main">
            <a:off x="381207" y="4026771"/>
            <a:ext cx="991441" cy="575144"/>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graphicFrame>
        <p:nvGraphicFramePr>
          <p:cNvPr id="63" name="표 20"/>
          <p:cNvGraphicFramePr/>
          <p:nvPr/>
        </p:nvGraphicFramePr>
        <p:xfrm>
          <a:off xmlns:a="http://schemas.openxmlformats.org/drawingml/2006/main" x="4652133" y="2166578"/>
          <a:ext xmlns:a="http://schemas.openxmlformats.org/drawingml/2006/main" cx="4165342" cy="2451140"/>
        </p:xfrm>
        <a:graphic xmlns:a="http://schemas.openxmlformats.org/drawingml/2006/main">
          <a:graphicData uri="http://schemas.openxmlformats.org/drawingml/2006/table">
            <a:tbl>
              <a:tblPr firstRow="1" bandRow="1">
                <a:tableStyleId>{5C22544A-7EE6-4342-B048-85BDC9FD1C3A}</a:tableStyleId>
              </a:tblPr>
              <a:tblGrid>
                <a:gridCol w="1049459"/>
                <a:gridCol w="3115883"/>
              </a:tblGrid>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r h="612785">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c>
                  <a:txBody>
                    <a:bodyPr/>
                    <a:lstStyle/>
                    <a:p>
                      <a:pPr marL="0" marR="0" lvl="0" indent="0" algn="l" defTabSz="914400">
                        <a:lnSpc>
                          <a:spcPct val="150000"/>
                        </a:lnSpc>
                        <a:spcBef>
                          <a:spcPts val="0"/>
                        </a:spcBef>
                        <a:spcAft>
                          <a:spcPts val="0"/>
                        </a:spcAft>
                        <a:buClrTx/>
                        <a:buSzTx/>
                        <a:buFontTx/>
                        <a:buNone/>
                      </a:pPr>
                      <a:endParaRPr sz="1100" b="0" kern="1200">
                        <a:solidFill>
                          <a:schemeClr val="tx1"/>
                        </a:solidFill>
                        <a:latin typeface="+mn-lt"/>
                        <a:ea typeface="+mn-lt"/>
                        <a:cs typeface="+mn-lt"/>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34" name="텍스트 개체 틀 5">
            <a:extLst xmlns:a="http://schemas.openxmlformats.org/drawingml/2006/main">
              <a:ext uri="{FF2B5EF4-FFF2-40B4-BE49-F238E27FC236}">
                <a16:creationId xmlns:a16="http://schemas.microsoft.com/office/drawing/2014/main" id="{055265D6-61E6-423B-83A7-6BA0B6F8B9D3}"/>
              </a:ext>
            </a:extLst>
          </p:cNvPr>
          <p:cNvSpPr>
            <a:spLocks xmlns:a="http://schemas.openxmlformats.org/drawingml/2006/main" noGrp="1"/>
          </p:cNvSpPr>
          <p:nvPr>
            <p:ph type="body" idx="45" hasCustomPrompt="1"/>
          </p:nvPr>
        </p:nvSpPr>
        <p:spPr>
          <a:xfrm xmlns:a="http://schemas.openxmlformats.org/drawingml/2006/main">
            <a:off x="1417685" y="2792688"/>
            <a:ext cx="2838184" cy="600995"/>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5" name="텍스트 개체 틀 5">
            <a:extLst xmlns:a="http://schemas.openxmlformats.org/drawingml/2006/main">
              <a:ext uri="{FF2B5EF4-FFF2-40B4-BE49-F238E27FC236}">
                <a16:creationId xmlns:a16="http://schemas.microsoft.com/office/drawing/2014/main" id="{8A049848-A254-4F93-9187-89799BA4B5B0}"/>
              </a:ext>
            </a:extLst>
          </p:cNvPr>
          <p:cNvSpPr>
            <a:spLocks xmlns:a="http://schemas.openxmlformats.org/drawingml/2006/main" noGrp="1"/>
          </p:cNvSpPr>
          <p:nvPr>
            <p:ph type="body" idx="46" hasCustomPrompt="1"/>
          </p:nvPr>
        </p:nvSpPr>
        <p:spPr>
          <a:xfrm xmlns:a="http://schemas.openxmlformats.org/drawingml/2006/main">
            <a:off x="1417685" y="3393683"/>
            <a:ext cx="2838184" cy="585281"/>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6" name="텍스트 개체 틀 5">
            <a:extLst xmlns:a="http://schemas.openxmlformats.org/drawingml/2006/main">
              <a:ext uri="{FF2B5EF4-FFF2-40B4-BE49-F238E27FC236}">
                <a16:creationId xmlns:a16="http://schemas.microsoft.com/office/drawing/2014/main" id="{ED05235F-1D91-48A1-AE0A-A117A32F853C}"/>
              </a:ext>
            </a:extLst>
          </p:cNvPr>
          <p:cNvSpPr>
            <a:spLocks xmlns:a="http://schemas.openxmlformats.org/drawingml/2006/main" noGrp="1"/>
          </p:cNvSpPr>
          <p:nvPr>
            <p:ph type="body" idx="47" hasCustomPrompt="1"/>
          </p:nvPr>
        </p:nvSpPr>
        <p:spPr>
          <a:xfrm xmlns:a="http://schemas.openxmlformats.org/drawingml/2006/main">
            <a:off x="1417685" y="4004499"/>
            <a:ext cx="2838184" cy="613219"/>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7" name="텍스트 개체 틀 5">
            <a:extLst xmlns:a="http://schemas.openxmlformats.org/drawingml/2006/main">
              <a:ext uri="{FF2B5EF4-FFF2-40B4-BE49-F238E27FC236}">
                <a16:creationId xmlns:a16="http://schemas.microsoft.com/office/drawing/2014/main" id="{BB68A567-9DA3-4E96-813B-FDF552AF83CC}"/>
              </a:ext>
            </a:extLst>
          </p:cNvPr>
          <p:cNvSpPr>
            <a:spLocks xmlns:a="http://schemas.openxmlformats.org/drawingml/2006/main" noGrp="1"/>
          </p:cNvSpPr>
          <p:nvPr>
            <p:ph type="body" idx="48" hasCustomPrompt="1"/>
          </p:nvPr>
        </p:nvSpPr>
        <p:spPr>
          <a:xfrm xmlns:a="http://schemas.openxmlformats.org/drawingml/2006/main">
            <a:off x="5712790" y="2166578"/>
            <a:ext cx="2838184" cy="585518"/>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38" name="텍스트 개체 틀 2">
            <a:extLst xmlns:a="http://schemas.openxmlformats.org/drawingml/2006/main">
              <a:ext uri="{FF2B5EF4-FFF2-40B4-BE49-F238E27FC236}">
                <a16:creationId xmlns:a16="http://schemas.microsoft.com/office/drawing/2014/main" id="{507549EC-3D45-419D-ABA2-BAAC5B48296C}"/>
              </a:ext>
            </a:extLst>
          </p:cNvPr>
          <p:cNvSpPr>
            <a:spLocks xmlns:a="http://schemas.openxmlformats.org/drawingml/2006/main" noGrp="1"/>
          </p:cNvSpPr>
          <p:nvPr>
            <p:ph type="body" idx="49" hasCustomPrompt="1"/>
          </p:nvPr>
        </p:nvSpPr>
        <p:spPr>
          <a:xfrm xmlns:a="http://schemas.openxmlformats.org/drawingml/2006/main">
            <a:off x="4676312" y="2166578"/>
            <a:ext cx="994589" cy="639825"/>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r>
              <a:rPr sz="1200" b="1">
                <a:solidFill>
                  <a:schemeClr val="tx1"/>
                </a:solidFill>
              </a:rPr>
              <a:t/>
            </a:r>
            <a:br/>
            <a:r>
              <a:rPr sz="1200" b="1">
                <a:solidFill>
                  <a:schemeClr val="tx1"/>
                </a:solidFill>
              </a:rPr>
              <a:t>(Bold, 12)</a:t>
            </a:r>
          </a:p>
        </p:txBody>
      </p:sp>
      <p:sp>
        <p:nvSpPr>
          <p:cNvPr id="39" name="텍스트 개체 틀 2">
            <a:extLst xmlns:a="http://schemas.openxmlformats.org/drawingml/2006/main">
              <a:ext uri="{FF2B5EF4-FFF2-40B4-BE49-F238E27FC236}">
                <a16:creationId xmlns:a16="http://schemas.microsoft.com/office/drawing/2014/main" id="{371C19CF-608A-451D-A667-E323F72ECDCB}"/>
              </a:ext>
            </a:extLst>
          </p:cNvPr>
          <p:cNvSpPr>
            <a:spLocks xmlns:a="http://schemas.openxmlformats.org/drawingml/2006/main" noGrp="1"/>
          </p:cNvSpPr>
          <p:nvPr>
            <p:ph type="body" idx="50" hasCustomPrompt="1"/>
          </p:nvPr>
        </p:nvSpPr>
        <p:spPr>
          <a:xfrm xmlns:a="http://schemas.openxmlformats.org/drawingml/2006/main">
            <a:off x="4676312" y="2792689"/>
            <a:ext cx="991441" cy="61113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40" name="텍스트 개체 틀 2">
            <a:extLst xmlns:a="http://schemas.openxmlformats.org/drawingml/2006/main">
              <a:ext uri="{FF2B5EF4-FFF2-40B4-BE49-F238E27FC236}">
                <a16:creationId xmlns:a16="http://schemas.microsoft.com/office/drawing/2014/main" id="{437EF699-0EBE-4AC9-A33C-6868F6631573}"/>
              </a:ext>
            </a:extLst>
          </p:cNvPr>
          <p:cNvSpPr>
            <a:spLocks xmlns:a="http://schemas.openxmlformats.org/drawingml/2006/main" noGrp="1"/>
          </p:cNvSpPr>
          <p:nvPr>
            <p:ph type="body" idx="51" hasCustomPrompt="1"/>
          </p:nvPr>
        </p:nvSpPr>
        <p:spPr>
          <a:xfrm xmlns:a="http://schemas.openxmlformats.org/drawingml/2006/main">
            <a:off x="4679460" y="3429354"/>
            <a:ext cx="991441" cy="549610"/>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atin typeface="+mj-ea"/>
                <a:ea typeface="+mj-ea"/>
                <a:cs typeface="+mj-ea"/>
              </a:defRPr>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41" name="텍스트 개체 틀 2">
            <a:extLst xmlns:a="http://schemas.openxmlformats.org/drawingml/2006/main">
              <a:ext uri="{FF2B5EF4-FFF2-40B4-BE49-F238E27FC236}">
                <a16:creationId xmlns:a16="http://schemas.microsoft.com/office/drawing/2014/main" id="{95C26F98-E596-4C62-8E8D-27258354F0A4}"/>
              </a:ext>
            </a:extLst>
          </p:cNvPr>
          <p:cNvSpPr>
            <a:spLocks xmlns:a="http://schemas.openxmlformats.org/drawingml/2006/main" noGrp="1"/>
          </p:cNvSpPr>
          <p:nvPr>
            <p:ph type="body" idx="52" hasCustomPrompt="1"/>
          </p:nvPr>
        </p:nvSpPr>
        <p:spPr>
          <a:xfrm xmlns:a="http://schemas.openxmlformats.org/drawingml/2006/main">
            <a:off x="4676312" y="4026771"/>
            <a:ext cx="991441" cy="575144"/>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a:t>
            </a:r>
            <a:endParaRPr sz="1200" b="1">
              <a:solidFill>
                <a:schemeClr val="tx1"/>
              </a:solidFill>
            </a:endParaRPr>
          </a:p>
        </p:txBody>
      </p:sp>
      <p:sp>
        <p:nvSpPr>
          <p:cNvPr id="42" name="텍스트 개체 틀 5">
            <a:extLst xmlns:a="http://schemas.openxmlformats.org/drawingml/2006/main">
              <a:ext uri="{FF2B5EF4-FFF2-40B4-BE49-F238E27FC236}">
                <a16:creationId xmlns:a16="http://schemas.microsoft.com/office/drawing/2014/main" id="{DE85DF17-B355-482D-996F-088546014102}"/>
              </a:ext>
            </a:extLst>
          </p:cNvPr>
          <p:cNvSpPr>
            <a:spLocks xmlns:a="http://schemas.openxmlformats.org/drawingml/2006/main" noGrp="1"/>
          </p:cNvSpPr>
          <p:nvPr>
            <p:ph type="body" idx="53" hasCustomPrompt="1"/>
          </p:nvPr>
        </p:nvSpPr>
        <p:spPr>
          <a:xfrm xmlns:a="http://schemas.openxmlformats.org/drawingml/2006/main">
            <a:off x="5712790" y="2792688"/>
            <a:ext cx="2838184" cy="600995"/>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43" name="텍스트 개체 틀 5">
            <a:extLst xmlns:a="http://schemas.openxmlformats.org/drawingml/2006/main">
              <a:ext uri="{FF2B5EF4-FFF2-40B4-BE49-F238E27FC236}">
                <a16:creationId xmlns:a16="http://schemas.microsoft.com/office/drawing/2014/main" id="{98144A1C-96FF-4F27-88FF-ECF263B7BC4C}"/>
              </a:ext>
            </a:extLst>
          </p:cNvPr>
          <p:cNvSpPr>
            <a:spLocks xmlns:a="http://schemas.openxmlformats.org/drawingml/2006/main" noGrp="1"/>
          </p:cNvSpPr>
          <p:nvPr>
            <p:ph type="body" idx="54" hasCustomPrompt="1"/>
          </p:nvPr>
        </p:nvSpPr>
        <p:spPr>
          <a:xfrm xmlns:a="http://schemas.openxmlformats.org/drawingml/2006/main">
            <a:off x="5712790" y="3393683"/>
            <a:ext cx="2838184" cy="585281"/>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44" name="텍스트 개체 틀 5">
            <a:extLst xmlns:a="http://schemas.openxmlformats.org/drawingml/2006/main">
              <a:ext uri="{FF2B5EF4-FFF2-40B4-BE49-F238E27FC236}">
                <a16:creationId xmlns:a16="http://schemas.microsoft.com/office/drawing/2014/main" id="{6B1222CF-BE69-452F-B2D8-7D9256CEB610}"/>
              </a:ext>
            </a:extLst>
          </p:cNvPr>
          <p:cNvSpPr>
            <a:spLocks xmlns:a="http://schemas.openxmlformats.org/drawingml/2006/main" noGrp="1"/>
          </p:cNvSpPr>
          <p:nvPr>
            <p:ph type="body" idx="55" hasCustomPrompt="1"/>
          </p:nvPr>
        </p:nvSpPr>
        <p:spPr>
          <a:xfrm xmlns:a="http://schemas.openxmlformats.org/drawingml/2006/main">
            <a:off x="5712790" y="4004499"/>
            <a:ext cx="2838184" cy="613219"/>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a:lvl1pPr>
          </a:lstStyle>
          <a:p xmlns:a="http://schemas.openxmlformats.org/drawingml/2006/main">
            <a:pPr lvl="0">
              <a:buNone/>
            </a:pPr>
            <a:r>
              <a:t>내용 입력 </a:t>
            </a:r>
            <a:r>
              <a:t>(</a:t>
            </a:r>
            <a:r>
              <a:t>맑은 고딕</a:t>
            </a:r>
            <a:r>
              <a:t>, 11)</a:t>
            </a:r>
          </a:p>
          <a:p xmlns:a="http://schemas.openxmlformats.org/drawingml/2006/main">
            <a:pPr lvl="0">
              <a:buNone/>
            </a:pPr>
            <a:r>
              <a:t>내용 입력 </a:t>
            </a:r>
            <a:r>
              <a:t>(</a:t>
            </a:r>
            <a:r>
              <a:t>맑은 고딕</a:t>
            </a:r>
            <a:r>
              <a:t>, 11)</a:t>
            </a:r>
          </a:p>
        </p:txBody>
      </p:sp>
      <p:sp>
        <p:nvSpPr>
          <p:cNvPr id="29" name="제목 3">
            <a:extLst xmlns:a="http://schemas.openxmlformats.org/drawingml/2006/main">
              <a:ext uri="{FF2B5EF4-FFF2-40B4-BE49-F238E27FC236}">
                <a16:creationId xmlns:a16="http://schemas.microsoft.com/office/drawing/2014/main" id="{CE452126-9218-45BC-9CBA-B14AF2532F21}"/>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30" name="텍스트 개체 틀 4">
            <a:extLst xmlns:a="http://schemas.openxmlformats.org/drawingml/2006/main">
              <a:ext uri="{FF2B5EF4-FFF2-40B4-BE49-F238E27FC236}">
                <a16:creationId xmlns:a16="http://schemas.microsoft.com/office/drawing/2014/main" id="{104B2F2D-719B-474E-B4CC-935E0BB793F9}"/>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31" name="텍스트 개체 틀 7">
            <a:extLst xmlns:a="http://schemas.openxmlformats.org/drawingml/2006/main">
              <a:ext uri="{FF2B5EF4-FFF2-40B4-BE49-F238E27FC236}">
                <a16:creationId xmlns:a16="http://schemas.microsoft.com/office/drawing/2014/main" id="{2C78A54B-1FD5-4A7D-AC93-8444A4F69BC6}"/>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
        <p:nvSpPr>
          <p:cNvPr id="45" name="텍스트 개체 틀 4">
            <a:extLst xmlns:a="http://schemas.openxmlformats.org/drawingml/2006/main">
              <a:ext uri="{FF2B5EF4-FFF2-40B4-BE49-F238E27FC236}">
                <a16:creationId xmlns:a16="http://schemas.microsoft.com/office/drawing/2014/main" id="{156C1349-C915-4802-AD49-F6E66799DC9B}"/>
              </a:ext>
            </a:extLst>
          </p:cNvPr>
          <p:cNvSpPr>
            <a:spLocks xmlns:a="http://schemas.openxmlformats.org/drawingml/2006/main" noGrp="1"/>
          </p:cNvSpPr>
          <p:nvPr>
            <p:ph type="body" idx="37" hasCustomPrompt="1"/>
          </p:nvPr>
        </p:nvSpPr>
        <p:spPr>
          <a:xfrm xmlns:a="http://schemas.openxmlformats.org/drawingml/2006/main">
            <a:off x="187134" y="1733842"/>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Tree>
  </p:cSld>
</p:sldLayout>
</file>

<file path=ppt/slideLayouts/slideLayout8.xml><?xml version="1.0" encoding="utf-8"?>
<p:sldLayout xmlns:p="http://schemas.openxmlformats.org/presentationml/2006/main" userDrawn="1">
  <p:cSld name="5_제목 및 내용">
    <p:spTree>
      <p:nvGrpSpPr>
        <p:cNvPr id="1" name=""/>
        <p:cNvGrpSpPr/>
        <p:nvPr/>
      </p:nvGrpSpPr>
      <p:grpSpPr>
        <a:xfrm xmlns:a="http://schemas.openxmlformats.org/drawingml/2006/main"/>
      </p:grpSpPr>
      <p:pic>
        <p:nvPicPr>
          <p:cNvPr id="41" name="그림 39"/>
          <p:cNvPicPr>
            <a:picLocks xmlns:a="http://schemas.openxmlformats.org/drawingml/2006/main" noChangeAspect="1"/>
          </p:cNvPicPr>
          <p:nvPr/>
        </p:nvPicPr>
        <p:blipFill>
          <a:blip xmlns:r="http://schemas.openxmlformats.org/officeDocument/2006/relationships" xmlns:a="http://schemas.openxmlformats.org/drawingml/2006/main" r:embed="R294de8d052c142d6"/>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33" name="직선 연결선 32">
            <a:extLst xmlns:a="http://schemas.openxmlformats.org/drawingml/2006/main">
              <a:ext uri="{FF2B5EF4-FFF2-40B4-BE49-F238E27FC236}">
                <a16:creationId xmlns:a16="http://schemas.microsoft.com/office/drawing/2014/main" id="{DC753814-1086-43CE-BE89-8A0ACB4C3522}"/>
              </a:ext>
            </a:extLst>
          </p:cNvPr>
          <p:cNvSpPr>
            <a:spLocks xmlns:a="http://schemas.openxmlformats.org/drawingml/2006/main" noGrp="1"/>
          </p:cNvSpPr>
          <p:nvPr/>
        </p:nvSpPr>
        <p:spPr>
          <a:xfrm xmlns:a="http://schemas.openxmlformats.org/drawingml/2006/main">
            <a:off x="199141" y="648772"/>
            <a:ext cx="8648129" cy="0"/>
          </a:xfrm>
          <a:prstGeom xmlns:a="http://schemas.openxmlformats.org/drawingml/2006/main" prst="line">
            <a:avLst/>
          </a:prstGeom>
          <a:ln xmlns:a="http://schemas.openxmlformats.org/drawingml/2006/main" w="12700">
            <a:solidFill>
              <a:schemeClr val="bg2">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8E2877D4-F47E-42A6-9214-8976A0F78D57}"/>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pic>
        <p:nvPicPr>
          <p:cNvPr id="44" name="그림 36"/>
          <p:cNvPicPr>
            <a:picLocks xmlns:a="http://schemas.openxmlformats.org/drawingml/2006/main" noChangeAspect="1"/>
          </p:cNvPicPr>
          <p:nvPr/>
        </p:nvPicPr>
        <p:blipFill>
          <a:blip xmlns:r="http://schemas.openxmlformats.org/officeDocument/2006/relationships" xmlns:a="http://schemas.openxmlformats.org/drawingml/2006/main" r:embed="R483106078ce441c4"/>
          <a:stretch xmlns:a="http://schemas.openxmlformats.org/drawingml/2006/main">
            <a:fillRect l="0" t="0" r="0" b="0"/>
          </a:stretch>
        </p:blipFill>
        <p:spPr>
          <a:xfrm xmlns:a="http://schemas.openxmlformats.org/drawingml/2006/main">
            <a:off x="8090873" y="4815579"/>
            <a:ext cx="1000125" cy="264319"/>
          </a:xfrm>
          <a:prstGeom xmlns:a="http://schemas.openxmlformats.org/drawingml/2006/main" prst="rect">
            <a:avLst/>
          </a:prstGeom>
        </p:spPr>
      </p:pic>
      <p:sp>
        <p:nvSpPr>
          <p:cNvPr id="36" name="텍스트 개체 틀 7">
            <a:extLst xmlns:a="http://schemas.openxmlformats.org/drawingml/2006/main">
              <a:ext uri="{FF2B5EF4-FFF2-40B4-BE49-F238E27FC236}">
                <a16:creationId xmlns:a16="http://schemas.microsoft.com/office/drawing/2014/main" id="{1E5A81B0-5AF9-4665-A666-10130B428DBD}"/>
              </a:ext>
            </a:extLst>
          </p:cNvPr>
          <p:cNvSpPr>
            <a:spLocks xmlns:a="http://schemas.openxmlformats.org/drawingml/2006/main" noGrp="1"/>
          </p:cNvSpPr>
          <p:nvPr>
            <p:ph type="body" idx="38"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graphicFrame>
        <p:nvGraphicFramePr>
          <p:cNvPr id="46" name="표 9"/>
          <p:cNvGraphicFramePr/>
          <p:nvPr/>
        </p:nvGraphicFramePr>
        <p:xfrm>
          <a:off xmlns:a="http://schemas.openxmlformats.org/drawingml/2006/main" x="321195" y="1762122"/>
          <a:ext xmlns:a="http://schemas.openxmlformats.org/drawingml/2006/main" cx="4121707" cy="2936997"/>
        </p:xfrm>
        <a:graphic xmlns:a="http://schemas.openxmlformats.org/drawingml/2006/main">
          <a:graphicData uri="http://schemas.openxmlformats.org/drawingml/2006/table">
            <a:tbl>
              <a:tblPr firstRow="1" bandRow="1">
                <a:tableStyleId>{5C22544A-7EE6-4342-B048-85BDC9FD1C3A}</a:tableStyleId>
              </a:tblPr>
              <a:tblGrid>
                <a:gridCol w="4121707"/>
              </a:tblGrid>
              <a:tr h="325242">
                <a:tc>
                  <a:txBody>
                    <a:bodyPr/>
                    <a:lstStyle/>
                    <a:p>
                      <a:pPr algn="ctr">
                        <a:buNone/>
                      </a:pPr>
                      <a:endParaRPr sz="1200" b="0">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r>
              <a:tr h="2611755">
                <a:tc>
                  <a:txBody>
                    <a:bodyPr/>
                    <a:lstStyle/>
                    <a:p>
                      <a:pPr algn="l">
                        <a:lnSpc>
                          <a:spcPct val="150000"/>
                        </a:lnSpc>
                        <a:buNone/>
                      </a:pPr>
                      <a:endParaRPr sz="10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graphicFrame>
        <p:nvGraphicFramePr>
          <p:cNvPr id="47" name="표 10"/>
          <p:cNvGraphicFramePr/>
          <p:nvPr/>
        </p:nvGraphicFramePr>
        <p:xfrm>
          <a:off xmlns:a="http://schemas.openxmlformats.org/drawingml/2006/main" x="4660851" y="1762122"/>
          <a:ext xmlns:a="http://schemas.openxmlformats.org/drawingml/2006/main" cx="4121707" cy="2936997"/>
        </p:xfrm>
        <a:graphic xmlns:a="http://schemas.openxmlformats.org/drawingml/2006/main">
          <a:graphicData uri="http://schemas.openxmlformats.org/drawingml/2006/table">
            <a:tbl>
              <a:tblPr firstRow="1" bandRow="1">
                <a:tableStyleId>{5C22544A-7EE6-4342-B048-85BDC9FD1C3A}</a:tableStyleId>
              </a:tblPr>
              <a:tblGrid>
                <a:gridCol w="4121707"/>
              </a:tblGrid>
              <a:tr h="325242">
                <a:tc>
                  <a:txBody>
                    <a:bodyPr/>
                    <a:lstStyle/>
                    <a:p>
                      <a:pPr algn="ctr">
                        <a:buNone/>
                      </a:pPr>
                      <a:endParaRPr sz="1200" b="0">
                        <a:solidFill>
                          <a:schemeClr val="tx1"/>
                        </a:solidFill>
                      </a:endParaRPr>
                    </a:p>
                  </a:txBody>
                  <a:tcPr marL="68580" marR="68580" marT="34290" marB="34290" anchor="ctr">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solidFill>
                      <a:srgbClr val="EBF0FF"/>
                    </a:solidFill>
                  </a:tcPr>
                </a:tc>
              </a:tr>
              <a:tr h="2611755">
                <a:tc>
                  <a:txBody>
                    <a:bodyPr/>
                    <a:lstStyle/>
                    <a:p>
                      <a:pPr algn="l">
                        <a:lnSpc>
                          <a:spcPct val="150000"/>
                        </a:lnSpc>
                        <a:buNone/>
                      </a:pPr>
                      <a:endParaRPr sz="1000" b="0">
                        <a:solidFill>
                          <a:schemeClr val="tx1"/>
                        </a:solidFill>
                      </a:endParaRPr>
                    </a:p>
                  </a:txBody>
                  <a:tcPr marL="68580" marR="68580" marT="81000" marB="34290">
                    <a:lnL w="9525" cmpd="sng">
                      <a:solidFill>
                        <a:schemeClr val="tx1">
                          <a:lumMod val="65000"/>
                          <a:lumOff val="35000"/>
                        </a:schemeClr>
                      </a:solidFill>
                      <a:prstDash val="solid"/>
                    </a:lnL>
                    <a:lnR w="9525" cmpd="sng">
                      <a:solidFill>
                        <a:schemeClr val="tx1">
                          <a:lumMod val="65000"/>
                          <a:lumOff val="35000"/>
                        </a:schemeClr>
                      </a:solidFill>
                      <a:prstDash val="solid"/>
                    </a:lnR>
                    <a:lnT w="9525" cmpd="sng">
                      <a:solidFill>
                        <a:schemeClr val="tx1">
                          <a:lumMod val="65000"/>
                          <a:lumOff val="35000"/>
                        </a:schemeClr>
                      </a:solidFill>
                      <a:prstDash val="solid"/>
                    </a:lnT>
                    <a:lnB w="9525" cmpd="sng">
                      <a:solidFill>
                        <a:schemeClr val="tx1">
                          <a:lumMod val="65000"/>
                          <a:lumOff val="35000"/>
                        </a:schemeClr>
                      </a:solidFill>
                      <a:prstDash val="solid"/>
                    </a:lnB>
                    <a:noFill/>
                  </a:tcPr>
                </a:tc>
              </a:tr>
            </a:tbl>
          </a:graphicData>
        </a:graphic>
      </p:graphicFrame>
      <p:sp>
        <p:nvSpPr>
          <p:cNvPr id="12" name="텍스트 개체 틀 4">
            <a:extLst xmlns:a="http://schemas.openxmlformats.org/drawingml/2006/main">
              <a:ext uri="{FF2B5EF4-FFF2-40B4-BE49-F238E27FC236}">
                <a16:creationId xmlns:a16="http://schemas.microsoft.com/office/drawing/2014/main" id="{6B5B3272-35DB-4CF0-9813-C3B5FB20BC9E}"/>
              </a:ext>
            </a:extLst>
          </p:cNvPr>
          <p:cNvSpPr>
            <a:spLocks xmlns:a="http://schemas.openxmlformats.org/drawingml/2006/main" noGrp="1"/>
          </p:cNvSpPr>
          <p:nvPr>
            <p:ph type="body" idx="13" hasCustomPrompt="1"/>
          </p:nvPr>
        </p:nvSpPr>
        <p:spPr>
          <a:xfrm xmlns:a="http://schemas.openxmlformats.org/drawingml/2006/main">
            <a:off x="340686" y="2098406"/>
            <a:ext cx="3915760" cy="37075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13" name="텍스트 개체 틀 7">
            <a:extLst xmlns:a="http://schemas.openxmlformats.org/drawingml/2006/main">
              <a:ext uri="{FF2B5EF4-FFF2-40B4-BE49-F238E27FC236}">
                <a16:creationId xmlns:a16="http://schemas.microsoft.com/office/drawing/2014/main" id="{716F034F-5AC1-4ACB-895D-88A46745E19F}"/>
              </a:ext>
            </a:extLst>
          </p:cNvPr>
          <p:cNvSpPr>
            <a:spLocks xmlns:a="http://schemas.openxmlformats.org/drawingml/2006/main" noGrp="1"/>
          </p:cNvSpPr>
          <p:nvPr>
            <p:ph type="body" idx="14" hasCustomPrompt="1"/>
          </p:nvPr>
        </p:nvSpPr>
        <p:spPr>
          <a:xfrm xmlns:a="http://schemas.openxmlformats.org/drawingml/2006/main">
            <a:off x="472738" y="2507213"/>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14" name="텍스트 개체 틀 2">
            <a:extLst xmlns:a="http://schemas.openxmlformats.org/drawingml/2006/main">
              <a:ext uri="{FF2B5EF4-FFF2-40B4-BE49-F238E27FC236}">
                <a16:creationId xmlns:a16="http://schemas.microsoft.com/office/drawing/2014/main" id="{3C4B2888-0E6A-46EC-AC37-DCAB62D1413E}"/>
              </a:ext>
            </a:extLst>
          </p:cNvPr>
          <p:cNvSpPr>
            <a:spLocks xmlns:a="http://schemas.openxmlformats.org/drawingml/2006/main" noGrp="1"/>
          </p:cNvSpPr>
          <p:nvPr>
            <p:ph type="body" idx="30" hasCustomPrompt="1"/>
          </p:nvPr>
        </p:nvSpPr>
        <p:spPr>
          <a:xfrm xmlns:a="http://schemas.openxmlformats.org/drawingml/2006/main">
            <a:off x="313164" y="1754781"/>
            <a:ext cx="4123199" cy="336283"/>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 </a:t>
            </a:r>
            <a:r>
              <a:rPr sz="1200" b="1">
                <a:solidFill>
                  <a:schemeClr val="tx1"/>
                </a:solidFill>
              </a:rPr>
              <a:t>(</a:t>
            </a:r>
            <a:r>
              <a:rPr sz="1200" b="1">
                <a:solidFill>
                  <a:schemeClr val="tx1"/>
                </a:solidFill>
              </a:rPr>
              <a:t>맑은 고딕 </a:t>
            </a:r>
            <a:r>
              <a:t>Bold</a:t>
            </a:r>
            <a:r>
              <a:rPr sz="1200" b="1">
                <a:solidFill>
                  <a:schemeClr val="tx1"/>
                </a:solidFill>
              </a:rPr>
              <a:t>, 12)</a:t>
            </a:r>
            <a:endParaRPr sz="1200" b="1">
              <a:solidFill>
                <a:schemeClr val="tx1"/>
              </a:solidFill>
            </a:endParaRPr>
          </a:p>
        </p:txBody>
      </p:sp>
      <p:sp>
        <p:nvSpPr>
          <p:cNvPr id="15" name="텍스트 개체 틀 2">
            <a:extLst xmlns:a="http://schemas.openxmlformats.org/drawingml/2006/main">
              <a:ext uri="{FF2B5EF4-FFF2-40B4-BE49-F238E27FC236}">
                <a16:creationId xmlns:a16="http://schemas.microsoft.com/office/drawing/2014/main" id="{1C3D8C54-FB61-4D37-A744-5DB15FF8C83B}"/>
              </a:ext>
            </a:extLst>
          </p:cNvPr>
          <p:cNvSpPr>
            <a:spLocks xmlns:a="http://schemas.openxmlformats.org/drawingml/2006/main" noGrp="1"/>
          </p:cNvSpPr>
          <p:nvPr>
            <p:ph type="body" idx="31" hasCustomPrompt="1"/>
          </p:nvPr>
        </p:nvSpPr>
        <p:spPr>
          <a:xfrm xmlns:a="http://schemas.openxmlformats.org/drawingml/2006/main">
            <a:off x="4669014" y="1762122"/>
            <a:ext cx="4123199" cy="336283"/>
          </a:xfrm>
        </p:spPr>
        <p:txBody>
          <a:bodyPr xmlns:a="http://schemas.openxmlformats.org/drawingml/2006/main" anchor="ctr">
            <a:normAutofit/>
          </a:bodyPr>
          <a:lstStyle xmlns:a="http://schemas.openxmlformats.org/drawingml/2006/main">
            <a:lvl1pPr marL="0" indent="-180000" algn="ctr">
              <a:lnSpc>
                <a:spcPct val="120000"/>
              </a:lnSpc>
              <a:buNone/>
              <a:defRPr sz="1200" b="1" baseline="0"/>
            </a:lvl1pPr>
          </a:lstStyle>
          <a:p xmlns:a="http://schemas.openxmlformats.org/drawingml/2006/main">
            <a:pPr algn="ctr">
              <a:buNone/>
            </a:pPr>
            <a:r>
              <a:rPr sz="1200" b="1">
                <a:solidFill>
                  <a:schemeClr val="tx1"/>
                </a:solidFill>
              </a:rPr>
              <a:t>항목 </a:t>
            </a:r>
            <a:r>
              <a:rPr sz="1200" b="1">
                <a:solidFill>
                  <a:schemeClr val="tx1"/>
                </a:solidFill>
              </a:rPr>
              <a:t>(</a:t>
            </a:r>
            <a:r>
              <a:rPr sz="1200" b="1">
                <a:solidFill>
                  <a:schemeClr val="tx1"/>
                </a:solidFill>
              </a:rPr>
              <a:t>맑은 고딕 </a:t>
            </a:r>
            <a:r>
              <a:t>Bold</a:t>
            </a:r>
            <a:r>
              <a:rPr sz="1200" b="1">
                <a:solidFill>
                  <a:schemeClr val="tx1"/>
                </a:solidFill>
              </a:rPr>
              <a:t>, 12)</a:t>
            </a:r>
            <a:endParaRPr sz="1200" b="1">
              <a:solidFill>
                <a:schemeClr val="tx1"/>
              </a:solidFill>
            </a:endParaRPr>
          </a:p>
        </p:txBody>
      </p:sp>
      <p:sp>
        <p:nvSpPr>
          <p:cNvPr id="16" name="텍스트 개체 틀 4">
            <a:extLst xmlns:a="http://schemas.openxmlformats.org/drawingml/2006/main">
              <a:ext uri="{FF2B5EF4-FFF2-40B4-BE49-F238E27FC236}">
                <a16:creationId xmlns:a16="http://schemas.microsoft.com/office/drawing/2014/main" id="{C3A05C3E-D0A6-4CB7-9839-E20B7FE32FC9}"/>
              </a:ext>
            </a:extLst>
          </p:cNvPr>
          <p:cNvSpPr>
            <a:spLocks xmlns:a="http://schemas.openxmlformats.org/drawingml/2006/main" noGrp="1"/>
          </p:cNvSpPr>
          <p:nvPr>
            <p:ph type="body" idx="32" hasCustomPrompt="1"/>
          </p:nvPr>
        </p:nvSpPr>
        <p:spPr>
          <a:xfrm xmlns:a="http://schemas.openxmlformats.org/drawingml/2006/main">
            <a:off x="340686" y="3383387"/>
            <a:ext cx="3915760" cy="33086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17" name="텍스트 개체 틀 7">
            <a:extLst xmlns:a="http://schemas.openxmlformats.org/drawingml/2006/main">
              <a:ext uri="{FF2B5EF4-FFF2-40B4-BE49-F238E27FC236}">
                <a16:creationId xmlns:a16="http://schemas.microsoft.com/office/drawing/2014/main" id="{89B03335-1C52-4012-BE1A-59837C281DB3}"/>
              </a:ext>
            </a:extLst>
          </p:cNvPr>
          <p:cNvSpPr>
            <a:spLocks xmlns:a="http://schemas.openxmlformats.org/drawingml/2006/main" noGrp="1"/>
          </p:cNvSpPr>
          <p:nvPr>
            <p:ph type="body" idx="33" hasCustomPrompt="1"/>
          </p:nvPr>
        </p:nvSpPr>
        <p:spPr>
          <a:xfrm xmlns:a="http://schemas.openxmlformats.org/drawingml/2006/main">
            <a:off x="472738" y="3752304"/>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kern="1200">
                <a:solidFill>
                  <a:schemeClr val="tx1"/>
                </a:solidFill>
                <a:latin typeface="+mn-lt"/>
                <a:ea typeface="+mn-lt"/>
                <a:cs typeface="+mn-lt"/>
              </a:defRPr>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18" name="텍스트 개체 틀 4">
            <a:extLst xmlns:a="http://schemas.openxmlformats.org/drawingml/2006/main">
              <a:ext uri="{FF2B5EF4-FFF2-40B4-BE49-F238E27FC236}">
                <a16:creationId xmlns:a16="http://schemas.microsoft.com/office/drawing/2014/main" id="{F0511B3C-9751-4C27-A8C2-774BB44A3421}"/>
              </a:ext>
            </a:extLst>
          </p:cNvPr>
          <p:cNvSpPr>
            <a:spLocks xmlns:a="http://schemas.openxmlformats.org/drawingml/2006/main" noGrp="1"/>
          </p:cNvSpPr>
          <p:nvPr>
            <p:ph type="body" idx="34" hasCustomPrompt="1"/>
          </p:nvPr>
        </p:nvSpPr>
        <p:spPr>
          <a:xfrm xmlns:a="http://schemas.openxmlformats.org/drawingml/2006/main">
            <a:off x="4665021" y="2098406"/>
            <a:ext cx="3915760" cy="37075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19" name="텍스트 개체 틀 7">
            <a:extLst xmlns:a="http://schemas.openxmlformats.org/drawingml/2006/main">
              <a:ext uri="{FF2B5EF4-FFF2-40B4-BE49-F238E27FC236}">
                <a16:creationId xmlns:a16="http://schemas.microsoft.com/office/drawing/2014/main" id="{ADA90C67-13ED-44A7-9732-26AA41E96689}"/>
              </a:ext>
            </a:extLst>
          </p:cNvPr>
          <p:cNvSpPr>
            <a:spLocks xmlns:a="http://schemas.openxmlformats.org/drawingml/2006/main" noGrp="1"/>
          </p:cNvSpPr>
          <p:nvPr>
            <p:ph type="body" idx="35" hasCustomPrompt="1"/>
          </p:nvPr>
        </p:nvSpPr>
        <p:spPr>
          <a:xfrm xmlns:a="http://schemas.openxmlformats.org/drawingml/2006/main">
            <a:off x="4797072" y="2507213"/>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kern="1200">
                <a:solidFill>
                  <a:schemeClr val="tx1"/>
                </a:solidFill>
                <a:latin typeface="+mn-lt"/>
                <a:ea typeface="+mn-lt"/>
                <a:cs typeface="+mn-lt"/>
              </a:defRPr>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20" name="텍스트 개체 틀 4">
            <a:extLst xmlns:a="http://schemas.openxmlformats.org/drawingml/2006/main">
              <a:ext uri="{FF2B5EF4-FFF2-40B4-BE49-F238E27FC236}">
                <a16:creationId xmlns:a16="http://schemas.microsoft.com/office/drawing/2014/main" id="{B13C68FD-73F9-4772-B2AC-88471F85C7F2}"/>
              </a:ext>
            </a:extLst>
          </p:cNvPr>
          <p:cNvSpPr>
            <a:spLocks xmlns:a="http://schemas.openxmlformats.org/drawingml/2006/main" noGrp="1"/>
          </p:cNvSpPr>
          <p:nvPr>
            <p:ph type="body" idx="36" hasCustomPrompt="1"/>
          </p:nvPr>
        </p:nvSpPr>
        <p:spPr>
          <a:xfrm xmlns:a="http://schemas.openxmlformats.org/drawingml/2006/main">
            <a:off x="4665021" y="3383387"/>
            <a:ext cx="3915760" cy="330860"/>
          </a:xfrm>
        </p:spPr>
        <p:txBody>
          <a:bodyPr xmlns:a="http://schemas.openxmlformats.org/drawingml/2006/main" anchor="ctr">
            <a:normAutofit/>
          </a:bodyPr>
          <a:lstStyle xmlns:a="http://schemas.openxmlformats.org/drawingml/2006/main">
            <a:lvl1pPr marL="214313" indent="-180000">
              <a:lnSpc>
                <a:spcPct val="120000"/>
              </a:lnSpc>
              <a:buFont typeface="맑은 고딕"/>
              <a:buChar char="ᆞ"/>
              <a:defRPr sz="1100" b="1"/>
            </a:lvl1pPr>
          </a:lstStyle>
          <a:p xmlns:a="http://schemas.openxmlformats.org/drawingml/2006/main">
            <a:pPr lvl="0">
              <a:buNone/>
            </a:pPr>
            <a:r>
              <a:t>내용 입력 </a:t>
            </a:r>
            <a:r>
              <a:t>(</a:t>
            </a:r>
            <a:r>
              <a:t>맑은 고딕 </a:t>
            </a:r>
            <a:r>
              <a:t>Bold, 11)</a:t>
            </a:r>
            <a:endParaRPr/>
          </a:p>
        </p:txBody>
      </p:sp>
      <p:sp>
        <p:nvSpPr>
          <p:cNvPr id="21" name="텍스트 개체 틀 7">
            <a:extLst xmlns:a="http://schemas.openxmlformats.org/drawingml/2006/main">
              <a:ext uri="{FF2B5EF4-FFF2-40B4-BE49-F238E27FC236}">
                <a16:creationId xmlns:a16="http://schemas.microsoft.com/office/drawing/2014/main" id="{28D2DD8F-D23C-423B-83FB-92904EB2C276}"/>
              </a:ext>
            </a:extLst>
          </p:cNvPr>
          <p:cNvSpPr>
            <a:spLocks xmlns:a="http://schemas.openxmlformats.org/drawingml/2006/main" noGrp="1"/>
          </p:cNvSpPr>
          <p:nvPr>
            <p:ph type="body" idx="37" hasCustomPrompt="1"/>
          </p:nvPr>
        </p:nvSpPr>
        <p:spPr>
          <a:xfrm xmlns:a="http://schemas.openxmlformats.org/drawingml/2006/main">
            <a:off x="4797072" y="3752304"/>
            <a:ext cx="3783708" cy="841160"/>
          </a:xfrm>
        </p:spPr>
        <p:txBody>
          <a:bodyPr xmlns:a="http://schemas.openxmlformats.org/drawingml/2006/main" anchor="t">
            <a:noAutofit/>
          </a:bodyPr>
          <a:lstStyle xmlns:a="http://schemas.openxmlformats.org/drawingml/2006/main">
            <a:lvl1pPr marL="214313" indent="-180000">
              <a:lnSpc>
                <a:spcPct val="120000"/>
              </a:lnSpc>
              <a:buFont typeface="맑은 고딕"/>
              <a:buChar char="ￚ"/>
              <a:defRPr sz="900" kern="1200">
                <a:solidFill>
                  <a:schemeClr val="tx1"/>
                </a:solidFill>
                <a:latin typeface="+mn-lt"/>
                <a:ea typeface="+mn-lt"/>
                <a:cs typeface="+mn-lt"/>
              </a:defRPr>
            </a:lvl1pPr>
          </a:lstStyle>
          <a:p xmlns:a="http://schemas.openxmlformats.org/drawingml/2006/main">
            <a:pPr lvl="0">
              <a:buNone/>
            </a:pPr>
            <a:r>
              <a:t>내용 입력 </a:t>
            </a:r>
            <a:r>
              <a:t>(</a:t>
            </a:r>
            <a:r>
              <a:t>맑은 고딕</a:t>
            </a:r>
            <a:r>
              <a:t>, 9)</a:t>
            </a:r>
          </a:p>
          <a:p xmlns:a="http://schemas.openxmlformats.org/drawingml/2006/main">
            <a:pPr lvl="0">
              <a:buNone/>
            </a:pPr>
            <a:r>
              <a:t>내용 입력 </a:t>
            </a:r>
            <a:r>
              <a:t>(</a:t>
            </a:r>
            <a:r>
              <a:t>맑은 고딕</a:t>
            </a:r>
            <a:r>
              <a:t>, 9)</a:t>
            </a:r>
            <a:endParaRPr/>
          </a:p>
        </p:txBody>
      </p:sp>
      <p:sp>
        <p:nvSpPr>
          <p:cNvPr id="22" name="제목 3">
            <a:extLst xmlns:a="http://schemas.openxmlformats.org/drawingml/2006/main">
              <a:ext uri="{FF2B5EF4-FFF2-40B4-BE49-F238E27FC236}">
                <a16:creationId xmlns:a16="http://schemas.microsoft.com/office/drawing/2014/main" id="{DE96B1A8-D21B-4479-AC65-E233B80E1F70}"/>
              </a:ext>
            </a:extLst>
          </p:cNvPr>
          <p:cNvSpPr>
            <a:spLocks xmlns:a="http://schemas.openxmlformats.org/drawingml/2006/main" noGrp="1"/>
          </p:cNvSpPr>
          <p:nvPr>
            <p:ph type="title" idx="0" hasCustomPrompt="1"/>
          </p:nvPr>
        </p:nvSpPr>
        <p:spPr>
          <a:xfrm xmlns:a="http://schemas.openxmlformats.org/drawingml/2006/main">
            <a:off x="199141" y="229061"/>
            <a:ext cx="7886700" cy="419711"/>
          </a:xfrm>
        </p:spPr>
        <p:txBody>
          <a:bodyPr xmlns:a="http://schemas.openxmlformats.org/drawingml/2006/main" anchor="ctr">
            <a:normAutofit/>
          </a:bodyPr>
          <a:lstStyle xmlns:a="http://schemas.openxmlformats.org/drawingml/2006/main">
            <a:lvl1pPr indent="-270000">
              <a:lnSpc>
                <a:spcPct val="120000"/>
              </a:lnSpc>
              <a:buNone/>
              <a:defRPr sz="2000" b="1"/>
            </a:lvl1pPr>
          </a:lstStyle>
          <a:p xmlns:a="http://schemas.openxmlformats.org/drawingml/2006/main">
            <a:r>
              <a:t>본문 제목</a:t>
            </a:r>
            <a:r>
              <a:t> (</a:t>
            </a:r>
            <a:r>
              <a:t>맑은 고딕 </a:t>
            </a:r>
            <a:r>
              <a:t>Bold, 20)</a:t>
            </a:r>
            <a:endParaRPr/>
          </a:p>
        </p:txBody>
      </p:sp>
      <p:sp>
        <p:nvSpPr>
          <p:cNvPr id="23" name="텍스트 개체 틀 4">
            <a:extLst xmlns:a="http://schemas.openxmlformats.org/drawingml/2006/main">
              <a:ext uri="{FF2B5EF4-FFF2-40B4-BE49-F238E27FC236}">
                <a16:creationId xmlns:a16="http://schemas.microsoft.com/office/drawing/2014/main" id="{4259763E-1C9D-43BC-A255-187D0042F8F9}"/>
              </a:ext>
            </a:extLst>
          </p:cNvPr>
          <p:cNvSpPr>
            <a:spLocks xmlns:a="http://schemas.openxmlformats.org/drawingml/2006/main" noGrp="1"/>
          </p:cNvSpPr>
          <p:nvPr>
            <p:ph type="body" idx="10" hasCustomPrompt="1"/>
          </p:nvPr>
        </p:nvSpPr>
        <p:spPr>
          <a:xfrm xmlns:a="http://schemas.openxmlformats.org/drawingml/2006/main">
            <a:off x="187134" y="661281"/>
            <a:ext cx="8644822" cy="407201"/>
          </a:xfrm>
        </p:spPr>
        <p:txBody>
          <a:bodyPr xmlns:a="http://schemas.openxmlformats.org/drawingml/2006/main" anchor="ctr">
            <a:normAutofit/>
          </a:bodyPr>
          <a:lstStyle xmlns:a="http://schemas.openxmlformats.org/drawingml/2006/main">
            <a:lvl1pPr marL="257175" indent="-270000">
              <a:lnSpc>
                <a:spcPct val="120000"/>
              </a:lnSpc>
              <a:buFont typeface="맑은 고딕"/>
              <a:buChar char="■"/>
              <a:defRPr sz="1500" b="1"/>
            </a:lvl1pPr>
          </a:lstStyle>
          <a:p xmlns:a="http://schemas.openxmlformats.org/drawingml/2006/main">
            <a:pPr lvl="0">
              <a:buNone/>
            </a:pPr>
            <a:r>
              <a:t>내용 입력 </a:t>
            </a:r>
            <a:r>
              <a:t>(</a:t>
            </a:r>
            <a:r>
              <a:t>맑은 고딕 </a:t>
            </a:r>
            <a:r>
              <a:t>Bold, 15)</a:t>
            </a:r>
            <a:endParaRPr/>
          </a:p>
        </p:txBody>
      </p:sp>
      <p:sp>
        <p:nvSpPr>
          <p:cNvPr id="24" name="텍스트 개체 틀 7">
            <a:extLst xmlns:a="http://schemas.openxmlformats.org/drawingml/2006/main">
              <a:ext uri="{FF2B5EF4-FFF2-40B4-BE49-F238E27FC236}">
                <a16:creationId xmlns:a16="http://schemas.microsoft.com/office/drawing/2014/main" id="{CA548B5A-1A23-415F-9C94-AD37ED240337}"/>
              </a:ext>
            </a:extLst>
          </p:cNvPr>
          <p:cNvSpPr>
            <a:spLocks xmlns:a="http://schemas.openxmlformats.org/drawingml/2006/main" noGrp="1"/>
          </p:cNvSpPr>
          <p:nvPr>
            <p:ph type="body" idx="12" hasCustomPrompt="1"/>
          </p:nvPr>
        </p:nvSpPr>
        <p:spPr>
          <a:xfrm xmlns:a="http://schemas.openxmlformats.org/drawingml/2006/main">
            <a:off x="335043" y="1080991"/>
            <a:ext cx="8387953" cy="646118"/>
          </a:xfrm>
        </p:spPr>
        <p:txBody>
          <a:bodyPr xmlns:a="http://schemas.openxmlformats.org/drawingml/2006/main" anchor="t">
            <a:noAutofit/>
          </a:bodyPr>
          <a:lstStyle xmlns:a="http://schemas.openxmlformats.org/drawingml/2006/main">
            <a:lvl1pPr marL="214313" indent="-180000">
              <a:lnSpc>
                <a:spcPct val="120000"/>
              </a:lnSpc>
              <a:buFont typeface="맑은 고딕"/>
              <a:buChar char="ᆞ"/>
              <a:defRPr sz="1200"/>
            </a:lvl1pPr>
          </a:lstStyle>
          <a:p xmlns:a="http://schemas.openxmlformats.org/drawingml/2006/main">
            <a:pPr lvl="0">
              <a:buNone/>
            </a:pPr>
            <a:r>
              <a:t>내용 입력 </a:t>
            </a:r>
            <a:r>
              <a:t>(</a:t>
            </a:r>
            <a:r>
              <a:t>맑은 고딕</a:t>
            </a:r>
            <a:r>
              <a:t>, 12)</a:t>
            </a:r>
          </a:p>
          <a:p xmlns:a="http://schemas.openxmlformats.org/drawingml/2006/main">
            <a:pPr lvl="0">
              <a:buNone/>
            </a:pPr>
            <a:r>
              <a:t>내용 입력 </a:t>
            </a:r>
            <a:r>
              <a:t>(</a:t>
            </a:r>
            <a:r>
              <a:t>맑은 고딕</a:t>
            </a:r>
            <a:r>
              <a:t>, 12)</a:t>
            </a:r>
            <a:endParaRPr/>
          </a:p>
        </p:txBody>
      </p:sp>
    </p:spTree>
  </p:cSld>
</p:sldLayout>
</file>

<file path=ppt/slideLayouts/slideLayout9.xml><?xml version="1.0" encoding="utf-8"?>
<p:sldLayout xmlns:p="http://schemas.openxmlformats.org/presentationml/2006/main" preserve="1" userDrawn="1">
  <p:cSld name="사용자 지정 레이아웃">
    <p:spTree>
      <p:nvGrpSpPr>
        <p:cNvPr id="1" name=""/>
        <p:cNvGrpSpPr/>
        <p:nvPr/>
      </p:nvGrpSpPr>
      <p:grpSpPr>
        <a:xfrm xmlns:a="http://schemas.openxmlformats.org/drawingml/2006/main"/>
      </p:grpSpPr>
      <p:pic>
        <p:nvPicPr>
          <p:cNvPr id="22" name="그림 17"/>
          <p:cNvPicPr>
            <a:picLocks xmlns:a="http://schemas.openxmlformats.org/drawingml/2006/main" noChangeAspect="1"/>
          </p:cNvPicPr>
          <p:nvPr/>
        </p:nvPicPr>
        <p:blipFill>
          <a:blip xmlns:r="http://schemas.openxmlformats.org/officeDocument/2006/relationships" xmlns:a="http://schemas.openxmlformats.org/drawingml/2006/main" r:embed="R0ec5d1f8b9884634"/>
          <a:stretch xmlns:a="http://schemas.openxmlformats.org/drawingml/2006/main">
            <a:fillRect l="0" t="0" r="0" b="0"/>
          </a:stretch>
        </p:blipFill>
        <p:spPr>
          <a:xfrm xmlns:a="http://schemas.openxmlformats.org/drawingml/2006/main">
            <a:off x="8016324" y="241571"/>
            <a:ext cx="891260" cy="135537"/>
          </a:xfrm>
          <a:prstGeom xmlns:a="http://schemas.openxmlformats.org/drawingml/2006/main" prst="rect">
            <a:avLst/>
          </a:prstGeom>
        </p:spPr>
      </p:pic>
      <p:sp>
        <p:nvSpPr>
          <p:cNvPr id="19" name="TextBox 18">
            <a:extLst xmlns:a="http://schemas.openxmlformats.org/drawingml/2006/main">
              <a:ext uri="{FF2B5EF4-FFF2-40B4-BE49-F238E27FC236}">
                <a16:creationId xmlns:a16="http://schemas.microsoft.com/office/drawing/2014/main" id="{684FE888-0369-46A4-A6F6-2E16051E3DBC}"/>
              </a:ext>
            </a:extLst>
          </p:cNvPr>
          <p:cNvSpPr>
            <a:spLocks xmlns:a="http://schemas.openxmlformats.org/drawingml/2006/main" noGrp="1"/>
          </p:cNvSpPr>
          <p:nvPr/>
        </p:nvSpPr>
        <p:spPr>
          <a:xfrm xmlns:a="http://schemas.openxmlformats.org/drawingml/2006/main">
            <a:off x="219967" y="4836487"/>
            <a:ext cx="2556087"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50">
                <a:solidFill>
                  <a:schemeClr val="bg1">
                    <a:lumMod val="65000"/>
                  </a:schemeClr>
                </a:solidFill>
              </a:rPr>
              <a:t>함께 성장하는 행복한 메모리사업부</a:t>
            </a:r>
            <a:endParaRPr sz="1013">
              <a:solidFill>
                <a:schemeClr val="bg1">
                  <a:lumMod val="65000"/>
                </a:schemeClr>
              </a:solidFill>
            </a:endParaRPr>
          </a:p>
        </p:txBody>
      </p:sp>
      <p:sp>
        <p:nvSpPr>
          <p:cNvPr id="20" name="텍스트 개체 틀 7">
            <a:extLst xmlns:a="http://schemas.openxmlformats.org/drawingml/2006/main">
              <a:ext uri="{FF2B5EF4-FFF2-40B4-BE49-F238E27FC236}">
                <a16:creationId xmlns:a16="http://schemas.microsoft.com/office/drawing/2014/main" id="{20549854-F66B-4A99-A768-846E3FB11536}"/>
              </a:ext>
            </a:extLst>
          </p:cNvPr>
          <p:cNvSpPr>
            <a:spLocks xmlns:a="http://schemas.openxmlformats.org/drawingml/2006/main" noGrp="1"/>
          </p:cNvSpPr>
          <p:nvPr>
            <p:ph type="body" idx="38" hasCustomPrompt="1"/>
          </p:nvPr>
        </p:nvSpPr>
        <p:spPr>
          <a:xfrm xmlns:a="http://schemas.openxmlformats.org/drawingml/2006/main">
            <a:off x="4849177" y="4847779"/>
            <a:ext cx="3188693" cy="232119"/>
          </a:xfrm>
        </p:spPr>
        <p:txBody>
          <a:bodyPr xmlns:a="http://schemas.openxmlformats.org/drawingml/2006/main" anchor="ctr">
            <a:noAutofit/>
          </a:bodyPr>
          <a:lstStyle xmlns:a="http://schemas.openxmlformats.org/drawingml/2006/main">
            <a:lvl1pPr marL="0" indent="0" algn="r">
              <a:buFont typeface="맑은 고딕"/>
              <a:buNone/>
              <a:defRPr sz="900">
                <a:solidFill>
                  <a:srgbClr val="898989"/>
                </a:solidFill>
                <a:latin typeface="+mn-lt"/>
                <a:ea typeface="+mn-lt"/>
                <a:cs typeface="+mn-lt"/>
              </a:defRPr>
            </a:lvl1pPr>
          </a:lstStyle>
          <a:p xmlns:a="http://schemas.openxmlformats.org/drawingml/2006/main">
            <a:pPr lvl="0">
              <a:buNone/>
            </a:pPr>
            <a:r>
              <a:t>부서명 </a:t>
            </a:r>
            <a:r>
              <a:t>/ </a:t>
            </a:r>
            <a:r>
              <a:t>작성자</a:t>
            </a:r>
            <a:endParaRPr/>
          </a:p>
        </p:txBody>
      </p:sp>
      <p:sp>
        <p:nvSpPr>
          <p:cNvPr id="6" name="TextBox 5">
            <a:extLst xmlns:a="http://schemas.openxmlformats.org/drawingml/2006/main">
              <a:ext uri="{FF2B5EF4-FFF2-40B4-BE49-F238E27FC236}">
                <a16:creationId xmlns:a16="http://schemas.microsoft.com/office/drawing/2014/main" id="{2B06185B-E237-495A-A463-961F749CE911}"/>
              </a:ext>
            </a:extLst>
          </p:cNvPr>
          <p:cNvSpPr>
            <a:spLocks xmlns:a="http://schemas.openxmlformats.org/drawingml/2006/main" noGrp="1"/>
          </p:cNvSpPr>
          <p:nvPr/>
        </p:nvSpPr>
        <p:spPr>
          <a:xfrm xmlns:a="http://schemas.openxmlformats.org/drawingml/2006/main">
            <a:off x="2032484" y="1566135"/>
            <a:ext cx="5079031"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5400" b="1">
                <a:solidFill>
                  <a:srgbClr val="1429A0"/>
                </a:solidFill>
                <a:latin typeface="+mn-ea"/>
                <a:ea typeface="+mn-ea"/>
                <a:cs typeface="+mn-ea"/>
              </a:rPr>
              <a:t>Thank</a:t>
            </a:r>
            <a:r>
              <a:rPr sz="5400" b="1">
                <a:solidFill>
                  <a:srgbClr val="1429A0"/>
                </a:solidFill>
                <a:latin typeface="+mn-ea"/>
                <a:ea typeface="+mn-ea"/>
                <a:cs typeface="+mn-ea"/>
              </a:rPr>
              <a:t> You.</a:t>
            </a:r>
            <a:endParaRPr sz="5400" b="1">
              <a:solidFill>
                <a:srgbClr val="1429A0"/>
              </a:solidFill>
              <a:latin typeface="+mn-ea"/>
              <a:ea typeface="+mn-ea"/>
              <a:cs typeface="+mn-ea"/>
            </a:endParaRPr>
          </a:p>
        </p:txBody>
      </p:sp>
      <p:sp>
        <p:nvSpPr>
          <p:cNvPr id="8" name="TextBox 7">
            <a:extLst xmlns:a="http://schemas.openxmlformats.org/drawingml/2006/main">
              <a:ext uri="{FF2B5EF4-FFF2-40B4-BE49-F238E27FC236}">
                <a16:creationId xmlns:a16="http://schemas.microsoft.com/office/drawing/2014/main" id="{CA53BEF7-43C0-4B51-8AE8-6540558D5753}"/>
              </a:ext>
            </a:extLst>
          </p:cNvPr>
          <p:cNvSpPr>
            <a:spLocks xmlns:a="http://schemas.openxmlformats.org/drawingml/2006/main" noGrp="1"/>
          </p:cNvSpPr>
          <p:nvPr/>
        </p:nvSpPr>
        <p:spPr>
          <a:xfrm xmlns:a="http://schemas.openxmlformats.org/drawingml/2006/main">
            <a:off x="2362366" y="3013444"/>
            <a:ext cx="4256240" cy="7848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gn="ctr">
              <a:lnSpc>
                <a:spcPct val="150000"/>
              </a:lnSpc>
              <a:buNone/>
            </a:pPr>
            <a:r>
              <a:rPr sz="1000" b="1">
                <a:solidFill>
                  <a:srgbClr val="000000"/>
                </a:solidFill>
                <a:latin typeface="+mn-ea"/>
                <a:ea typeface="+mn-ea"/>
                <a:cs typeface="+mn-ea"/>
              </a:rPr>
              <a:t>Vision.</a:t>
            </a:r>
            <a:r>
              <a:rPr sz="1000" b="1">
                <a:solidFill>
                  <a:srgbClr val="000000"/>
                </a:solidFill>
                <a:latin typeface="+mn-ea"/>
                <a:ea typeface="+mn-ea"/>
                <a:cs typeface="+mn-ea"/>
              </a:rPr>
              <a:t> </a:t>
            </a:r>
            <a:r>
              <a:rPr sz="1000" b="1">
                <a:solidFill>
                  <a:srgbClr val="000000"/>
                </a:solidFill>
                <a:latin typeface="+mn-ea"/>
                <a:ea typeface="+mn-ea"/>
                <a:cs typeface="+mn-ea"/>
              </a:rPr>
              <a:t>초일류 기술로 새로운 가능성을 열어가는 진정한 </a:t>
            </a:r>
            <a:r>
              <a:rPr sz="1000" b="1">
                <a:solidFill>
                  <a:srgbClr val="000000"/>
                </a:solidFill>
                <a:latin typeface="+mn-ea"/>
                <a:ea typeface="+mn-ea"/>
                <a:cs typeface="+mn-ea"/>
              </a:rPr>
              <a:t>1</a:t>
            </a:r>
            <a:r>
              <a:rPr sz="1000" b="1">
                <a:solidFill>
                  <a:srgbClr val="000000"/>
                </a:solidFill>
                <a:latin typeface="+mn-ea"/>
                <a:ea typeface="+mn-ea"/>
                <a:cs typeface="+mn-ea"/>
              </a:rPr>
              <a:t>등이 되자</a:t>
            </a:r>
            <a:r>
              <a:rPr sz="1000" b="1">
                <a:solidFill>
                  <a:srgbClr val="000000"/>
                </a:solidFill>
                <a:latin typeface="+mn-ea"/>
                <a:ea typeface="+mn-ea"/>
                <a:cs typeface="+mn-ea"/>
              </a:rPr>
              <a:t>.</a:t>
            </a:r>
          </a:p>
          <a:p xmlns:a="http://schemas.openxmlformats.org/drawingml/2006/main">
            <a:pPr marL="0" marR="0" lvl="0" indent="0" algn="ctr" defTabSz="457200">
              <a:lnSpc>
                <a:spcPct val="150000"/>
              </a:lnSpc>
              <a:spcBef>
                <a:spcPts val="0"/>
              </a:spcBef>
              <a:spcAft>
                <a:spcPts val="0"/>
              </a:spcAft>
              <a:buClrTx/>
              <a:buSzTx/>
              <a:buFontTx/>
              <a:buNone/>
            </a:pPr>
            <a:r>
              <a:rPr sz="1000" b="1">
                <a:solidFill>
                  <a:srgbClr val="000000"/>
                </a:solidFill>
                <a:latin typeface="+mn-ea"/>
                <a:ea typeface="+mn-ea"/>
                <a:cs typeface="+mn-ea"/>
              </a:rPr>
              <a:t>Mission.</a:t>
            </a:r>
            <a:r>
              <a:rPr sz="1000" b="1">
                <a:solidFill>
                  <a:srgbClr val="000000"/>
                </a:solidFill>
                <a:latin typeface="+mn-ea"/>
                <a:ea typeface="+mn-ea"/>
                <a:cs typeface="+mn-ea"/>
              </a:rPr>
              <a:t> </a:t>
            </a:r>
            <a:r>
              <a:rPr sz="1000" b="1">
                <a:solidFill>
                  <a:srgbClr val="000000"/>
                </a:solidFill>
                <a:latin typeface="+mn-ea"/>
                <a:ea typeface="+mn-ea"/>
                <a:cs typeface="+mn-ea"/>
              </a:rPr>
              <a:t>함께 지속 성장하는 </a:t>
            </a:r>
            <a:r>
              <a:rPr sz="1000" b="1">
                <a:solidFill>
                  <a:srgbClr val="000000"/>
                </a:solidFill>
                <a:latin typeface="+mn-ea"/>
                <a:ea typeface="+mn-ea"/>
                <a:cs typeface="+mn-ea"/>
              </a:rPr>
              <a:t>No.1 </a:t>
            </a:r>
            <a:r>
              <a:rPr sz="1000" b="1">
                <a:solidFill>
                  <a:srgbClr val="000000"/>
                </a:solidFill>
                <a:latin typeface="+mn-ea"/>
                <a:ea typeface="+mn-ea"/>
                <a:cs typeface="+mn-ea"/>
              </a:rPr>
              <a:t>메모리 솔루션 </a:t>
            </a:r>
            <a:r>
              <a:rPr sz="1000" b="1">
                <a:solidFill>
                  <a:srgbClr val="000000"/>
                </a:solidFill>
                <a:latin typeface="+mn-ea"/>
                <a:ea typeface="+mn-ea"/>
                <a:cs typeface="+mn-ea"/>
              </a:rPr>
              <a:t>Provider</a:t>
            </a:r>
            <a:r>
              <a:rPr sz="1000" b="1">
                <a:solidFill>
                  <a:srgbClr val="000000"/>
                </a:solidFill>
                <a:latin typeface="+mn-ea"/>
                <a:ea typeface="+mn-ea"/>
                <a:cs typeface="+mn-ea"/>
              </a:rPr>
              <a:t> </a:t>
            </a:r>
          </a:p>
          <a:p xmlns:a="http://schemas.openxmlformats.org/drawingml/2006/main">
            <a:pPr marL="0" indent="0" algn="ctr">
              <a:lnSpc>
                <a:spcPct val="150000"/>
              </a:lnSpc>
              <a:buNone/>
            </a:pPr>
            <a:r>
              <a:rPr sz="1000" b="1">
                <a:solidFill>
                  <a:srgbClr val="000000"/>
                </a:solidFill>
                <a:latin typeface="+mn-ea"/>
                <a:ea typeface="+mn-ea"/>
                <a:cs typeface="+mn-ea"/>
              </a:rPr>
              <a:t>Catchphrase. </a:t>
            </a:r>
            <a:r>
              <a:rPr sz="1000" b="1">
                <a:solidFill>
                  <a:srgbClr val="000000"/>
                </a:solidFill>
                <a:latin typeface="+mn-ea"/>
                <a:ea typeface="+mn-ea"/>
                <a:cs typeface="+mn-ea"/>
              </a:rPr>
              <a:t>함께 성장하는 행복한 메모리사업부</a:t>
            </a:r>
            <a:r>
              <a:rPr sz="1000" b="1">
                <a:solidFill>
                  <a:srgbClr val="000000"/>
                </a:solidFill>
                <a:latin typeface="+mn-ea"/>
                <a:ea typeface="+mn-ea"/>
                <a:cs typeface="+mn-ea"/>
              </a:rPr>
              <a:t> </a:t>
            </a:r>
            <a:endParaRPr sz="1000" b="1">
              <a:solidFill>
                <a:srgbClr val="000000"/>
              </a:solidFill>
              <a:latin typeface="+mn-ea"/>
              <a:ea typeface="+mn-ea"/>
              <a:cs typeface="+mn-ea"/>
            </a:endParaRPr>
          </a:p>
        </p:txBody>
      </p:sp>
      <p:sp>
        <p:nvSpPr>
          <p:cNvPr id="9" name="모서리가 둥근 직사각형 8">
            <a:extLst xmlns:a="http://schemas.openxmlformats.org/drawingml/2006/main">
              <a:ext uri="{FF2B5EF4-FFF2-40B4-BE49-F238E27FC236}">
                <a16:creationId xmlns:a16="http://schemas.microsoft.com/office/drawing/2014/main" id="{1418E4CB-9346-4E7E-80AC-EE3C453845E0}"/>
              </a:ext>
            </a:extLst>
          </p:cNvPr>
          <p:cNvSpPr>
            <a:spLocks xmlns:a="http://schemas.openxmlformats.org/drawingml/2006/main" noGrp="1"/>
          </p:cNvSpPr>
          <p:nvPr/>
        </p:nvSpPr>
        <p:spPr>
          <a:xfrm xmlns:a="http://schemas.openxmlformats.org/drawingml/2006/main">
            <a:off x="2141935" y="2901245"/>
            <a:ext cx="4860131" cy="986003"/>
          </a:xfrm>
          <a:prstGeom xmlns:a="http://schemas.openxmlformats.org/drawingml/2006/main" prst="roundRect">
            <a:avLst>
              <a:gd name="adj" fmla="val 1617"/>
            </a:avLst>
          </a:prstGeom>
          <a:noFill xmlns:a="http://schemas.openxmlformats.org/drawingml/2006/main"/>
          <a:ln xmlns:a="http://schemas.openxmlformats.org/drawingml/2006/main" w="12700" cmpd="sng">
            <a:solidFill>
              <a:schemeClr val="bg1">
                <a:lumMod val="85000"/>
              </a:schemeClr>
            </a:solidFill>
            <a:prstDash val="solid"/>
          </a:ln>
        </p:spPr>
        <p:txBody>
          <a:bodyPr xmlns:a="http://schemas.openxmlformats.org/drawingml/2006/main" anchor="ctr"/>
          <a:lstStyle xmlns:a="http://schemas.openxmlformats.org/drawingml/2006/main">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xmlns:a="http://schemas.openxmlformats.org/drawingml/2006/main">
            <a:pPr algn="ctr" defTabSz="1219109">
              <a:spcBef>
                <a:spcPct val="0"/>
              </a:spcBef>
              <a:spcAft>
                <a:spcPct val="0"/>
              </a:spcAft>
              <a:buNone/>
            </a:pPr>
            <a:endParaRPr sz="2100" b="1">
              <a:solidFill>
                <a:prstClr val="white"/>
              </a:solidFill>
              <a:latin typeface="Arial"/>
              <a:ea typeface="Arial"/>
              <a:cs typeface="Arial"/>
            </a:endParaRPr>
          </a:p>
        </p:txBody>
      </p:sp>
      <p:sp>
        <p:nvSpPr>
          <p:cNvPr id="10" name="직사각형 9">
            <a:extLst xmlns:a="http://schemas.openxmlformats.org/drawingml/2006/main">
              <a:ext uri="{FF2B5EF4-FFF2-40B4-BE49-F238E27FC236}">
                <a16:creationId xmlns:a16="http://schemas.microsoft.com/office/drawing/2014/main" id="{3B782C4B-4291-45CF-96C3-5C4EBC4A2C3E}"/>
              </a:ext>
            </a:extLst>
          </p:cNvPr>
          <p:cNvSpPr>
            <a:spLocks xmlns:a="http://schemas.openxmlformats.org/drawingml/2006/main" noGrp="1"/>
          </p:cNvSpPr>
          <p:nvPr/>
        </p:nvSpPr>
        <p:spPr>
          <a:xfrm xmlns:a="http://schemas.openxmlformats.org/drawingml/2006/main">
            <a:off x="3960300" y="2762743"/>
            <a:ext cx="1223413" cy="300082"/>
          </a:xfrm>
          <a:prstGeom xmlns:a="http://schemas.openxmlformats.org/drawingml/2006/main" prst="rect">
            <a:avLst/>
          </a:prstGeom>
          <a:solidFill xmlns:a="http://schemas.openxmlformats.org/drawingml/2006/main">
            <a:schemeClr val="bg1"/>
          </a:solidFill>
        </p:spPr>
        <p:txBody>
          <a:bodyPr xmlns:a="http://schemas.openxmlformats.org/drawingml/2006/main" wrap="none">
            <a:spAutoFit/>
          </a:bodyPr>
          <a:lstStyle xmlns:a="http://schemas.openxmlformats.org/drawingml/2006/main"/>
          <a:p xmlns:a="http://schemas.openxmlformats.org/drawingml/2006/main">
            <a:pPr marL="0" indent="0" algn="ctr">
              <a:lnSpc>
                <a:spcPct val="100000"/>
              </a:lnSpc>
              <a:spcAft>
                <a:spcPts val="600"/>
              </a:spcAft>
              <a:buNone/>
            </a:pPr>
            <a:r>
              <a:rPr sz="1350" b="1">
                <a:solidFill>
                  <a:srgbClr val="1429A0"/>
                </a:solidFill>
                <a:latin typeface="+mn-ea"/>
                <a:ea typeface="+mn-ea"/>
                <a:cs typeface="+mn-ea"/>
              </a:rPr>
              <a:t>메모리사업부</a:t>
            </a:r>
            <a:endParaRPr sz="1350" b="1">
              <a:solidFill>
                <a:srgbClr val="1429A0"/>
              </a:solidFill>
              <a:latin typeface="+mn-ea"/>
              <a:ea typeface="+mn-ea"/>
              <a:cs typeface="+mn-ea"/>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938970d2b445d3" /><Relationship Type="http://schemas.openxmlformats.org/officeDocument/2006/relationships/slideLayout" Target="/ppt/slideLayouts/slideLayout1.xml" Id="R5bd0e61cca5443de" /><Relationship Type="http://schemas.openxmlformats.org/officeDocument/2006/relationships/slideLayout" Target="/ppt/slideLayouts/slideLayout2.xml" Id="R066a077726504eb2" /><Relationship Type="http://schemas.openxmlformats.org/officeDocument/2006/relationships/slideLayout" Target="/ppt/slideLayouts/slideLayout3.xml" Id="Rcda2837584d44b5a" /><Relationship Type="http://schemas.openxmlformats.org/officeDocument/2006/relationships/slideLayout" Target="/ppt/slideLayouts/slideLayout4.xml" Id="R860e527e419149fd" /><Relationship Type="http://schemas.openxmlformats.org/officeDocument/2006/relationships/slideLayout" Target="/ppt/slideLayouts/slideLayout5.xml" Id="R37c603de418748d5" /><Relationship Type="http://schemas.openxmlformats.org/officeDocument/2006/relationships/slideLayout" Target="/ppt/slideLayouts/slideLayout6.xml" Id="Rcff0de24a38e4b08" /><Relationship Type="http://schemas.openxmlformats.org/officeDocument/2006/relationships/slideLayout" Target="/ppt/slideLayouts/slideLayout7.xml" Id="R7feaacfe485b4974" /><Relationship Type="http://schemas.openxmlformats.org/officeDocument/2006/relationships/slideLayout" Target="/ppt/slideLayouts/slideLayout8.xml" Id="Ra51d4e55434a4ca9" /><Relationship Type="http://schemas.openxmlformats.org/officeDocument/2006/relationships/slideLayout" Target="/ppt/slideLayouts/slideLayout9.xml" Id="Rec15a197b432428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09F1245-4A55-4B06-922C-073BBD150B5C}"/>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endParaRPr/>
          </a:p>
        </p:txBody>
      </p:sp>
      <p:sp>
        <p:nvSpPr>
          <p:cNvPr id="3" name="Text Placeholder 2">
            <a:extLst xmlns:a="http://schemas.openxmlformats.org/drawingml/2006/main">
              <a:ext uri="{FF2B5EF4-FFF2-40B4-BE49-F238E27FC236}">
                <a16:creationId xmlns:a16="http://schemas.microsoft.com/office/drawing/2014/main" id="{0C7A03CC-275C-4A92-BFAA-011D6C8F20E2}"/>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endParaRPr/>
          </a:p>
        </p:txBody>
      </p:sp>
      <p:sp>
        <p:nvSpPr>
          <p:cNvPr id="4" name="Date Placeholder 3">
            <a:extLst xmlns:a="http://schemas.openxmlformats.org/drawingml/2006/main">
              <a:ext uri="{FF2B5EF4-FFF2-40B4-BE49-F238E27FC236}">
                <a16:creationId xmlns:a16="http://schemas.microsoft.com/office/drawing/2014/main" id="{5440B4C6-7205-41EA-AF6B-AB314C237932}"/>
              </a:ext>
            </a:extLst>
          </p:cNvPr>
          <p:cNvSpPr>
            <a:spLocks xmlns:a="http://schemas.openxmlformats.org/drawingml/2006/main" noGrp="1"/>
          </p:cNvSpPr>
          <p:nvPr>
            <p:ph type="dt" idx="2"/>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68F4DDD-1083-4EED-8629-2E0E428F21A3}"/>
              </a:ext>
            </a:extLst>
          </p:cNvPr>
          <p:cNvSpPr>
            <a:spLocks xmlns:a="http://schemas.openxmlformats.org/drawingml/2006/main" noGrp="1"/>
          </p:cNvSpPr>
          <p:nvPr>
            <p:ph type="ftr" idx="3"/>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931069E-87CD-478E-8036-0274010B6907}"/>
              </a:ext>
            </a:extLst>
          </p:cNvPr>
          <p:cNvSpPr>
            <a:spLocks xmlns:a="http://schemas.openxmlformats.org/drawingml/2006/main" noGrp="1"/>
          </p:cNvSpPr>
          <p:nvPr>
            <p:ph type="sldNum" idx="4"/>
          </p:nvPr>
        </p:nvSpPr>
        <p:spPr>
          <a:xfrm xmlns:a="http://schemas.openxmlformats.org/drawingml/2006/main">
            <a:off x="6457950" y="4767263"/>
            <a:ext cx="20574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EF8A797C-E98E-4485-A668-DA619986C316}" type="slidenum">
              <a:t>‹#›</a:t>
            </a:fld>
            <a:endParaRPr/>
          </a:p>
        </p:txBody>
      </p:sp>
      <p:sp>
        <p:nvSpPr>
          <p:cNvPr id="7" name="TextBox 4">
            <a:extLst xmlns:a="http://schemas.openxmlformats.org/drawingml/2006/main">
              <a:ext uri="{FF2B5EF4-FFF2-40B4-BE49-F238E27FC236}">
                <a16:creationId xmlns:a16="http://schemas.microsoft.com/office/drawing/2014/main" id="{0F64D941-2788-40DB-B26B-FA65AF8C2B9A}"/>
              </a:ext>
            </a:extLst>
          </p:cNvPr>
          <p:cNvSpPr>
            <a:spLocks xmlns:a="http://schemas.openxmlformats.org/drawingml/2006/main" noGrp="1"/>
          </p:cNvSpPr>
          <p:nvPr/>
        </p:nvSpPr>
        <p:spPr>
          <a:xfrm xmlns:a="http://schemas.openxmlformats.org/drawingml/2006/main">
            <a:off x="4294823" y="4815579"/>
            <a:ext cx="554355" cy="230820"/>
          </a:xfrm>
          <a:prstGeom xmlns:a="http://schemas.openxmlformats.org/drawingml/2006/main" prst="rect">
            <a:avLst/>
          </a:prstGeom>
          <a:noFill xmlns:a="http://schemas.openxmlformats.org/drawingml/2006/main"/>
        </p:spPr>
        <p:txBody>
          <a:bodyPr xmlns:a="http://schemas.openxmlformats.org/drawingml/2006/main" wrap="square" lIns="68570" tIns="34284" rIns="68570" bIns="34284">
            <a:spAutoFit/>
          </a:bodyP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defTabSz="685767">
              <a:spcBef>
                <a:spcPct val="0"/>
              </a:spcBef>
              <a:spcAft>
                <a:spcPct val="0"/>
              </a:spcAft>
              <a:buNone/>
            </a:pPr>
            <a:fld id="{F445441D-5648-4C4E-924F-9D5109CAF161}" type="slidenum">
              <a:rPr sz="1050" b="0">
                <a:solidFill>
                  <a:schemeClr val="bg1">
                    <a:lumMod val="65000"/>
                  </a:schemeClr>
                </a:solidFill>
                <a:latin typeface="+mj-lt"/>
                <a:ea typeface="+mj-lt"/>
                <a:cs typeface="+mj-lt"/>
              </a:rPr>
              <a:t>‹#›</a:t>
            </a:fld>
            <a:r>
              <a:rPr sz="1050" b="0">
                <a:solidFill>
                  <a:schemeClr val="bg1">
                    <a:lumMod val="65000"/>
                  </a:schemeClr>
                </a:solidFill>
                <a:latin typeface="+mj-lt"/>
                <a:ea typeface="+mj-lt"/>
                <a:cs typeface="+mj-lt"/>
              </a:rPr>
              <a:t>/10</a:t>
            </a:r>
            <a:endParaRPr sz="1050" b="0">
              <a:solidFill>
                <a:schemeClr val="bg1">
                  <a:lumMod val="65000"/>
                </a:schemeClr>
              </a:solidFill>
              <a:latin typeface="+mj-lt"/>
              <a:ea typeface="+mj-lt"/>
              <a:cs typeface="+mj-lt"/>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d0e61cca5443de"/>
    <p:sldLayoutId xmlns:r="http://schemas.openxmlformats.org/officeDocument/2006/relationships" id="2147483650" r:id="R066a077726504eb2"/>
    <p:sldLayoutId xmlns:r="http://schemas.openxmlformats.org/officeDocument/2006/relationships" id="2147483651" r:id="Rcda2837584d44b5a"/>
    <p:sldLayoutId xmlns:r="http://schemas.openxmlformats.org/officeDocument/2006/relationships" id="2147483652" r:id="R860e527e419149fd"/>
    <p:sldLayoutId xmlns:r="http://schemas.openxmlformats.org/officeDocument/2006/relationships" id="2147483653" r:id="R37c603de418748d5"/>
    <p:sldLayoutId xmlns:r="http://schemas.openxmlformats.org/officeDocument/2006/relationships" id="2147483654" r:id="Rcff0de24a38e4b08"/>
    <p:sldLayoutId xmlns:r="http://schemas.openxmlformats.org/officeDocument/2006/relationships" id="2147483655" r:id="R7feaacfe485b4974"/>
    <p:sldLayoutId xmlns:r="http://schemas.openxmlformats.org/officeDocument/2006/relationships" id="2147483656" r:id="Ra51d4e55434a4ca9"/>
    <p:sldLayoutId xmlns:r="http://schemas.openxmlformats.org/officeDocument/2006/relationships" id="2147483657" r:id="Rec15a197b4324287"/>
  </p:sldLayoutIdLst>
  <p:hf sldNum="0" hdr="0" dt="0"/>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fb8bd10848468a" /><Relationship Type="http://schemas.openxmlformats.org/officeDocument/2006/relationships/notesSlide" Target="/ppt/notesSlides/notesSlide1.xml" Id="R9cee4b5c1fe444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2de821163c354004" /><Relationship Type="http://schemas.openxmlformats.org/officeDocument/2006/relationships/notesSlide" Target="/ppt/notesSlides/notesSlide2.xml" Id="R56008562ac2241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b6a62f46fae540c0" /><Relationship Type="http://schemas.openxmlformats.org/officeDocument/2006/relationships/notesSlide" Target="/ppt/notesSlides/notesSlide3.xml" Id="R0d5865835d594d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1a65f69294bb4a87" /><Relationship Type="http://schemas.openxmlformats.org/officeDocument/2006/relationships/notesSlide" Target="/ppt/notesSlides/notesSlide4.xml" Id="R9b363da59a044f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f6a697babd674449" /><Relationship Type="http://schemas.openxmlformats.org/officeDocument/2006/relationships/image" Target="/ppt/media/image3.png" Id="R32c86e4eb4b14188" /><Relationship Type="http://schemas.openxmlformats.org/officeDocument/2006/relationships/notesSlide" Target="/ppt/notesSlides/notesSlide5.xml" Id="Rbfc9b0a82d4640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39fffd65652048a0" /><Relationship Type="http://schemas.openxmlformats.org/officeDocument/2006/relationships/image" Target="/ppt/media/image4.png" Id="R41825a9f1a7a4c0c" /><Relationship Type="http://schemas.openxmlformats.org/officeDocument/2006/relationships/notesSlide" Target="/ppt/notesSlides/notesSlide6.xml" Id="R5769b51eecce49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299163b48e014cf0" /><Relationship Type="http://schemas.openxmlformats.org/officeDocument/2006/relationships/image" Target="/ppt/media/image5.png" Id="Rd5529465f30343e2" /><Relationship Type="http://schemas.openxmlformats.org/officeDocument/2006/relationships/image" Target="/ppt/media/image6.png" Id="R6fec5edb5b7946e2" /><Relationship Type="http://schemas.openxmlformats.org/officeDocument/2006/relationships/notesSlide" Target="/ppt/notesSlides/notesSlide7.xml" Id="Ra5aa74b8734743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6c9dcc69b7554012" /><Relationship Type="http://schemas.openxmlformats.org/officeDocument/2006/relationships/image" Target="/ppt/media/image7.png" Id="R9de2729a476e45ad" /><Relationship Type="http://schemas.openxmlformats.org/officeDocument/2006/relationships/image" Target="/ppt/media/image8.png" Id="R6a2178fc473241c7" /><Relationship Type="http://schemas.openxmlformats.org/officeDocument/2006/relationships/notesSlide" Target="/ppt/notesSlides/notesSlide8.xml" Id="R02af008cf7764f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59c0e9259135455c" /><Relationship Type="http://schemas.openxmlformats.org/officeDocument/2006/relationships/notesSlide" Target="/ppt/notesSlides/notesSlide9.xml" Id="R729716838dc446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9.xml" Id="Rc1aeeb5892e44594" /><Relationship Type="http://schemas.openxmlformats.org/officeDocument/2006/relationships/notesSlide" Target="/ppt/notesSlides/notesSlide10.xml" Id="R5a7007ae125f473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title">
            <a:extLst xmlns:a="http://schemas.openxmlformats.org/drawingml/2006/main">
              <a:ext uri="{FF2B5EF4-FFF2-40B4-BE49-F238E27FC236}">
                <a16:creationId xmlns:a16="http://schemas.microsoft.com/office/drawing/2014/main" id="{EF8BB703-61A2-4299-894F-8A6AE649E7CD}"/>
              </a:ext>
            </a:extLst>
          </p:cNvPr>
          <p:cNvSpPr>
            <a:spLocks xmlns:a="http://schemas.openxmlformats.org/drawingml/2006/main" noGrp="1"/>
          </p:cNvSpPr>
          <p:nvPr/>
        </p:nvSpPr>
        <p:spPr>
          <a:xfrm xmlns:a="http://schemas.openxmlformats.org/drawingml/2006/main">
            <a:off x="476250" y="1981200"/>
            <a:ext cx="7620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90000"/>
              </a:lnSpc>
              <a:buNone/>
              <a:defRPr sz="3600" b="1">
                <a:solidFill>
                  <a:srgbClr val="000000"/>
                </a:solidFill>
                <a:latin typeface="맑은 고딕"/>
                <a:ea typeface="맑은 고딕"/>
                <a:cs typeface="맑은 고딕"/>
              </a:defRPr>
            </a:pPr>
            <a:r>
              <a:rPr sz="3600" b="1">
                <a:solidFill>
                  <a:srgbClr val="000000"/>
                </a:solidFill>
                <a:latin typeface="맑은 고딕"/>
                <a:ea typeface="맑은 고딕"/>
                <a:cs typeface="맑은 고딕"/>
              </a:rPr>
              <a:t>Topologically Protected</a:t>
            </a:r>
          </a:p>
          <a:p xmlns:a="http://schemas.openxmlformats.org/drawingml/2006/main">
            <a:pPr algn="l">
              <a:lnSpc>
                <a:spcPct val="90000"/>
              </a:lnSpc>
              <a:buNone/>
              <a:defRPr sz="3600" b="1">
                <a:solidFill>
                  <a:srgbClr val="000000"/>
                </a:solidFill>
                <a:latin typeface="맑은 고딕"/>
                <a:ea typeface="맑은 고딕"/>
                <a:cs typeface="맑은 고딕"/>
              </a:defRPr>
            </a:pPr>
            <a:r>
              <a:rPr sz="3600" b="1">
                <a:solidFill>
                  <a:srgbClr val="000000"/>
                </a:solidFill>
                <a:latin typeface="맑은 고딕"/>
                <a:ea typeface="맑은 고딕"/>
                <a:cs typeface="맑은 고딕"/>
              </a:rPr>
              <a:t>Elastic Waves in 1D</a:t>
            </a:r>
          </a:p>
          <a:p xmlns:a="http://schemas.openxmlformats.org/drawingml/2006/main">
            <a:pPr algn="l">
              <a:lnSpc>
                <a:spcPct val="90000"/>
              </a:lnSpc>
              <a:buNone/>
              <a:defRPr sz="3600" b="1">
                <a:solidFill>
                  <a:srgbClr val="000000"/>
                </a:solidFill>
                <a:latin typeface="맑은 고딕"/>
                <a:ea typeface="맑은 고딕"/>
                <a:cs typeface="맑은 고딕"/>
              </a:defRPr>
            </a:pPr>
            <a:r>
              <a:rPr sz="3600" b="1">
                <a:solidFill>
                  <a:srgbClr val="000000"/>
                </a:solidFill>
                <a:latin typeface="맑은 고딕"/>
                <a:ea typeface="맑은 고딕"/>
                <a:cs typeface="맑은 고딕"/>
              </a:rPr>
              <a:t>Phononic Crystals</a:t>
            </a:r>
          </a:p>
        </p:txBody>
      </p:sp>
      <p:sp>
        <p:nvSpPr>
          <p:cNvPr id="2" name="cover-subtitle">
            <a:extLst xmlns:a="http://schemas.openxmlformats.org/drawingml/2006/main">
              <a:ext uri="{FF2B5EF4-FFF2-40B4-BE49-F238E27FC236}">
                <a16:creationId xmlns:a16="http://schemas.microsoft.com/office/drawing/2014/main" id="{DC34E88E-46AE-422A-94CD-BADD310B45F2}"/>
              </a:ext>
            </a:extLst>
          </p:cNvPr>
          <p:cNvSpPr>
            <a:spLocks xmlns:a="http://schemas.openxmlformats.org/drawingml/2006/main" noGrp="1"/>
          </p:cNvSpPr>
          <p:nvPr/>
        </p:nvSpPr>
        <p:spPr>
          <a:xfrm xmlns:a="http://schemas.openxmlformats.org/drawingml/2006/main">
            <a:off x="495300" y="34575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00" b="1">
                <a:solidFill>
                  <a:srgbClr val="1429A0"/>
                </a:solidFill>
                <a:latin typeface="맑은 고딕"/>
                <a:ea typeface="맑은 고딕"/>
                <a:cs typeface="맑은 고딕"/>
              </a:defRPr>
            </a:pPr>
            <a:r>
              <a:rPr sz="1700" b="1">
                <a:solidFill>
                  <a:srgbClr val="1429A0"/>
                </a:solidFill>
                <a:latin typeface="맑은 고딕"/>
                <a:ea typeface="맑은 고딕"/>
                <a:cs typeface="맑은 고딕"/>
              </a:rPr>
              <a:t>연속 고체의 위상 계면 모드: 학위 연구 소개와 2026 연구동향</a:t>
            </a:r>
          </a:p>
        </p:txBody>
      </p:sp>
      <p:sp>
        <p:nvSpPr>
          <p:cNvPr id="3" name="cover-meta">
            <a:extLst xmlns:a="http://schemas.openxmlformats.org/drawingml/2006/main">
              <a:ext uri="{FF2B5EF4-FFF2-40B4-BE49-F238E27FC236}">
                <a16:creationId xmlns:a16="http://schemas.microsoft.com/office/drawing/2014/main" id="{5D38A969-1E2F-4DD5-A579-E59D9F200639}"/>
              </a:ext>
            </a:extLst>
          </p:cNvPr>
          <p:cNvSpPr>
            <a:spLocks xmlns:a="http://schemas.openxmlformats.org/drawingml/2006/main" noGrp="1"/>
          </p:cNvSpPr>
          <p:nvPr/>
        </p:nvSpPr>
        <p:spPr>
          <a:xfrm xmlns:a="http://schemas.openxmlformats.org/drawingml/2006/main">
            <a:off x="495300" y="3857625"/>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a:solidFill>
                  <a:srgbClr val="000000"/>
                </a:solidFill>
                <a:latin typeface="맑은 고딕"/>
                <a:ea typeface="맑은 고딕"/>
                <a:cs typeface="맑은 고딕"/>
              </a:defRPr>
            </a:pPr>
            <a:r>
              <a:rPr sz="1500" b="0">
                <a:solidFill>
                  <a:srgbClr val="000000"/>
                </a:solidFill>
                <a:latin typeface="맑은 고딕"/>
                <a:ea typeface="맑은 고딕"/>
                <a:cs typeface="맑은 고딕"/>
              </a:rPr>
              <a:t>Ingi Kim  |  University of Tokyo</a:t>
            </a:r>
          </a:p>
          <a:p xmlns:a="http://schemas.openxmlformats.org/drawingml/2006/main">
            <a:pPr algn="l">
              <a:lnSpc>
                <a:spcPct val="112000"/>
              </a:lnSpc>
              <a:buNone/>
              <a:defRPr sz="1500" b="0">
                <a:solidFill>
                  <a:srgbClr val="000000"/>
                </a:solidFill>
                <a:latin typeface="맑은 고딕"/>
                <a:ea typeface="맑은 고딕"/>
                <a:cs typeface="맑은 고딕"/>
              </a:defRPr>
            </a:pPr>
            <a:r>
              <a:rPr sz="1500" b="0">
                <a:solidFill>
                  <a:srgbClr val="000000"/>
                </a:solidFill>
                <a:latin typeface="맑은 고딕"/>
                <a:ea typeface="맑은 고딕"/>
                <a:cs typeface="맑은 고딕"/>
              </a:rPr>
              <a:t>Applied Physics Express 11, 017201 (2018)</a:t>
            </a:r>
          </a:p>
        </p:txBody>
      </p:sp>
    </p:spTree>
    <p:extLst>
      <p:ext uri="{BB962C8B-B14F-4D97-AF65-F5344CB8AC3E}">
        <p14:creationId xmlns:p14="http://schemas.microsoft.com/office/powerpoint/2010/main" val="21036185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6917161B-ADB3-4128-AB12-70AF4F745156}"/>
              </a:ext>
            </a:extLst>
          </p:cNvPr>
          <p:cNvSpPr>
            <a:spLocks xmlns:a="http://schemas.openxmlformats.org/drawingml/2006/main" noGrp="1"/>
          </p:cNvSpPr>
          <p:nvPr/>
        </p:nvSpPr>
        <p:spPr>
          <a:xfrm xmlns:a="http://schemas.openxmlformats.org/drawingml/2006/main">
            <a:off x="285750" y="257175"/>
            <a:ext cx="766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연구 핵심 요약</a:t>
            </a:r>
          </a:p>
        </p:txBody>
      </p:sp>
      <p:sp>
        <p:nvSpPr>
          <p:cNvPr id="2" name="summary-label-cell-0">
            <a:extLst xmlns:a="http://schemas.openxmlformats.org/drawingml/2006/main">
              <a:ext uri="{FF2B5EF4-FFF2-40B4-BE49-F238E27FC236}">
                <a16:creationId xmlns:a16="http://schemas.microsoft.com/office/drawing/2014/main" id="{BA4175ED-C6D1-42A0-A557-F69155C4A72E}"/>
              </a:ext>
            </a:extLst>
          </p:cNvPr>
          <p:cNvSpPr>
            <a:spLocks xmlns:a="http://schemas.openxmlformats.org/drawingml/2006/main" noGrp="1"/>
          </p:cNvSpPr>
          <p:nvPr/>
        </p:nvSpPr>
        <p:spPr>
          <a:xfrm xmlns:a="http://schemas.openxmlformats.org/drawingml/2006/main">
            <a:off x="285750" y="838200"/>
            <a:ext cx="1381125" cy="6286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3" name="summary-body-cell-0">
            <a:extLst xmlns:a="http://schemas.openxmlformats.org/drawingml/2006/main">
              <a:ext uri="{FF2B5EF4-FFF2-40B4-BE49-F238E27FC236}">
                <a16:creationId xmlns:a16="http://schemas.microsoft.com/office/drawing/2014/main" id="{8C9444AE-50E3-4B28-9F83-F5DE6BAB4BCC}"/>
              </a:ext>
            </a:extLst>
          </p:cNvPr>
          <p:cNvSpPr>
            <a:spLocks xmlns:a="http://schemas.openxmlformats.org/drawingml/2006/main" noGrp="1"/>
          </p:cNvSpPr>
          <p:nvPr/>
        </p:nvSpPr>
        <p:spPr>
          <a:xfrm xmlns:a="http://schemas.openxmlformats.org/drawingml/2006/main">
            <a:off x="1666875" y="838200"/>
            <a:ext cx="73342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 name="summary-label-0">
            <a:extLst xmlns:a="http://schemas.openxmlformats.org/drawingml/2006/main">
              <a:ext uri="{FF2B5EF4-FFF2-40B4-BE49-F238E27FC236}">
                <a16:creationId xmlns:a16="http://schemas.microsoft.com/office/drawing/2014/main" id="{F0474B73-20BD-4865-A2D2-05BC1832A87A}"/>
              </a:ext>
            </a:extLst>
          </p:cNvPr>
          <p:cNvSpPr>
            <a:spLocks xmlns:a="http://schemas.openxmlformats.org/drawingml/2006/main" noGrp="1"/>
          </p:cNvSpPr>
          <p:nvPr/>
        </p:nvSpPr>
        <p:spPr>
          <a:xfrm xmlns:a="http://schemas.openxmlformats.org/drawingml/2006/main">
            <a:off x="333375" y="876300"/>
            <a:ext cx="1285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연구 목적</a:t>
            </a:r>
          </a:p>
        </p:txBody>
      </p:sp>
      <p:sp>
        <p:nvSpPr>
          <p:cNvPr id="5" name="summary-body-0">
            <a:extLst xmlns:a="http://schemas.openxmlformats.org/drawingml/2006/main">
              <a:ext uri="{FF2B5EF4-FFF2-40B4-BE49-F238E27FC236}">
                <a16:creationId xmlns:a16="http://schemas.microsoft.com/office/drawing/2014/main" id="{B507D398-2865-4F31-A052-915045E7E30F}"/>
              </a:ext>
            </a:extLst>
          </p:cNvPr>
          <p:cNvSpPr>
            <a:spLocks xmlns:a="http://schemas.openxmlformats.org/drawingml/2006/main" noGrp="1"/>
          </p:cNvSpPr>
          <p:nvPr/>
        </p:nvSpPr>
        <p:spPr>
          <a:xfrm xmlns:a="http://schemas.openxmlformats.org/drawingml/2006/main">
            <a:off x="1781175" y="885825"/>
            <a:ext cx="710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6000"/>
              </a:lnSpc>
              <a:buNone/>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연속 실리카 구조에서 완전 phononic bandgap과 위상 계면 모드를 함께 구현</a:t>
            </a:r>
          </a:p>
        </p:txBody>
      </p:sp>
      <p:sp>
        <p:nvSpPr>
          <p:cNvPr id="6" name="summary-label-cell-1">
            <a:extLst xmlns:a="http://schemas.openxmlformats.org/drawingml/2006/main">
              <a:ext uri="{FF2B5EF4-FFF2-40B4-BE49-F238E27FC236}">
                <a16:creationId xmlns:a16="http://schemas.microsoft.com/office/drawing/2014/main" id="{3E06BF21-39D6-4F2B-959D-555AC0921521}"/>
              </a:ext>
            </a:extLst>
          </p:cNvPr>
          <p:cNvSpPr>
            <a:spLocks xmlns:a="http://schemas.openxmlformats.org/drawingml/2006/main" noGrp="1"/>
          </p:cNvSpPr>
          <p:nvPr/>
        </p:nvSpPr>
        <p:spPr>
          <a:xfrm xmlns:a="http://schemas.openxmlformats.org/drawingml/2006/main">
            <a:off x="285750" y="1466850"/>
            <a:ext cx="1381125" cy="6286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7" name="summary-body-cell-1">
            <a:extLst xmlns:a="http://schemas.openxmlformats.org/drawingml/2006/main">
              <a:ext uri="{FF2B5EF4-FFF2-40B4-BE49-F238E27FC236}">
                <a16:creationId xmlns:a16="http://schemas.microsoft.com/office/drawing/2014/main" id="{E1ED3294-C00E-4353-ABB7-9FC857902FFA}"/>
              </a:ext>
            </a:extLst>
          </p:cNvPr>
          <p:cNvSpPr>
            <a:spLocks xmlns:a="http://schemas.openxmlformats.org/drawingml/2006/main" noGrp="1"/>
          </p:cNvSpPr>
          <p:nvPr/>
        </p:nvSpPr>
        <p:spPr>
          <a:xfrm xmlns:a="http://schemas.openxmlformats.org/drawingml/2006/main">
            <a:off x="1666875" y="1466850"/>
            <a:ext cx="73342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 name="summary-label-1">
            <a:extLst xmlns:a="http://schemas.openxmlformats.org/drawingml/2006/main">
              <a:ext uri="{FF2B5EF4-FFF2-40B4-BE49-F238E27FC236}">
                <a16:creationId xmlns:a16="http://schemas.microsoft.com/office/drawing/2014/main" id="{F1020FCF-3189-4E28-A769-F756751130D7}"/>
              </a:ext>
            </a:extLst>
          </p:cNvPr>
          <p:cNvSpPr>
            <a:spLocks xmlns:a="http://schemas.openxmlformats.org/drawingml/2006/main" noGrp="1"/>
          </p:cNvSpPr>
          <p:nvPr/>
        </p:nvSpPr>
        <p:spPr>
          <a:xfrm xmlns:a="http://schemas.openxmlformats.org/drawingml/2006/main">
            <a:off x="333375" y="1504950"/>
            <a:ext cx="1285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핵심 아이디어</a:t>
            </a:r>
          </a:p>
        </p:txBody>
      </p:sp>
      <p:sp>
        <p:nvSpPr>
          <p:cNvPr id="9" name="summary-body-1">
            <a:extLst xmlns:a="http://schemas.openxmlformats.org/drawingml/2006/main">
              <a:ext uri="{FF2B5EF4-FFF2-40B4-BE49-F238E27FC236}">
                <a16:creationId xmlns:a16="http://schemas.microsoft.com/office/drawing/2014/main" id="{26F54777-76F4-46F4-8404-250D3E2F0E5D}"/>
              </a:ext>
            </a:extLst>
          </p:cNvPr>
          <p:cNvSpPr>
            <a:spLocks xmlns:a="http://schemas.openxmlformats.org/drawingml/2006/main" noGrp="1"/>
          </p:cNvSpPr>
          <p:nvPr/>
        </p:nvSpPr>
        <p:spPr>
          <a:xfrm xmlns:a="http://schemas.openxmlformats.org/drawingml/2006/main">
            <a:off x="1781175" y="1514475"/>
            <a:ext cx="710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6000"/>
              </a:lnSpc>
              <a:buNone/>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unit cell의 형상을 바꿔 band inversion을 만들고 서로 다른 위상 0·π를 설계</a:t>
            </a:r>
          </a:p>
        </p:txBody>
      </p:sp>
      <p:sp>
        <p:nvSpPr>
          <p:cNvPr id="10" name="summary-label-cell-2">
            <a:extLst xmlns:a="http://schemas.openxmlformats.org/drawingml/2006/main">
              <a:ext uri="{FF2B5EF4-FFF2-40B4-BE49-F238E27FC236}">
                <a16:creationId xmlns:a16="http://schemas.microsoft.com/office/drawing/2014/main" id="{FDF06298-A948-4AA6-989A-06F67AEB2BCC}"/>
              </a:ext>
            </a:extLst>
          </p:cNvPr>
          <p:cNvSpPr>
            <a:spLocks xmlns:a="http://schemas.openxmlformats.org/drawingml/2006/main" noGrp="1"/>
          </p:cNvSpPr>
          <p:nvPr/>
        </p:nvSpPr>
        <p:spPr>
          <a:xfrm xmlns:a="http://schemas.openxmlformats.org/drawingml/2006/main">
            <a:off x="285750" y="2095500"/>
            <a:ext cx="1381125" cy="6286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1" name="summary-body-cell-2">
            <a:extLst xmlns:a="http://schemas.openxmlformats.org/drawingml/2006/main">
              <a:ext uri="{FF2B5EF4-FFF2-40B4-BE49-F238E27FC236}">
                <a16:creationId xmlns:a16="http://schemas.microsoft.com/office/drawing/2014/main" id="{8FE47418-77E0-4BA1-A01A-22BE5E9DB9F3}"/>
              </a:ext>
            </a:extLst>
          </p:cNvPr>
          <p:cNvSpPr>
            <a:spLocks xmlns:a="http://schemas.openxmlformats.org/drawingml/2006/main" noGrp="1"/>
          </p:cNvSpPr>
          <p:nvPr/>
        </p:nvSpPr>
        <p:spPr>
          <a:xfrm xmlns:a="http://schemas.openxmlformats.org/drawingml/2006/main">
            <a:off x="1666875" y="2095500"/>
            <a:ext cx="733425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 name="summary-label-2">
            <a:extLst xmlns:a="http://schemas.openxmlformats.org/drawingml/2006/main">
              <a:ext uri="{FF2B5EF4-FFF2-40B4-BE49-F238E27FC236}">
                <a16:creationId xmlns:a16="http://schemas.microsoft.com/office/drawing/2014/main" id="{A0D75A73-D8E7-484A-96AB-EC6365E74E5B}"/>
              </a:ext>
            </a:extLst>
          </p:cNvPr>
          <p:cNvSpPr>
            <a:spLocks xmlns:a="http://schemas.openxmlformats.org/drawingml/2006/main" noGrp="1"/>
          </p:cNvSpPr>
          <p:nvPr/>
        </p:nvSpPr>
        <p:spPr>
          <a:xfrm xmlns:a="http://schemas.openxmlformats.org/drawingml/2006/main">
            <a:off x="333375" y="2133600"/>
            <a:ext cx="1285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실험 방법</a:t>
            </a:r>
          </a:p>
        </p:txBody>
      </p:sp>
      <p:sp>
        <p:nvSpPr>
          <p:cNvPr id="13" name="summary-body-2">
            <a:extLst xmlns:a="http://schemas.openxmlformats.org/drawingml/2006/main">
              <a:ext uri="{FF2B5EF4-FFF2-40B4-BE49-F238E27FC236}">
                <a16:creationId xmlns:a16="http://schemas.microsoft.com/office/drawing/2014/main" id="{65A844A8-9891-4E41-8970-EF09A96C32B2}"/>
              </a:ext>
            </a:extLst>
          </p:cNvPr>
          <p:cNvSpPr>
            <a:spLocks xmlns:a="http://schemas.openxmlformats.org/drawingml/2006/main" noGrp="1"/>
          </p:cNvSpPr>
          <p:nvPr/>
        </p:nvSpPr>
        <p:spPr>
          <a:xfrm xmlns:a="http://schemas.openxmlformats.org/drawingml/2006/main">
            <a:off x="1781175" y="2143125"/>
            <a:ext cx="710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6000"/>
              </a:lnSpc>
              <a:buNone/>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위상이 다른 접합과 같은 접합을 제작해 transmission spectrum과 공간 분포를 비교</a:t>
            </a:r>
          </a:p>
        </p:txBody>
      </p:sp>
      <p:sp>
        <p:nvSpPr>
          <p:cNvPr id="14" name="summary-label-cell-3">
            <a:extLst xmlns:a="http://schemas.openxmlformats.org/drawingml/2006/main">
              <a:ext uri="{FF2B5EF4-FFF2-40B4-BE49-F238E27FC236}">
                <a16:creationId xmlns:a16="http://schemas.microsoft.com/office/drawing/2014/main" id="{1D03ACD5-FE6C-4746-AE9A-B67CC26AAC47}"/>
              </a:ext>
            </a:extLst>
          </p:cNvPr>
          <p:cNvSpPr>
            <a:spLocks xmlns:a="http://schemas.openxmlformats.org/drawingml/2006/main" noGrp="1"/>
          </p:cNvSpPr>
          <p:nvPr/>
        </p:nvSpPr>
        <p:spPr>
          <a:xfrm xmlns:a="http://schemas.openxmlformats.org/drawingml/2006/main">
            <a:off x="285750" y="2724150"/>
            <a:ext cx="1381125" cy="7239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5" name="summary-body-cell-3">
            <a:extLst xmlns:a="http://schemas.openxmlformats.org/drawingml/2006/main">
              <a:ext uri="{FF2B5EF4-FFF2-40B4-BE49-F238E27FC236}">
                <a16:creationId xmlns:a16="http://schemas.microsoft.com/office/drawing/2014/main" id="{45CD45A4-2DBC-41E8-9525-D5DD4EC49D23}"/>
              </a:ext>
            </a:extLst>
          </p:cNvPr>
          <p:cNvSpPr>
            <a:spLocks xmlns:a="http://schemas.openxmlformats.org/drawingml/2006/main" noGrp="1"/>
          </p:cNvSpPr>
          <p:nvPr/>
        </p:nvSpPr>
        <p:spPr>
          <a:xfrm xmlns:a="http://schemas.openxmlformats.org/drawingml/2006/main">
            <a:off x="1666875" y="2724150"/>
            <a:ext cx="7334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 name="summary-label-3">
            <a:extLst xmlns:a="http://schemas.openxmlformats.org/drawingml/2006/main">
              <a:ext uri="{FF2B5EF4-FFF2-40B4-BE49-F238E27FC236}">
                <a16:creationId xmlns:a16="http://schemas.microsoft.com/office/drawing/2014/main" id="{615DB7BD-5322-4A2A-B111-FE3AB6F168AD}"/>
              </a:ext>
            </a:extLst>
          </p:cNvPr>
          <p:cNvSpPr>
            <a:spLocks xmlns:a="http://schemas.openxmlformats.org/drawingml/2006/main" noGrp="1"/>
          </p:cNvSpPr>
          <p:nvPr/>
        </p:nvSpPr>
        <p:spPr>
          <a:xfrm xmlns:a="http://schemas.openxmlformats.org/drawingml/2006/main">
            <a:off x="333375" y="2762250"/>
            <a:ext cx="1285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주요 결과</a:t>
            </a:r>
          </a:p>
        </p:txBody>
      </p:sp>
      <p:sp>
        <p:nvSpPr>
          <p:cNvPr id="17" name="summary-body-3">
            <a:extLst xmlns:a="http://schemas.openxmlformats.org/drawingml/2006/main">
              <a:ext uri="{FF2B5EF4-FFF2-40B4-BE49-F238E27FC236}">
                <a16:creationId xmlns:a16="http://schemas.microsoft.com/office/drawing/2014/main" id="{BCE2AA88-E389-4FF6-8959-9AF9849C08C2}"/>
              </a:ext>
            </a:extLst>
          </p:cNvPr>
          <p:cNvSpPr>
            <a:spLocks xmlns:a="http://schemas.openxmlformats.org/drawingml/2006/main" noGrp="1"/>
          </p:cNvSpPr>
          <p:nvPr/>
        </p:nvSpPr>
        <p:spPr>
          <a:xfrm xmlns:a="http://schemas.openxmlformats.org/drawingml/2006/main">
            <a:off x="1781175" y="2771775"/>
            <a:ext cx="7105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6000"/>
              </a:lnSpc>
              <a:buNone/>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202.38 kHz에서 Q≈5,650의 단일 peak와 계면 주변의 강한 진동 국소화를 관찰</a:t>
            </a:r>
          </a:p>
        </p:txBody>
      </p:sp>
      <p:sp>
        <p:nvSpPr>
          <p:cNvPr id="18" name="summary-label-cell-4">
            <a:extLst xmlns:a="http://schemas.openxmlformats.org/drawingml/2006/main">
              <a:ext uri="{FF2B5EF4-FFF2-40B4-BE49-F238E27FC236}">
                <a16:creationId xmlns:a16="http://schemas.microsoft.com/office/drawing/2014/main" id="{2FAFBC1E-D2DD-4368-BFB4-E094A722B6EC}"/>
              </a:ext>
            </a:extLst>
          </p:cNvPr>
          <p:cNvSpPr>
            <a:spLocks xmlns:a="http://schemas.openxmlformats.org/drawingml/2006/main" noGrp="1"/>
          </p:cNvSpPr>
          <p:nvPr/>
        </p:nvSpPr>
        <p:spPr>
          <a:xfrm xmlns:a="http://schemas.openxmlformats.org/drawingml/2006/main">
            <a:off x="285750" y="3448050"/>
            <a:ext cx="1381125" cy="72390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19" name="summary-body-cell-4">
            <a:extLst xmlns:a="http://schemas.openxmlformats.org/drawingml/2006/main">
              <a:ext uri="{FF2B5EF4-FFF2-40B4-BE49-F238E27FC236}">
                <a16:creationId xmlns:a16="http://schemas.microsoft.com/office/drawing/2014/main" id="{29969C43-6B02-4CCF-8C11-569E0A2A8C10}"/>
              </a:ext>
            </a:extLst>
          </p:cNvPr>
          <p:cNvSpPr>
            <a:spLocks xmlns:a="http://schemas.openxmlformats.org/drawingml/2006/main" noGrp="1"/>
          </p:cNvSpPr>
          <p:nvPr/>
        </p:nvSpPr>
        <p:spPr>
          <a:xfrm xmlns:a="http://schemas.openxmlformats.org/drawingml/2006/main">
            <a:off x="1666875" y="3448050"/>
            <a:ext cx="7334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 name="summary-label-4">
            <a:extLst xmlns:a="http://schemas.openxmlformats.org/drawingml/2006/main">
              <a:ext uri="{FF2B5EF4-FFF2-40B4-BE49-F238E27FC236}">
                <a16:creationId xmlns:a16="http://schemas.microsoft.com/office/drawing/2014/main" id="{A7DAE87D-106A-4143-9729-573A598A1C3F}"/>
              </a:ext>
            </a:extLst>
          </p:cNvPr>
          <p:cNvSpPr>
            <a:spLocks xmlns:a="http://schemas.openxmlformats.org/drawingml/2006/main" noGrp="1"/>
          </p:cNvSpPr>
          <p:nvPr/>
        </p:nvSpPr>
        <p:spPr>
          <a:xfrm xmlns:a="http://schemas.openxmlformats.org/drawingml/2006/main">
            <a:off x="333375" y="3486150"/>
            <a:ext cx="1285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현재의 발전</a:t>
            </a:r>
          </a:p>
        </p:txBody>
      </p:sp>
      <p:sp>
        <p:nvSpPr>
          <p:cNvPr id="21" name="summary-body-4">
            <a:extLst xmlns:a="http://schemas.openxmlformats.org/drawingml/2006/main">
              <a:ext uri="{FF2B5EF4-FFF2-40B4-BE49-F238E27FC236}">
                <a16:creationId xmlns:a16="http://schemas.microsoft.com/office/drawing/2014/main" id="{F09ACBE1-B260-4CE5-898F-4318A87B6940}"/>
              </a:ext>
            </a:extLst>
          </p:cNvPr>
          <p:cNvSpPr>
            <a:spLocks xmlns:a="http://schemas.openxmlformats.org/drawingml/2006/main" noGrp="1"/>
          </p:cNvSpPr>
          <p:nvPr/>
        </p:nvSpPr>
        <p:spPr>
          <a:xfrm xmlns:a="http://schemas.openxmlformats.org/drawingml/2006/main">
            <a:off x="1781175" y="3495675"/>
            <a:ext cx="7105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6000"/>
              </a:lnSpc>
              <a:buNone/>
              <a:defRPr sz="1300" b="0">
                <a:solidFill>
                  <a:srgbClr val="000000"/>
                </a:solidFill>
                <a:latin typeface="맑은 고딕"/>
                <a:ea typeface="맑은 고딕"/>
                <a:cs typeface="맑은 고딕"/>
              </a:defRPr>
            </a:pPr>
            <a:r>
              <a:rPr sz="1300" b="0">
                <a:solidFill>
                  <a:srgbClr val="000000"/>
                </a:solidFill>
                <a:latin typeface="맑은 고딕"/>
                <a:ea typeface="맑은 고딕"/>
                <a:cs typeface="맑은 고딕"/>
              </a:rPr>
              <a:t>kHz 현상 검증에서 MHz–GHz 집적회로·저손실 waveguide·재구성 설계로 확장</a:t>
            </a:r>
          </a:p>
        </p:txBody>
      </p:sp>
    </p:spTree>
    <p:extLst>
      <p:ext uri="{BB962C8B-B14F-4D97-AF65-F5344CB8AC3E}">
        <p14:creationId xmlns:p14="http://schemas.microsoft.com/office/powerpoint/2010/main" val="201048634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9E49AB07-8532-407D-BC05-01AB9447AFF8}"/>
              </a:ext>
            </a:extLst>
          </p:cNvPr>
          <p:cNvSpPr>
            <a:spLocks xmlns:a="http://schemas.openxmlformats.org/drawingml/2006/main" noGrp="1"/>
          </p:cNvSpPr>
          <p:nvPr/>
        </p:nvSpPr>
        <p:spPr>
          <a:xfrm xmlns:a="http://schemas.openxmlformats.org/drawingml/2006/main">
            <a:off x="285750" y="257175"/>
            <a:ext cx="766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주기 구조는 특정 주파수의 파동을 차단한다</a:t>
            </a:r>
          </a:p>
        </p:txBody>
      </p:sp>
      <p:sp>
        <p:nvSpPr>
          <p:cNvPr id="2" name="main-message">
            <a:extLst xmlns:a="http://schemas.openxmlformats.org/drawingml/2006/main">
              <a:ext uri="{FF2B5EF4-FFF2-40B4-BE49-F238E27FC236}">
                <a16:creationId xmlns:a16="http://schemas.microsoft.com/office/drawing/2014/main" id="{D810F9BF-C3A6-4977-916B-35BB12352359}"/>
              </a:ext>
            </a:extLst>
          </p:cNvPr>
          <p:cNvSpPr>
            <a:spLocks xmlns:a="http://schemas.openxmlformats.org/drawingml/2006/main" noGrp="1"/>
          </p:cNvSpPr>
          <p:nvPr/>
        </p:nvSpPr>
        <p:spPr>
          <a:xfrm xmlns:a="http://schemas.openxmlformats.org/drawingml/2006/main">
            <a:off x="333375" y="7810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a:t>
            </a:r>
            <a:r>
              <a:rPr sz="1500" b="1">
                <a:solidFill>
                  <a:srgbClr val="000000"/>
                </a:solidFill>
                <a:latin typeface="맑은 고딕"/>
                <a:ea typeface="맑은 고딕"/>
                <a:cs typeface="맑은 고딕"/>
              </a:rPr>
              <a:t>반복 구조에서 여러 번 반사된 파동이 상쇄되면 </a:t>
            </a:r>
            <a:r>
              <a:rPr sz="1500" b="1">
                <a:solidFill>
                  <a:srgbClr val="000000"/>
                </a:solidFill>
                <a:latin typeface="맑은 고딕"/>
                <a:ea typeface="맑은 고딕"/>
                <a:cs typeface="맑은 고딕"/>
              </a:rPr>
              <a:t>bandgap</a:t>
            </a:r>
            <a:r>
              <a:rPr sz="1500" b="1">
                <a:solidFill>
                  <a:srgbClr val="000000"/>
                </a:solidFill>
                <a:latin typeface="맑은 고딕"/>
                <a:ea typeface="맑은 고딕"/>
                <a:cs typeface="맑은 고딕"/>
              </a:rPr>
              <a:t>이 형성된다</a:t>
            </a:r>
          </a:p>
        </p:txBody>
      </p:sp>
      <p:sp>
        <p:nvSpPr>
          <p:cNvPr id="3" name="photon-panel">
            <a:extLst xmlns:a="http://schemas.openxmlformats.org/drawingml/2006/main">
              <a:ext uri="{FF2B5EF4-FFF2-40B4-BE49-F238E27FC236}">
                <a16:creationId xmlns:a16="http://schemas.microsoft.com/office/drawing/2014/main" id="{DD49FACC-26AA-445E-93DB-E96738AD566E}"/>
              </a:ext>
            </a:extLst>
          </p:cNvPr>
          <p:cNvSpPr>
            <a:spLocks xmlns:a="http://schemas.openxmlformats.org/drawingml/2006/main" noGrp="1"/>
          </p:cNvSpPr>
          <p:nvPr/>
        </p:nvSpPr>
        <p:spPr>
          <a:xfrm xmlns:a="http://schemas.openxmlformats.org/drawingml/2006/main">
            <a:off x="333375" y="1257300"/>
            <a:ext cx="3857625"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 name="phonon-panel">
            <a:extLst xmlns:a="http://schemas.openxmlformats.org/drawingml/2006/main">
              <a:ext uri="{FF2B5EF4-FFF2-40B4-BE49-F238E27FC236}">
                <a16:creationId xmlns:a16="http://schemas.microsoft.com/office/drawing/2014/main" id="{012E51E4-49ED-4A02-BB6C-142841D09946}"/>
              </a:ext>
            </a:extLst>
          </p:cNvPr>
          <p:cNvSpPr>
            <a:spLocks xmlns:a="http://schemas.openxmlformats.org/drawingml/2006/main" noGrp="1"/>
          </p:cNvSpPr>
          <p:nvPr/>
        </p:nvSpPr>
        <p:spPr>
          <a:xfrm xmlns:a="http://schemas.openxmlformats.org/drawingml/2006/main">
            <a:off x="4953000" y="1257300"/>
            <a:ext cx="3857625"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5" name="photon-head">
            <a:extLst xmlns:a="http://schemas.openxmlformats.org/drawingml/2006/main">
              <a:ext uri="{FF2B5EF4-FFF2-40B4-BE49-F238E27FC236}">
                <a16:creationId xmlns:a16="http://schemas.microsoft.com/office/drawing/2014/main" id="{17BD35BA-3CA7-4F56-A867-C7A9ACA7624B}"/>
              </a:ext>
            </a:extLst>
          </p:cNvPr>
          <p:cNvSpPr>
            <a:spLocks xmlns:a="http://schemas.openxmlformats.org/drawingml/2006/main" noGrp="1"/>
          </p:cNvSpPr>
          <p:nvPr/>
        </p:nvSpPr>
        <p:spPr>
          <a:xfrm xmlns:a="http://schemas.openxmlformats.org/drawingml/2006/main">
            <a:off x="333375" y="1257300"/>
            <a:ext cx="3857625" cy="4000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6" name="phonon-head">
            <a:extLst xmlns:a="http://schemas.openxmlformats.org/drawingml/2006/main">
              <a:ext uri="{FF2B5EF4-FFF2-40B4-BE49-F238E27FC236}">
                <a16:creationId xmlns:a16="http://schemas.microsoft.com/office/drawing/2014/main" id="{2CEAB550-9288-4EAC-80C9-9A30F23F5361}"/>
              </a:ext>
            </a:extLst>
          </p:cNvPr>
          <p:cNvSpPr>
            <a:spLocks xmlns:a="http://schemas.openxmlformats.org/drawingml/2006/main" noGrp="1"/>
          </p:cNvSpPr>
          <p:nvPr/>
        </p:nvSpPr>
        <p:spPr>
          <a:xfrm xmlns:a="http://schemas.openxmlformats.org/drawingml/2006/main">
            <a:off x="4953000" y="1257300"/>
            <a:ext cx="3857625" cy="400050"/>
          </a:xfrm>
          <a:prstGeom xmlns:a="http://schemas.openxmlformats.org/drawingml/2006/main" prst="rect">
            <a:avLst/>
          </a:prstGeom>
          <a:solidFill xmlns:a="http://schemas.openxmlformats.org/drawingml/2006/main">
            <a:srgbClr val="EBF0FF"/>
          </a:solidFill>
          <a:ln xmlns:a="http://schemas.openxmlformats.org/drawingml/2006/main" w="9525">
            <a:solidFill>
              <a:srgbClr val="000000"/>
            </a:solidFill>
            <a:prstDash val="solid"/>
          </a:ln>
        </p:spPr>
      </p:sp>
      <p:sp>
        <p:nvSpPr>
          <p:cNvPr id="7" name="photon-head-text">
            <a:extLst xmlns:a="http://schemas.openxmlformats.org/drawingml/2006/main">
              <a:ext uri="{FF2B5EF4-FFF2-40B4-BE49-F238E27FC236}">
                <a16:creationId xmlns:a16="http://schemas.microsoft.com/office/drawing/2014/main" id="{60E2280E-E55B-4B7D-9039-605FDD130A99}"/>
              </a:ext>
            </a:extLst>
          </p:cNvPr>
          <p:cNvSpPr>
            <a:spLocks xmlns:a="http://schemas.openxmlformats.org/drawingml/2006/main" noGrp="1"/>
          </p:cNvSpPr>
          <p:nvPr/>
        </p:nvSpPr>
        <p:spPr>
          <a:xfrm xmlns:a="http://schemas.openxmlformats.org/drawingml/2006/main">
            <a:off x="428625" y="1314450"/>
            <a:ext cx="3667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Photonic crystal</a:t>
            </a:r>
          </a:p>
        </p:txBody>
      </p:sp>
      <p:sp>
        <p:nvSpPr>
          <p:cNvPr id="8" name="phonon-head-text">
            <a:extLst xmlns:a="http://schemas.openxmlformats.org/drawingml/2006/main">
              <a:ext uri="{FF2B5EF4-FFF2-40B4-BE49-F238E27FC236}">
                <a16:creationId xmlns:a16="http://schemas.microsoft.com/office/drawing/2014/main" id="{A7A64D9B-610A-411F-B3AC-C4D2C913C4A9}"/>
              </a:ext>
            </a:extLst>
          </p:cNvPr>
          <p:cNvSpPr>
            <a:spLocks xmlns:a="http://schemas.openxmlformats.org/drawingml/2006/main" noGrp="1"/>
          </p:cNvSpPr>
          <p:nvPr/>
        </p:nvSpPr>
        <p:spPr>
          <a:xfrm xmlns:a="http://schemas.openxmlformats.org/drawingml/2006/main">
            <a:off x="5048250" y="1314450"/>
            <a:ext cx="3667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Phononic crystal</a:t>
            </a:r>
          </a:p>
        </p:txBody>
      </p:sp>
      <p:sp>
        <p:nvSpPr>
          <p:cNvPr id="9" name="left-label-0">
            <a:extLst xmlns:a="http://schemas.openxmlformats.org/drawingml/2006/main">
              <a:ext uri="{FF2B5EF4-FFF2-40B4-BE49-F238E27FC236}">
                <a16:creationId xmlns:a16="http://schemas.microsoft.com/office/drawing/2014/main" id="{E45EC0E2-D24E-4089-8E6A-23E6173F6EB4}"/>
              </a:ext>
            </a:extLst>
          </p:cNvPr>
          <p:cNvSpPr>
            <a:spLocks xmlns:a="http://schemas.openxmlformats.org/drawingml/2006/main" noGrp="1"/>
          </p:cNvSpPr>
          <p:nvPr/>
        </p:nvSpPr>
        <p:spPr>
          <a:xfrm xmlns:a="http://schemas.openxmlformats.org/drawingml/2006/main">
            <a:off x="523875" y="18097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898989"/>
                </a:solidFill>
                <a:latin typeface="맑은 고딕"/>
                <a:ea typeface="맑은 고딕"/>
                <a:cs typeface="맑은 고딕"/>
              </a:defRPr>
            </a:pPr>
            <a:r>
              <a:rPr sz="1200" b="1">
                <a:solidFill>
                  <a:srgbClr val="898989"/>
                </a:solidFill>
                <a:latin typeface="맑은 고딕"/>
                <a:ea typeface="맑은 고딕"/>
                <a:cs typeface="맑은 고딕"/>
              </a:rPr>
              <a:t>파동</a:t>
            </a:r>
          </a:p>
        </p:txBody>
      </p:sp>
      <p:sp>
        <p:nvSpPr>
          <p:cNvPr id="10" name="left-value-0">
            <a:extLst xmlns:a="http://schemas.openxmlformats.org/drawingml/2006/main">
              <a:ext uri="{FF2B5EF4-FFF2-40B4-BE49-F238E27FC236}">
                <a16:creationId xmlns:a16="http://schemas.microsoft.com/office/drawing/2014/main" id="{696C75FC-84B1-4E27-B57F-A9C950A67EAB}"/>
              </a:ext>
            </a:extLst>
          </p:cNvPr>
          <p:cNvSpPr>
            <a:spLocks xmlns:a="http://schemas.openxmlformats.org/drawingml/2006/main" noGrp="1"/>
          </p:cNvSpPr>
          <p:nvPr/>
        </p:nvSpPr>
        <p:spPr>
          <a:xfrm xmlns:a="http://schemas.openxmlformats.org/drawingml/2006/main">
            <a:off x="1476375" y="1809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빛</a:t>
            </a:r>
          </a:p>
        </p:txBody>
      </p:sp>
      <p:sp>
        <p:nvSpPr>
          <p:cNvPr id="11" name="right-label-0">
            <a:extLst xmlns:a="http://schemas.openxmlformats.org/drawingml/2006/main">
              <a:ext uri="{FF2B5EF4-FFF2-40B4-BE49-F238E27FC236}">
                <a16:creationId xmlns:a16="http://schemas.microsoft.com/office/drawing/2014/main" id="{26F82978-8DCA-46CF-A5C1-467AA4406CE1}"/>
              </a:ext>
            </a:extLst>
          </p:cNvPr>
          <p:cNvSpPr>
            <a:spLocks xmlns:a="http://schemas.openxmlformats.org/drawingml/2006/main" noGrp="1"/>
          </p:cNvSpPr>
          <p:nvPr/>
        </p:nvSpPr>
        <p:spPr>
          <a:xfrm xmlns:a="http://schemas.openxmlformats.org/drawingml/2006/main">
            <a:off x="5143500" y="18097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898989"/>
                </a:solidFill>
                <a:latin typeface="맑은 고딕"/>
                <a:ea typeface="맑은 고딕"/>
                <a:cs typeface="맑은 고딕"/>
              </a:defRPr>
            </a:pPr>
            <a:r>
              <a:rPr sz="1200" b="1">
                <a:solidFill>
                  <a:srgbClr val="898989"/>
                </a:solidFill>
                <a:latin typeface="맑은 고딕"/>
                <a:ea typeface="맑은 고딕"/>
                <a:cs typeface="맑은 고딕"/>
              </a:rPr>
              <a:t>파동</a:t>
            </a:r>
          </a:p>
        </p:txBody>
      </p:sp>
      <p:sp>
        <p:nvSpPr>
          <p:cNvPr id="12" name="right-value-0">
            <a:extLst xmlns:a="http://schemas.openxmlformats.org/drawingml/2006/main">
              <a:ext uri="{FF2B5EF4-FFF2-40B4-BE49-F238E27FC236}">
                <a16:creationId xmlns:a16="http://schemas.microsoft.com/office/drawing/2014/main" id="{A391D9C5-B21D-4F0C-9BEC-EE1DFD97AC2E}"/>
              </a:ext>
            </a:extLst>
          </p:cNvPr>
          <p:cNvSpPr>
            <a:spLocks xmlns:a="http://schemas.openxmlformats.org/drawingml/2006/main" noGrp="1"/>
          </p:cNvSpPr>
          <p:nvPr/>
        </p:nvSpPr>
        <p:spPr>
          <a:xfrm xmlns:a="http://schemas.openxmlformats.org/drawingml/2006/main">
            <a:off x="6096000" y="1809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탄성파·음파</a:t>
            </a:r>
          </a:p>
        </p:txBody>
      </p:sp>
      <p:sp>
        <p:nvSpPr>
          <p:cNvPr id="13" name="left-label-1">
            <a:extLst xmlns:a="http://schemas.openxmlformats.org/drawingml/2006/main">
              <a:ext uri="{FF2B5EF4-FFF2-40B4-BE49-F238E27FC236}">
                <a16:creationId xmlns:a16="http://schemas.microsoft.com/office/drawing/2014/main" id="{E95093B5-1D6E-498C-99D5-ACB33C8C11E3}"/>
              </a:ext>
            </a:extLst>
          </p:cNvPr>
          <p:cNvSpPr>
            <a:spLocks xmlns:a="http://schemas.openxmlformats.org/drawingml/2006/main" noGrp="1"/>
          </p:cNvSpPr>
          <p:nvPr/>
        </p:nvSpPr>
        <p:spPr>
          <a:xfrm xmlns:a="http://schemas.openxmlformats.org/drawingml/2006/main">
            <a:off x="523875" y="23050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898989"/>
                </a:solidFill>
                <a:latin typeface="맑은 고딕"/>
                <a:ea typeface="맑은 고딕"/>
                <a:cs typeface="맑은 고딕"/>
              </a:defRPr>
            </a:pPr>
            <a:r>
              <a:rPr sz="1200" b="1">
                <a:solidFill>
                  <a:srgbClr val="898989"/>
                </a:solidFill>
                <a:latin typeface="맑은 고딕"/>
                <a:ea typeface="맑은 고딕"/>
                <a:cs typeface="맑은 고딕"/>
              </a:rPr>
              <a:t>반복 물성</a:t>
            </a:r>
          </a:p>
        </p:txBody>
      </p:sp>
      <p:sp>
        <p:nvSpPr>
          <p:cNvPr id="14" name="left-value-1">
            <a:extLst xmlns:a="http://schemas.openxmlformats.org/drawingml/2006/main">
              <a:ext uri="{FF2B5EF4-FFF2-40B4-BE49-F238E27FC236}">
                <a16:creationId xmlns:a16="http://schemas.microsoft.com/office/drawing/2014/main" id="{50E981D8-EBA5-46A0-A62B-C97AB4440E75}"/>
              </a:ext>
            </a:extLst>
          </p:cNvPr>
          <p:cNvSpPr>
            <a:spLocks xmlns:a="http://schemas.openxmlformats.org/drawingml/2006/main" noGrp="1"/>
          </p:cNvSpPr>
          <p:nvPr/>
        </p:nvSpPr>
        <p:spPr>
          <a:xfrm xmlns:a="http://schemas.openxmlformats.org/drawingml/2006/main">
            <a:off x="1476375" y="23050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굴절률</a:t>
            </a:r>
          </a:p>
        </p:txBody>
      </p:sp>
      <p:sp>
        <p:nvSpPr>
          <p:cNvPr id="15" name="right-label-1">
            <a:extLst xmlns:a="http://schemas.openxmlformats.org/drawingml/2006/main">
              <a:ext uri="{FF2B5EF4-FFF2-40B4-BE49-F238E27FC236}">
                <a16:creationId xmlns:a16="http://schemas.microsoft.com/office/drawing/2014/main" id="{5F7ED04C-830A-4993-AE7F-122289EE813F}"/>
              </a:ext>
            </a:extLst>
          </p:cNvPr>
          <p:cNvSpPr>
            <a:spLocks xmlns:a="http://schemas.openxmlformats.org/drawingml/2006/main" noGrp="1"/>
          </p:cNvSpPr>
          <p:nvPr/>
        </p:nvSpPr>
        <p:spPr>
          <a:xfrm xmlns:a="http://schemas.openxmlformats.org/drawingml/2006/main">
            <a:off x="5143500" y="23050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898989"/>
                </a:solidFill>
                <a:latin typeface="맑은 고딕"/>
                <a:ea typeface="맑은 고딕"/>
                <a:cs typeface="맑은 고딕"/>
              </a:defRPr>
            </a:pPr>
            <a:r>
              <a:rPr sz="1200" b="1">
                <a:solidFill>
                  <a:srgbClr val="898989"/>
                </a:solidFill>
                <a:latin typeface="맑은 고딕"/>
                <a:ea typeface="맑은 고딕"/>
                <a:cs typeface="맑은 고딕"/>
              </a:rPr>
              <a:t>반복 물성</a:t>
            </a:r>
          </a:p>
        </p:txBody>
      </p:sp>
      <p:sp>
        <p:nvSpPr>
          <p:cNvPr id="16" name="right-value-1">
            <a:extLst xmlns:a="http://schemas.openxmlformats.org/drawingml/2006/main">
              <a:ext uri="{FF2B5EF4-FFF2-40B4-BE49-F238E27FC236}">
                <a16:creationId xmlns:a16="http://schemas.microsoft.com/office/drawing/2014/main" id="{8E6707A0-B55D-418E-AC20-2E699005D79B}"/>
              </a:ext>
            </a:extLst>
          </p:cNvPr>
          <p:cNvSpPr>
            <a:spLocks xmlns:a="http://schemas.openxmlformats.org/drawingml/2006/main" noGrp="1"/>
          </p:cNvSpPr>
          <p:nvPr/>
        </p:nvSpPr>
        <p:spPr>
          <a:xfrm xmlns:a="http://schemas.openxmlformats.org/drawingml/2006/main">
            <a:off x="6096000" y="23050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400" b="0">
                <a:solidFill>
                  <a:srgbClr val="000000"/>
                </a:solidFill>
                <a:latin typeface="맑은 고딕"/>
                <a:ea typeface="맑은 고딕"/>
                <a:cs typeface="맑은 고딕"/>
              </a:defRPr>
            </a:pPr>
            <a:r>
              <a:rPr sz="1400" b="0">
                <a:solidFill>
                  <a:srgbClr val="000000"/>
                </a:solidFill>
                <a:latin typeface="맑은 고딕"/>
                <a:ea typeface="맑은 고딕"/>
                <a:cs typeface="맑은 고딕"/>
              </a:rPr>
              <a:t>밀도·탄성률·형상</a:t>
            </a:r>
          </a:p>
        </p:txBody>
      </p:sp>
      <p:sp>
        <p:nvSpPr>
          <p:cNvPr id="17" name="left-label-2">
            <a:extLst xmlns:a="http://schemas.openxmlformats.org/drawingml/2006/main">
              <a:ext uri="{FF2B5EF4-FFF2-40B4-BE49-F238E27FC236}">
                <a16:creationId xmlns:a16="http://schemas.microsoft.com/office/drawing/2014/main" id="{0780E114-1129-4FD2-BA93-8BA86D4564BE}"/>
              </a:ext>
            </a:extLst>
          </p:cNvPr>
          <p:cNvSpPr>
            <a:spLocks xmlns:a="http://schemas.openxmlformats.org/drawingml/2006/main" noGrp="1"/>
          </p:cNvSpPr>
          <p:nvPr/>
        </p:nvSpPr>
        <p:spPr>
          <a:xfrm xmlns:a="http://schemas.openxmlformats.org/drawingml/2006/main">
            <a:off x="523875" y="28003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898989"/>
                </a:solidFill>
                <a:latin typeface="맑은 고딕"/>
                <a:ea typeface="맑은 고딕"/>
                <a:cs typeface="맑은 고딕"/>
              </a:defRPr>
            </a:pPr>
            <a:r>
              <a:rPr sz="1200" b="1">
                <a:solidFill>
                  <a:srgbClr val="898989"/>
                </a:solidFill>
                <a:latin typeface="맑은 고딕"/>
                <a:ea typeface="맑은 고딕"/>
                <a:cs typeface="맑은 고딕"/>
              </a:rPr>
              <a:t>차단 구간</a:t>
            </a:r>
          </a:p>
        </p:txBody>
      </p:sp>
      <p:sp>
        <p:nvSpPr>
          <p:cNvPr id="18" name="left-value-2">
            <a:extLst xmlns:a="http://schemas.openxmlformats.org/drawingml/2006/main">
              <a:ext uri="{FF2B5EF4-FFF2-40B4-BE49-F238E27FC236}">
                <a16:creationId xmlns:a16="http://schemas.microsoft.com/office/drawing/2014/main" id="{2848A24A-432A-4F04-AAE2-9A682796010E}"/>
              </a:ext>
            </a:extLst>
          </p:cNvPr>
          <p:cNvSpPr>
            <a:spLocks xmlns:a="http://schemas.openxmlformats.org/drawingml/2006/main" noGrp="1"/>
          </p:cNvSpPr>
          <p:nvPr/>
        </p:nvSpPr>
        <p:spPr>
          <a:xfrm xmlns:a="http://schemas.openxmlformats.org/drawingml/2006/main">
            <a:off x="1476375" y="2800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400" b="1">
                <a:solidFill>
                  <a:srgbClr val="0000FF"/>
                </a:solidFill>
                <a:latin typeface="맑은 고딕"/>
                <a:ea typeface="맑은 고딕"/>
                <a:cs typeface="맑은 고딕"/>
              </a:defRPr>
            </a:pPr>
            <a:r>
              <a:rPr sz="1400" b="1">
                <a:solidFill>
                  <a:srgbClr val="0000FF"/>
                </a:solidFill>
                <a:latin typeface="맑은 고딕"/>
                <a:ea typeface="맑은 고딕"/>
                <a:cs typeface="맑은 고딕"/>
              </a:rPr>
              <a:t>Photonic bandgap</a:t>
            </a:r>
          </a:p>
        </p:txBody>
      </p:sp>
      <p:sp>
        <p:nvSpPr>
          <p:cNvPr id="19" name="right-label-2">
            <a:extLst xmlns:a="http://schemas.openxmlformats.org/drawingml/2006/main">
              <a:ext uri="{FF2B5EF4-FFF2-40B4-BE49-F238E27FC236}">
                <a16:creationId xmlns:a16="http://schemas.microsoft.com/office/drawing/2014/main" id="{FA2EA9C5-DAB1-47CF-9583-7D5D34075BC7}"/>
              </a:ext>
            </a:extLst>
          </p:cNvPr>
          <p:cNvSpPr>
            <a:spLocks xmlns:a="http://schemas.openxmlformats.org/drawingml/2006/main" noGrp="1"/>
          </p:cNvSpPr>
          <p:nvPr/>
        </p:nvSpPr>
        <p:spPr>
          <a:xfrm xmlns:a="http://schemas.openxmlformats.org/drawingml/2006/main">
            <a:off x="5143500" y="28003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898989"/>
                </a:solidFill>
                <a:latin typeface="맑은 고딕"/>
                <a:ea typeface="맑은 고딕"/>
                <a:cs typeface="맑은 고딕"/>
              </a:defRPr>
            </a:pPr>
            <a:r>
              <a:rPr sz="1200" b="1">
                <a:solidFill>
                  <a:srgbClr val="898989"/>
                </a:solidFill>
                <a:latin typeface="맑은 고딕"/>
                <a:ea typeface="맑은 고딕"/>
                <a:cs typeface="맑은 고딕"/>
              </a:rPr>
              <a:t>차단 구간</a:t>
            </a:r>
          </a:p>
        </p:txBody>
      </p:sp>
      <p:sp>
        <p:nvSpPr>
          <p:cNvPr id="20" name="right-value-2">
            <a:extLst xmlns:a="http://schemas.openxmlformats.org/drawingml/2006/main">
              <a:ext uri="{FF2B5EF4-FFF2-40B4-BE49-F238E27FC236}">
                <a16:creationId xmlns:a16="http://schemas.microsoft.com/office/drawing/2014/main" id="{1DA008D8-D338-46AE-B300-0C367269AFC1}"/>
              </a:ext>
            </a:extLst>
          </p:cNvPr>
          <p:cNvSpPr>
            <a:spLocks xmlns:a="http://schemas.openxmlformats.org/drawingml/2006/main" noGrp="1"/>
          </p:cNvSpPr>
          <p:nvPr/>
        </p:nvSpPr>
        <p:spPr>
          <a:xfrm xmlns:a="http://schemas.openxmlformats.org/drawingml/2006/main">
            <a:off x="6096000" y="2800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400" b="1">
                <a:solidFill>
                  <a:srgbClr val="0000FF"/>
                </a:solidFill>
                <a:latin typeface="맑은 고딕"/>
                <a:ea typeface="맑은 고딕"/>
                <a:cs typeface="맑은 고딕"/>
              </a:defRPr>
            </a:pPr>
            <a:r>
              <a:rPr sz="1400" b="1">
                <a:solidFill>
                  <a:srgbClr val="0000FF"/>
                </a:solidFill>
                <a:latin typeface="맑은 고딕"/>
                <a:ea typeface="맑은 고딕"/>
                <a:cs typeface="맑은 고딕"/>
              </a:rPr>
              <a:t>Phononic bandgap</a:t>
            </a:r>
          </a:p>
        </p:txBody>
      </p:sp>
      <p:sp>
        <p:nvSpPr>
          <p:cNvPr id="21" name="spectrum-label">
            <a:extLst xmlns:a="http://schemas.openxmlformats.org/drawingml/2006/main">
              <a:ext uri="{FF2B5EF4-FFF2-40B4-BE49-F238E27FC236}">
                <a16:creationId xmlns:a16="http://schemas.microsoft.com/office/drawing/2014/main" id="{84EDFD2F-9F20-4B06-943E-BA91A8F05317}"/>
              </a:ext>
            </a:extLst>
          </p:cNvPr>
          <p:cNvSpPr>
            <a:spLocks xmlns:a="http://schemas.openxmlformats.org/drawingml/2006/main" noGrp="1"/>
          </p:cNvSpPr>
          <p:nvPr/>
        </p:nvSpPr>
        <p:spPr>
          <a:xfrm xmlns:a="http://schemas.openxmlformats.org/drawingml/2006/main">
            <a:off x="3143250" y="3600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주파수에 따른 파동 전달</a:t>
            </a:r>
          </a:p>
        </p:txBody>
      </p:sp>
      <p:sp>
        <p:nvSpPr>
          <p:cNvPr id="22" name="pass-left">
            <a:extLst xmlns:a="http://schemas.openxmlformats.org/drawingml/2006/main">
              <a:ext uri="{FF2B5EF4-FFF2-40B4-BE49-F238E27FC236}">
                <a16:creationId xmlns:a16="http://schemas.microsoft.com/office/drawing/2014/main" id="{9E7B8119-A5E3-4572-A2B7-90FCC9B31343}"/>
              </a:ext>
            </a:extLst>
          </p:cNvPr>
          <p:cNvSpPr>
            <a:spLocks xmlns:a="http://schemas.openxmlformats.org/drawingml/2006/main" noGrp="1"/>
          </p:cNvSpPr>
          <p:nvPr/>
        </p:nvSpPr>
        <p:spPr>
          <a:xfrm xmlns:a="http://schemas.openxmlformats.org/drawingml/2006/main">
            <a:off x="904875" y="3886200"/>
            <a:ext cx="2762250" cy="419100"/>
          </a:xfrm>
          <a:prstGeom xmlns:a="http://schemas.openxmlformats.org/drawingml/2006/main" prst="rect">
            <a:avLst/>
          </a:prstGeom>
          <a:solidFill xmlns:a="http://schemas.openxmlformats.org/drawingml/2006/main">
            <a:srgbClr val="F3F4F6"/>
          </a:solidFill>
          <a:ln xmlns:a="http://schemas.openxmlformats.org/drawingml/2006/main" w="9525">
            <a:solidFill>
              <a:srgbClr val="898989"/>
            </a:solidFill>
            <a:prstDash val="solid"/>
          </a:ln>
        </p:spPr>
      </p:sp>
      <p:sp>
        <p:nvSpPr>
          <p:cNvPr id="23" name="gap">
            <a:extLst xmlns:a="http://schemas.openxmlformats.org/drawingml/2006/main">
              <a:ext uri="{FF2B5EF4-FFF2-40B4-BE49-F238E27FC236}">
                <a16:creationId xmlns:a16="http://schemas.microsoft.com/office/drawing/2014/main" id="{C459FB43-ABC4-469D-B542-0CB8BCA4DC9B}"/>
              </a:ext>
            </a:extLst>
          </p:cNvPr>
          <p:cNvSpPr>
            <a:spLocks xmlns:a="http://schemas.openxmlformats.org/drawingml/2006/main" noGrp="1"/>
          </p:cNvSpPr>
          <p:nvPr/>
        </p:nvSpPr>
        <p:spPr>
          <a:xfrm xmlns:a="http://schemas.openxmlformats.org/drawingml/2006/main">
            <a:off x="3667125" y="3886200"/>
            <a:ext cx="1809750" cy="419100"/>
          </a:xfrm>
          <a:prstGeom xmlns:a="http://schemas.openxmlformats.org/drawingml/2006/main" prst="rect">
            <a:avLst/>
          </a:prstGeom>
          <a:solidFill xmlns:a="http://schemas.openxmlformats.org/drawingml/2006/main">
            <a:srgbClr val="EBF0FF"/>
          </a:solidFill>
          <a:ln xmlns:a="http://schemas.openxmlformats.org/drawingml/2006/main" w="19050">
            <a:solidFill>
              <a:srgbClr val="0000FF"/>
            </a:solidFill>
            <a:prstDash val="solid"/>
          </a:ln>
        </p:spPr>
      </p:sp>
      <p:sp>
        <p:nvSpPr>
          <p:cNvPr id="24" name="pass-right">
            <a:extLst xmlns:a="http://schemas.openxmlformats.org/drawingml/2006/main">
              <a:ext uri="{FF2B5EF4-FFF2-40B4-BE49-F238E27FC236}">
                <a16:creationId xmlns:a16="http://schemas.microsoft.com/office/drawing/2014/main" id="{45BD935A-5D2D-4EBD-9556-477B2171E81A}"/>
              </a:ext>
            </a:extLst>
          </p:cNvPr>
          <p:cNvSpPr>
            <a:spLocks xmlns:a="http://schemas.openxmlformats.org/drawingml/2006/main" noGrp="1"/>
          </p:cNvSpPr>
          <p:nvPr/>
        </p:nvSpPr>
        <p:spPr>
          <a:xfrm xmlns:a="http://schemas.openxmlformats.org/drawingml/2006/main">
            <a:off x="5476875" y="3886200"/>
            <a:ext cx="2762250" cy="419100"/>
          </a:xfrm>
          <a:prstGeom xmlns:a="http://schemas.openxmlformats.org/drawingml/2006/main" prst="rect">
            <a:avLst/>
          </a:prstGeom>
          <a:solidFill xmlns:a="http://schemas.openxmlformats.org/drawingml/2006/main">
            <a:srgbClr val="F3F4F6"/>
          </a:solidFill>
          <a:ln xmlns:a="http://schemas.openxmlformats.org/drawingml/2006/main" w="9525">
            <a:solidFill>
              <a:srgbClr val="898989"/>
            </a:solidFill>
            <a:prstDash val="solid"/>
          </a:ln>
        </p:spPr>
      </p:sp>
      <p:sp>
        <p:nvSpPr>
          <p:cNvPr id="25" name="pass-left-text">
            <a:extLst xmlns:a="http://schemas.openxmlformats.org/drawingml/2006/main">
              <a:ext uri="{FF2B5EF4-FFF2-40B4-BE49-F238E27FC236}">
                <a16:creationId xmlns:a16="http://schemas.microsoft.com/office/drawing/2014/main" id="{BADEFCC7-D117-4F8B-9804-14C5351BF002}"/>
              </a:ext>
            </a:extLst>
          </p:cNvPr>
          <p:cNvSpPr>
            <a:spLocks xmlns:a="http://schemas.openxmlformats.org/drawingml/2006/main" noGrp="1"/>
          </p:cNvSpPr>
          <p:nvPr/>
        </p:nvSpPr>
        <p:spPr>
          <a:xfrm xmlns:a="http://schemas.openxmlformats.org/drawingml/2006/main">
            <a:off x="1000125" y="39433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전달 가능</a:t>
            </a:r>
          </a:p>
        </p:txBody>
      </p:sp>
      <p:sp>
        <p:nvSpPr>
          <p:cNvPr id="26" name="gap-text">
            <a:extLst xmlns:a="http://schemas.openxmlformats.org/drawingml/2006/main">
              <a:ext uri="{FF2B5EF4-FFF2-40B4-BE49-F238E27FC236}">
                <a16:creationId xmlns:a16="http://schemas.microsoft.com/office/drawing/2014/main" id="{534609BB-E4F3-4F29-A3E5-39E07D8A423B}"/>
              </a:ext>
            </a:extLst>
          </p:cNvPr>
          <p:cNvSpPr>
            <a:spLocks xmlns:a="http://schemas.openxmlformats.org/drawingml/2006/main" noGrp="1"/>
          </p:cNvSpPr>
          <p:nvPr/>
        </p:nvSpPr>
        <p:spPr>
          <a:xfrm xmlns:a="http://schemas.openxmlformats.org/drawingml/2006/main">
            <a:off x="3762375" y="3886200"/>
            <a:ext cx="161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2000"/>
              </a:lnSpc>
              <a:buNone/>
              <a:defRPr sz="1200" b="1">
                <a:solidFill>
                  <a:srgbClr val="0000FF"/>
                </a:solidFill>
                <a:latin typeface="맑은 고딕"/>
                <a:ea typeface="맑은 고딕"/>
                <a:cs typeface="맑은 고딕"/>
              </a:defRPr>
            </a:pPr>
            <a:r>
              <a:rPr sz="1200" b="1">
                <a:solidFill>
                  <a:srgbClr val="0000FF"/>
                </a:solidFill>
                <a:latin typeface="맑은 고딕"/>
                <a:ea typeface="맑은 고딕"/>
                <a:cs typeface="맑은 고딕"/>
              </a:rPr>
              <a:t>Bandgap</a:t>
            </a:r>
          </a:p>
          <a:p xmlns:a="http://schemas.openxmlformats.org/drawingml/2006/main">
            <a:pPr algn="ctr">
              <a:lnSpc>
                <a:spcPct val="92000"/>
              </a:lnSpc>
              <a:buNone/>
              <a:defRPr sz="1200" b="1">
                <a:solidFill>
                  <a:srgbClr val="0000FF"/>
                </a:solidFill>
                <a:latin typeface="맑은 고딕"/>
                <a:ea typeface="맑은 고딕"/>
                <a:cs typeface="맑은 고딕"/>
              </a:defRPr>
            </a:pPr>
            <a:r>
              <a:rPr sz="1200" b="1">
                <a:solidFill>
                  <a:srgbClr val="0000FF"/>
                </a:solidFill>
                <a:latin typeface="맑은 고딕"/>
                <a:ea typeface="맑은 고딕"/>
                <a:cs typeface="맑은 고딕"/>
              </a:rPr>
              <a:t>전달 억제</a:t>
            </a:r>
          </a:p>
        </p:txBody>
      </p:sp>
      <p:sp>
        <p:nvSpPr>
          <p:cNvPr id="27" name="pass-right-text">
            <a:extLst xmlns:a="http://schemas.openxmlformats.org/drawingml/2006/main">
              <a:ext uri="{FF2B5EF4-FFF2-40B4-BE49-F238E27FC236}">
                <a16:creationId xmlns:a16="http://schemas.microsoft.com/office/drawing/2014/main" id="{3C8C98B1-6A2F-4FFC-A4D8-2ABABF8CBA0C}"/>
              </a:ext>
            </a:extLst>
          </p:cNvPr>
          <p:cNvSpPr>
            <a:spLocks xmlns:a="http://schemas.openxmlformats.org/drawingml/2006/main" noGrp="1"/>
          </p:cNvSpPr>
          <p:nvPr/>
        </p:nvSpPr>
        <p:spPr>
          <a:xfrm xmlns:a="http://schemas.openxmlformats.org/drawingml/2006/main">
            <a:off x="5572125" y="39433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전달 가능</a:t>
            </a:r>
          </a:p>
        </p:txBody>
      </p:sp>
    </p:spTree>
    <p:extLst>
      <p:ext uri="{BB962C8B-B14F-4D97-AF65-F5344CB8AC3E}">
        <p14:creationId xmlns:p14="http://schemas.microsoft.com/office/powerpoint/2010/main" val="252883448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6" name="slide-title">
            <a:extLst xmlns:a="http://schemas.openxmlformats.org/drawingml/2006/main">
              <a:ext uri="{FF2B5EF4-FFF2-40B4-BE49-F238E27FC236}">
                <a16:creationId xmlns:a16="http://schemas.microsoft.com/office/drawing/2014/main" id="{9B489162-7E9C-40F5-B031-3114FD78817F}"/>
              </a:ext>
            </a:extLst>
          </p:cNvPr>
          <p:cNvSpPr>
            <a:spLocks xmlns:a="http://schemas.openxmlformats.org/drawingml/2006/main" noGrp="1"/>
          </p:cNvSpPr>
          <p:nvPr/>
        </p:nvSpPr>
        <p:spPr>
          <a:xfrm xmlns:a="http://schemas.openxmlformats.org/drawingml/2006/main">
            <a:off x="285750" y="257175"/>
            <a:ext cx="766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같은 bandgap도 내부의 진동 배열은 다를 수 있다</a:t>
            </a:r>
          </a:p>
        </p:txBody>
      </p:sp>
      <p:sp>
        <p:nvSpPr>
          <p:cNvPr id="2" name="main-message">
            <a:extLst xmlns:a="http://schemas.openxmlformats.org/drawingml/2006/main">
              <a:ext uri="{FF2B5EF4-FFF2-40B4-BE49-F238E27FC236}">
                <a16:creationId xmlns:a16="http://schemas.microsoft.com/office/drawing/2014/main" id="{5E0E87A7-8D7A-4249-92BA-C5D4A5C58576}"/>
              </a:ext>
            </a:extLst>
          </p:cNvPr>
          <p:cNvSpPr>
            <a:spLocks xmlns:a="http://schemas.openxmlformats.org/drawingml/2006/main" noGrp="1"/>
          </p:cNvSpPr>
          <p:nvPr/>
        </p:nvSpPr>
        <p:spPr>
          <a:xfrm xmlns:a="http://schemas.openxmlformats.org/drawingml/2006/main">
            <a:off x="333375" y="7810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a:t>
            </a:r>
            <a:r>
              <a:rPr sz="1500" b="1">
                <a:solidFill>
                  <a:srgbClr val="000000"/>
                </a:solidFill>
                <a:latin typeface="맑은 고딕"/>
                <a:ea typeface="맑은 고딕"/>
                <a:cs typeface="맑은 고딕"/>
              </a:rPr>
              <a:t>band 위아래 진동 모드의 배열이 구조의 </a:t>
            </a:r>
            <a:r>
              <a:rPr sz="1500" b="1">
                <a:solidFill>
                  <a:srgbClr val="000000"/>
                </a:solidFill>
                <a:latin typeface="맑은 고딕"/>
                <a:ea typeface="맑은 고딕"/>
                <a:cs typeface="맑은 고딕"/>
              </a:rPr>
              <a:t>위상</a:t>
            </a:r>
            <a:r>
              <a:rPr sz="1500" b="1">
                <a:solidFill>
                  <a:srgbClr val="000000"/>
                </a:solidFill>
                <a:latin typeface="맑은 고딕"/>
                <a:ea typeface="맑은 고딕"/>
                <a:cs typeface="맑은 고딕"/>
              </a:rPr>
              <a:t>을 결정한다</a:t>
            </a:r>
          </a:p>
        </p:txBody>
      </p:sp>
      <p:sp>
        <p:nvSpPr>
          <p:cNvPr id="3" name="bond-170-0">
            <a:extLst xmlns:a="http://schemas.openxmlformats.org/drawingml/2006/main">
              <a:ext uri="{FF2B5EF4-FFF2-40B4-BE49-F238E27FC236}">
                <a16:creationId xmlns:a16="http://schemas.microsoft.com/office/drawing/2014/main" id="{CCA18DD2-1A85-4577-8995-62E9356961F4}"/>
              </a:ext>
            </a:extLst>
          </p:cNvPr>
          <p:cNvSpPr>
            <a:spLocks xmlns:a="http://schemas.openxmlformats.org/drawingml/2006/main" noGrp="1"/>
          </p:cNvSpPr>
          <p:nvPr/>
        </p:nvSpPr>
        <p:spPr>
          <a:xfrm xmlns:a="http://schemas.openxmlformats.org/drawingml/2006/main">
            <a:off x="1857375" y="1762125"/>
            <a:ext cx="400050" cy="0"/>
          </a:xfrm>
          <a:prstGeom xmlns:a="http://schemas.openxmlformats.org/drawingml/2006/main" prst="line">
            <a:avLst/>
          </a:prstGeom>
          <a:noFill xmlns:a="http://schemas.openxmlformats.org/drawingml/2006/main"/>
          <a:ln xmlns:a="http://schemas.openxmlformats.org/drawingml/2006/main" w="66675">
            <a:solidFill>
              <a:srgbClr val="0000FF"/>
            </a:solidFill>
            <a:prstDash val="solid"/>
          </a:ln>
        </p:spPr>
      </p:sp>
      <p:sp>
        <p:nvSpPr>
          <p:cNvPr id="4" name="bond-170-1">
            <a:extLst xmlns:a="http://schemas.openxmlformats.org/drawingml/2006/main">
              <a:ext uri="{FF2B5EF4-FFF2-40B4-BE49-F238E27FC236}">
                <a16:creationId xmlns:a16="http://schemas.microsoft.com/office/drawing/2014/main" id="{C368EF34-86A7-4CB2-9FA8-7573863073DB}"/>
              </a:ext>
            </a:extLst>
          </p:cNvPr>
          <p:cNvSpPr>
            <a:spLocks xmlns:a="http://schemas.openxmlformats.org/drawingml/2006/main" noGrp="1"/>
          </p:cNvSpPr>
          <p:nvPr/>
        </p:nvSpPr>
        <p:spPr>
          <a:xfrm xmlns:a="http://schemas.openxmlformats.org/drawingml/2006/main">
            <a:off x="2295525" y="1762125"/>
            <a:ext cx="40005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5" name="bond-170-2">
            <a:extLst xmlns:a="http://schemas.openxmlformats.org/drawingml/2006/main">
              <a:ext uri="{FF2B5EF4-FFF2-40B4-BE49-F238E27FC236}">
                <a16:creationId xmlns:a16="http://schemas.microsoft.com/office/drawing/2014/main" id="{4500A832-EB68-4A3B-92BA-05D13FEF87EC}"/>
              </a:ext>
            </a:extLst>
          </p:cNvPr>
          <p:cNvSpPr>
            <a:spLocks xmlns:a="http://schemas.openxmlformats.org/drawingml/2006/main" noGrp="1"/>
          </p:cNvSpPr>
          <p:nvPr/>
        </p:nvSpPr>
        <p:spPr>
          <a:xfrm xmlns:a="http://schemas.openxmlformats.org/drawingml/2006/main">
            <a:off x="2733675" y="1762125"/>
            <a:ext cx="400050" cy="0"/>
          </a:xfrm>
          <a:prstGeom xmlns:a="http://schemas.openxmlformats.org/drawingml/2006/main" prst="line">
            <a:avLst/>
          </a:prstGeom>
          <a:noFill xmlns:a="http://schemas.openxmlformats.org/drawingml/2006/main"/>
          <a:ln xmlns:a="http://schemas.openxmlformats.org/drawingml/2006/main" w="66675">
            <a:solidFill>
              <a:srgbClr val="0000FF"/>
            </a:solidFill>
            <a:prstDash val="solid"/>
          </a:ln>
        </p:spPr>
      </p:sp>
      <p:sp>
        <p:nvSpPr>
          <p:cNvPr id="6" name="bond-170-3">
            <a:extLst xmlns:a="http://schemas.openxmlformats.org/drawingml/2006/main">
              <a:ext uri="{FF2B5EF4-FFF2-40B4-BE49-F238E27FC236}">
                <a16:creationId xmlns:a16="http://schemas.microsoft.com/office/drawing/2014/main" id="{A3C49236-3524-48AA-A41C-B49774CFEAD6}"/>
              </a:ext>
            </a:extLst>
          </p:cNvPr>
          <p:cNvSpPr>
            <a:spLocks xmlns:a="http://schemas.openxmlformats.org/drawingml/2006/main" noGrp="1"/>
          </p:cNvSpPr>
          <p:nvPr/>
        </p:nvSpPr>
        <p:spPr>
          <a:xfrm xmlns:a="http://schemas.openxmlformats.org/drawingml/2006/main">
            <a:off x="3171825" y="1762125"/>
            <a:ext cx="40005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7" name="bond-170-4">
            <a:extLst xmlns:a="http://schemas.openxmlformats.org/drawingml/2006/main">
              <a:ext uri="{FF2B5EF4-FFF2-40B4-BE49-F238E27FC236}">
                <a16:creationId xmlns:a16="http://schemas.microsoft.com/office/drawing/2014/main" id="{FE4B2F08-2498-433C-8DFE-8079208BAE89}"/>
              </a:ext>
            </a:extLst>
          </p:cNvPr>
          <p:cNvSpPr>
            <a:spLocks xmlns:a="http://schemas.openxmlformats.org/drawingml/2006/main" noGrp="1"/>
          </p:cNvSpPr>
          <p:nvPr/>
        </p:nvSpPr>
        <p:spPr>
          <a:xfrm xmlns:a="http://schemas.openxmlformats.org/drawingml/2006/main">
            <a:off x="3609975" y="1762125"/>
            <a:ext cx="400050" cy="0"/>
          </a:xfrm>
          <a:prstGeom xmlns:a="http://schemas.openxmlformats.org/drawingml/2006/main" prst="line">
            <a:avLst/>
          </a:prstGeom>
          <a:noFill xmlns:a="http://schemas.openxmlformats.org/drawingml/2006/main"/>
          <a:ln xmlns:a="http://schemas.openxmlformats.org/drawingml/2006/main" w="66675">
            <a:solidFill>
              <a:srgbClr val="0000FF"/>
            </a:solidFill>
            <a:prstDash val="solid"/>
          </a:ln>
        </p:spPr>
      </p:sp>
      <p:sp>
        <p:nvSpPr>
          <p:cNvPr id="8" name="bond-170-5">
            <a:extLst xmlns:a="http://schemas.openxmlformats.org/drawingml/2006/main">
              <a:ext uri="{FF2B5EF4-FFF2-40B4-BE49-F238E27FC236}">
                <a16:creationId xmlns:a16="http://schemas.microsoft.com/office/drawing/2014/main" id="{F46D8D1F-CA35-4F8C-9333-27EBFA789BD7}"/>
              </a:ext>
            </a:extLst>
          </p:cNvPr>
          <p:cNvSpPr>
            <a:spLocks xmlns:a="http://schemas.openxmlformats.org/drawingml/2006/main" noGrp="1"/>
          </p:cNvSpPr>
          <p:nvPr/>
        </p:nvSpPr>
        <p:spPr>
          <a:xfrm xmlns:a="http://schemas.openxmlformats.org/drawingml/2006/main">
            <a:off x="4048125" y="1762125"/>
            <a:ext cx="40005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9" name="bond-170-6">
            <a:extLst xmlns:a="http://schemas.openxmlformats.org/drawingml/2006/main">
              <a:ext uri="{FF2B5EF4-FFF2-40B4-BE49-F238E27FC236}">
                <a16:creationId xmlns:a16="http://schemas.microsoft.com/office/drawing/2014/main" id="{3829E18B-06BC-40BA-B5EE-895BB4620D70}"/>
              </a:ext>
            </a:extLst>
          </p:cNvPr>
          <p:cNvSpPr>
            <a:spLocks xmlns:a="http://schemas.openxmlformats.org/drawingml/2006/main" noGrp="1"/>
          </p:cNvSpPr>
          <p:nvPr/>
        </p:nvSpPr>
        <p:spPr>
          <a:xfrm xmlns:a="http://schemas.openxmlformats.org/drawingml/2006/main">
            <a:off x="4486275" y="1762125"/>
            <a:ext cx="400050" cy="0"/>
          </a:xfrm>
          <a:prstGeom xmlns:a="http://schemas.openxmlformats.org/drawingml/2006/main" prst="line">
            <a:avLst/>
          </a:prstGeom>
          <a:noFill xmlns:a="http://schemas.openxmlformats.org/drawingml/2006/main"/>
          <a:ln xmlns:a="http://schemas.openxmlformats.org/drawingml/2006/main" w="66675">
            <a:solidFill>
              <a:srgbClr val="0000FF"/>
            </a:solidFill>
            <a:prstDash val="solid"/>
          </a:ln>
        </p:spPr>
      </p:sp>
      <p:sp>
        <p:nvSpPr>
          <p:cNvPr id="10" name="bond-280-0">
            <a:extLst xmlns:a="http://schemas.openxmlformats.org/drawingml/2006/main">
              <a:ext uri="{FF2B5EF4-FFF2-40B4-BE49-F238E27FC236}">
                <a16:creationId xmlns:a16="http://schemas.microsoft.com/office/drawing/2014/main" id="{10B1DA2E-5F6D-4D37-B240-03EC673005CD}"/>
              </a:ext>
            </a:extLst>
          </p:cNvPr>
          <p:cNvSpPr>
            <a:spLocks xmlns:a="http://schemas.openxmlformats.org/drawingml/2006/main" noGrp="1"/>
          </p:cNvSpPr>
          <p:nvPr/>
        </p:nvSpPr>
        <p:spPr>
          <a:xfrm xmlns:a="http://schemas.openxmlformats.org/drawingml/2006/main">
            <a:off x="1857375" y="2809875"/>
            <a:ext cx="40005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11" name="bond-280-1">
            <a:extLst xmlns:a="http://schemas.openxmlformats.org/drawingml/2006/main">
              <a:ext uri="{FF2B5EF4-FFF2-40B4-BE49-F238E27FC236}">
                <a16:creationId xmlns:a16="http://schemas.microsoft.com/office/drawing/2014/main" id="{E6CE729B-B9B7-4AA5-97AF-87A7894A99CF}"/>
              </a:ext>
            </a:extLst>
          </p:cNvPr>
          <p:cNvSpPr>
            <a:spLocks xmlns:a="http://schemas.openxmlformats.org/drawingml/2006/main" noGrp="1"/>
          </p:cNvSpPr>
          <p:nvPr/>
        </p:nvSpPr>
        <p:spPr>
          <a:xfrm xmlns:a="http://schemas.openxmlformats.org/drawingml/2006/main">
            <a:off x="2295525" y="2809875"/>
            <a:ext cx="400050" cy="0"/>
          </a:xfrm>
          <a:prstGeom xmlns:a="http://schemas.openxmlformats.org/drawingml/2006/main" prst="line">
            <a:avLst/>
          </a:prstGeom>
          <a:noFill xmlns:a="http://schemas.openxmlformats.org/drawingml/2006/main"/>
          <a:ln xmlns:a="http://schemas.openxmlformats.org/drawingml/2006/main" w="66675">
            <a:solidFill>
              <a:srgbClr val="0000FF"/>
            </a:solidFill>
            <a:prstDash val="solid"/>
          </a:ln>
        </p:spPr>
      </p:sp>
      <p:sp>
        <p:nvSpPr>
          <p:cNvPr id="12" name="bond-280-2">
            <a:extLst xmlns:a="http://schemas.openxmlformats.org/drawingml/2006/main">
              <a:ext uri="{FF2B5EF4-FFF2-40B4-BE49-F238E27FC236}">
                <a16:creationId xmlns:a16="http://schemas.microsoft.com/office/drawing/2014/main" id="{4A68E610-FAD9-4B86-A957-B937CBA6256C}"/>
              </a:ext>
            </a:extLst>
          </p:cNvPr>
          <p:cNvSpPr>
            <a:spLocks xmlns:a="http://schemas.openxmlformats.org/drawingml/2006/main" noGrp="1"/>
          </p:cNvSpPr>
          <p:nvPr/>
        </p:nvSpPr>
        <p:spPr>
          <a:xfrm xmlns:a="http://schemas.openxmlformats.org/drawingml/2006/main">
            <a:off x="2733675" y="2809875"/>
            <a:ext cx="40005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13" name="bond-280-3">
            <a:extLst xmlns:a="http://schemas.openxmlformats.org/drawingml/2006/main">
              <a:ext uri="{FF2B5EF4-FFF2-40B4-BE49-F238E27FC236}">
                <a16:creationId xmlns:a16="http://schemas.microsoft.com/office/drawing/2014/main" id="{83A5F570-73D6-44BD-9269-26C04C9BFBE1}"/>
              </a:ext>
            </a:extLst>
          </p:cNvPr>
          <p:cNvSpPr>
            <a:spLocks xmlns:a="http://schemas.openxmlformats.org/drawingml/2006/main" noGrp="1"/>
          </p:cNvSpPr>
          <p:nvPr/>
        </p:nvSpPr>
        <p:spPr>
          <a:xfrm xmlns:a="http://schemas.openxmlformats.org/drawingml/2006/main">
            <a:off x="3171825" y="2809875"/>
            <a:ext cx="400050" cy="0"/>
          </a:xfrm>
          <a:prstGeom xmlns:a="http://schemas.openxmlformats.org/drawingml/2006/main" prst="line">
            <a:avLst/>
          </a:prstGeom>
          <a:noFill xmlns:a="http://schemas.openxmlformats.org/drawingml/2006/main"/>
          <a:ln xmlns:a="http://schemas.openxmlformats.org/drawingml/2006/main" w="66675">
            <a:solidFill>
              <a:srgbClr val="0000FF"/>
            </a:solidFill>
            <a:prstDash val="solid"/>
          </a:ln>
        </p:spPr>
      </p:sp>
      <p:sp>
        <p:nvSpPr>
          <p:cNvPr id="14" name="bond-280-4">
            <a:extLst xmlns:a="http://schemas.openxmlformats.org/drawingml/2006/main">
              <a:ext uri="{FF2B5EF4-FFF2-40B4-BE49-F238E27FC236}">
                <a16:creationId xmlns:a16="http://schemas.microsoft.com/office/drawing/2014/main" id="{8C3BDEED-ECD5-4B7C-A776-A7FBD5EAF38A}"/>
              </a:ext>
            </a:extLst>
          </p:cNvPr>
          <p:cNvSpPr>
            <a:spLocks xmlns:a="http://schemas.openxmlformats.org/drawingml/2006/main" noGrp="1"/>
          </p:cNvSpPr>
          <p:nvPr/>
        </p:nvSpPr>
        <p:spPr>
          <a:xfrm xmlns:a="http://schemas.openxmlformats.org/drawingml/2006/main">
            <a:off x="3609975" y="2809875"/>
            <a:ext cx="40005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15" name="bond-280-5">
            <a:extLst xmlns:a="http://schemas.openxmlformats.org/drawingml/2006/main">
              <a:ext uri="{FF2B5EF4-FFF2-40B4-BE49-F238E27FC236}">
                <a16:creationId xmlns:a16="http://schemas.microsoft.com/office/drawing/2014/main" id="{E652C1EA-48B9-4961-961A-4D3063E9E942}"/>
              </a:ext>
            </a:extLst>
          </p:cNvPr>
          <p:cNvSpPr>
            <a:spLocks xmlns:a="http://schemas.openxmlformats.org/drawingml/2006/main" noGrp="1"/>
          </p:cNvSpPr>
          <p:nvPr/>
        </p:nvSpPr>
        <p:spPr>
          <a:xfrm xmlns:a="http://schemas.openxmlformats.org/drawingml/2006/main">
            <a:off x="4048125" y="2809875"/>
            <a:ext cx="400050" cy="0"/>
          </a:xfrm>
          <a:prstGeom xmlns:a="http://schemas.openxmlformats.org/drawingml/2006/main" prst="line">
            <a:avLst/>
          </a:prstGeom>
          <a:noFill xmlns:a="http://schemas.openxmlformats.org/drawingml/2006/main"/>
          <a:ln xmlns:a="http://schemas.openxmlformats.org/drawingml/2006/main" w="66675">
            <a:solidFill>
              <a:srgbClr val="0000FF"/>
            </a:solidFill>
            <a:prstDash val="solid"/>
          </a:ln>
        </p:spPr>
      </p:sp>
      <p:sp>
        <p:nvSpPr>
          <p:cNvPr id="16" name="bond-280-6">
            <a:extLst xmlns:a="http://schemas.openxmlformats.org/drawingml/2006/main">
              <a:ext uri="{FF2B5EF4-FFF2-40B4-BE49-F238E27FC236}">
                <a16:creationId xmlns:a16="http://schemas.microsoft.com/office/drawing/2014/main" id="{BEB2F100-6B8E-4186-9AE4-EF1D30471C59}"/>
              </a:ext>
            </a:extLst>
          </p:cNvPr>
          <p:cNvSpPr>
            <a:spLocks xmlns:a="http://schemas.openxmlformats.org/drawingml/2006/main" noGrp="1"/>
          </p:cNvSpPr>
          <p:nvPr/>
        </p:nvSpPr>
        <p:spPr>
          <a:xfrm xmlns:a="http://schemas.openxmlformats.org/drawingml/2006/main">
            <a:off x="4486275" y="2809875"/>
            <a:ext cx="40005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17" name="chain-label-170">
            <a:extLst xmlns:a="http://schemas.openxmlformats.org/drawingml/2006/main">
              <a:ext uri="{FF2B5EF4-FFF2-40B4-BE49-F238E27FC236}">
                <a16:creationId xmlns:a16="http://schemas.microsoft.com/office/drawing/2014/main" id="{0EAA8EC5-319C-47C4-BF6A-6DA42691AC53}"/>
              </a:ext>
            </a:extLst>
          </p:cNvPr>
          <p:cNvSpPr>
            <a:spLocks xmlns:a="http://schemas.openxmlformats.org/drawingml/2006/main" noGrp="1"/>
          </p:cNvSpPr>
          <p:nvPr/>
        </p:nvSpPr>
        <p:spPr>
          <a:xfrm xmlns:a="http://schemas.openxmlformats.org/drawingml/2006/main">
            <a:off x="333375" y="15430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결합 순서 A</a:t>
            </a:r>
          </a:p>
        </p:txBody>
      </p:sp>
      <p:sp>
        <p:nvSpPr>
          <p:cNvPr id="18" name="mass-170-0">
            <a:extLst xmlns:a="http://schemas.openxmlformats.org/drawingml/2006/main">
              <a:ext uri="{FF2B5EF4-FFF2-40B4-BE49-F238E27FC236}">
                <a16:creationId xmlns:a16="http://schemas.microsoft.com/office/drawing/2014/main" id="{C09FFD4D-F2ED-42E6-8D53-9A5437588C1D}"/>
              </a:ext>
            </a:extLst>
          </p:cNvPr>
          <p:cNvSpPr>
            <a:spLocks xmlns:a="http://schemas.openxmlformats.org/drawingml/2006/main" noGrp="1"/>
          </p:cNvSpPr>
          <p:nvPr/>
        </p:nvSpPr>
        <p:spPr>
          <a:xfrm xmlns:a="http://schemas.openxmlformats.org/drawingml/2006/main">
            <a:off x="1666875" y="161925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a:t>
            </a:r>
          </a:p>
        </p:txBody>
      </p:sp>
      <p:sp>
        <p:nvSpPr>
          <p:cNvPr id="19" name="mass-170-1">
            <a:extLst xmlns:a="http://schemas.openxmlformats.org/drawingml/2006/main">
              <a:ext uri="{FF2B5EF4-FFF2-40B4-BE49-F238E27FC236}">
                <a16:creationId xmlns:a16="http://schemas.microsoft.com/office/drawing/2014/main" id="{F43C9999-15E3-4D39-BB19-78F63437DDA1}"/>
              </a:ext>
            </a:extLst>
          </p:cNvPr>
          <p:cNvSpPr>
            <a:spLocks xmlns:a="http://schemas.openxmlformats.org/drawingml/2006/main" noGrp="1"/>
          </p:cNvSpPr>
          <p:nvPr/>
        </p:nvSpPr>
        <p:spPr>
          <a:xfrm xmlns:a="http://schemas.openxmlformats.org/drawingml/2006/main">
            <a:off x="2105025" y="161925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B</a:t>
            </a:r>
          </a:p>
        </p:txBody>
      </p:sp>
      <p:sp>
        <p:nvSpPr>
          <p:cNvPr id="20" name="mass-170-2">
            <a:extLst xmlns:a="http://schemas.openxmlformats.org/drawingml/2006/main">
              <a:ext uri="{FF2B5EF4-FFF2-40B4-BE49-F238E27FC236}">
                <a16:creationId xmlns:a16="http://schemas.microsoft.com/office/drawing/2014/main" id="{7E050C84-3037-493A-B8A3-C9F73FEB5D47}"/>
              </a:ext>
            </a:extLst>
          </p:cNvPr>
          <p:cNvSpPr>
            <a:spLocks xmlns:a="http://schemas.openxmlformats.org/drawingml/2006/main" noGrp="1"/>
          </p:cNvSpPr>
          <p:nvPr/>
        </p:nvSpPr>
        <p:spPr>
          <a:xfrm xmlns:a="http://schemas.openxmlformats.org/drawingml/2006/main">
            <a:off x="2543175" y="161925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a:t>
            </a:r>
          </a:p>
        </p:txBody>
      </p:sp>
      <p:sp>
        <p:nvSpPr>
          <p:cNvPr id="21" name="mass-170-3">
            <a:extLst xmlns:a="http://schemas.openxmlformats.org/drawingml/2006/main">
              <a:ext uri="{FF2B5EF4-FFF2-40B4-BE49-F238E27FC236}">
                <a16:creationId xmlns:a16="http://schemas.microsoft.com/office/drawing/2014/main" id="{637490D2-BC84-4AEC-834D-210EC60961B9}"/>
              </a:ext>
            </a:extLst>
          </p:cNvPr>
          <p:cNvSpPr>
            <a:spLocks xmlns:a="http://schemas.openxmlformats.org/drawingml/2006/main" noGrp="1"/>
          </p:cNvSpPr>
          <p:nvPr/>
        </p:nvSpPr>
        <p:spPr>
          <a:xfrm xmlns:a="http://schemas.openxmlformats.org/drawingml/2006/main">
            <a:off x="2981325" y="161925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B</a:t>
            </a:r>
          </a:p>
        </p:txBody>
      </p:sp>
      <p:sp>
        <p:nvSpPr>
          <p:cNvPr id="22" name="mass-170-4">
            <a:extLst xmlns:a="http://schemas.openxmlformats.org/drawingml/2006/main">
              <a:ext uri="{FF2B5EF4-FFF2-40B4-BE49-F238E27FC236}">
                <a16:creationId xmlns:a16="http://schemas.microsoft.com/office/drawing/2014/main" id="{0CD9432E-6B40-4D7A-A3A5-292DD590458C}"/>
              </a:ext>
            </a:extLst>
          </p:cNvPr>
          <p:cNvSpPr>
            <a:spLocks xmlns:a="http://schemas.openxmlformats.org/drawingml/2006/main" noGrp="1"/>
          </p:cNvSpPr>
          <p:nvPr/>
        </p:nvSpPr>
        <p:spPr>
          <a:xfrm xmlns:a="http://schemas.openxmlformats.org/drawingml/2006/main">
            <a:off x="3419475" y="161925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a:t>
            </a:r>
          </a:p>
        </p:txBody>
      </p:sp>
      <p:sp>
        <p:nvSpPr>
          <p:cNvPr id="23" name="mass-170-5">
            <a:extLst xmlns:a="http://schemas.openxmlformats.org/drawingml/2006/main">
              <a:ext uri="{FF2B5EF4-FFF2-40B4-BE49-F238E27FC236}">
                <a16:creationId xmlns:a16="http://schemas.microsoft.com/office/drawing/2014/main" id="{3C3DC19E-DF1D-4706-BE65-FDAF475CC422}"/>
              </a:ext>
            </a:extLst>
          </p:cNvPr>
          <p:cNvSpPr>
            <a:spLocks xmlns:a="http://schemas.openxmlformats.org/drawingml/2006/main" noGrp="1"/>
          </p:cNvSpPr>
          <p:nvPr/>
        </p:nvSpPr>
        <p:spPr>
          <a:xfrm xmlns:a="http://schemas.openxmlformats.org/drawingml/2006/main">
            <a:off x="3857625" y="161925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B</a:t>
            </a:r>
          </a:p>
        </p:txBody>
      </p:sp>
      <p:sp>
        <p:nvSpPr>
          <p:cNvPr id="24" name="mass-170-6">
            <a:extLst xmlns:a="http://schemas.openxmlformats.org/drawingml/2006/main">
              <a:ext uri="{FF2B5EF4-FFF2-40B4-BE49-F238E27FC236}">
                <a16:creationId xmlns:a16="http://schemas.microsoft.com/office/drawing/2014/main" id="{9F415F70-8C20-445D-8B5B-E4C7B806EE08}"/>
              </a:ext>
            </a:extLst>
          </p:cNvPr>
          <p:cNvSpPr>
            <a:spLocks xmlns:a="http://schemas.openxmlformats.org/drawingml/2006/main" noGrp="1"/>
          </p:cNvSpPr>
          <p:nvPr/>
        </p:nvSpPr>
        <p:spPr>
          <a:xfrm xmlns:a="http://schemas.openxmlformats.org/drawingml/2006/main">
            <a:off x="4295775" y="161925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a:t>
            </a:r>
          </a:p>
        </p:txBody>
      </p:sp>
      <p:sp>
        <p:nvSpPr>
          <p:cNvPr id="25" name="mass-170-7">
            <a:extLst xmlns:a="http://schemas.openxmlformats.org/drawingml/2006/main">
              <a:ext uri="{FF2B5EF4-FFF2-40B4-BE49-F238E27FC236}">
                <a16:creationId xmlns:a16="http://schemas.microsoft.com/office/drawing/2014/main" id="{1A7E4E9A-3CDF-4D07-A619-642E2B4F57EC}"/>
              </a:ext>
            </a:extLst>
          </p:cNvPr>
          <p:cNvSpPr>
            <a:spLocks xmlns:a="http://schemas.openxmlformats.org/drawingml/2006/main" noGrp="1"/>
          </p:cNvSpPr>
          <p:nvPr/>
        </p:nvSpPr>
        <p:spPr>
          <a:xfrm xmlns:a="http://schemas.openxmlformats.org/drawingml/2006/main">
            <a:off x="4733925" y="161925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B</a:t>
            </a:r>
          </a:p>
        </p:txBody>
      </p:sp>
      <p:sp>
        <p:nvSpPr>
          <p:cNvPr id="26" name="zak-170">
            <a:extLst xmlns:a="http://schemas.openxmlformats.org/drawingml/2006/main">
              <a:ext uri="{FF2B5EF4-FFF2-40B4-BE49-F238E27FC236}">
                <a16:creationId xmlns:a16="http://schemas.microsoft.com/office/drawing/2014/main" id="{342EEF3F-26D3-4F44-B178-F79E4E698D55}"/>
              </a:ext>
            </a:extLst>
          </p:cNvPr>
          <p:cNvSpPr>
            <a:spLocks xmlns:a="http://schemas.openxmlformats.org/drawingml/2006/main" noGrp="1"/>
          </p:cNvSpPr>
          <p:nvPr/>
        </p:nvSpPr>
        <p:spPr>
          <a:xfrm xmlns:a="http://schemas.openxmlformats.org/drawingml/2006/main">
            <a:off x="6191250" y="16002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800" b="1">
                <a:solidFill>
                  <a:srgbClr val="1429A0"/>
                </a:solidFill>
                <a:latin typeface="맑은 고딕"/>
                <a:ea typeface="맑은 고딕"/>
                <a:cs typeface="맑은 고딕"/>
              </a:defRPr>
            </a:pPr>
            <a:r>
              <a:rPr sz="1800" b="1">
                <a:solidFill>
                  <a:srgbClr val="1429A0"/>
                </a:solidFill>
                <a:latin typeface="맑은 고딕"/>
                <a:ea typeface="맑은 고딕"/>
                <a:cs typeface="맑은 고딕"/>
              </a:rPr>
              <a:t>Zak phase 0</a:t>
            </a:r>
          </a:p>
        </p:txBody>
      </p:sp>
      <p:sp>
        <p:nvSpPr>
          <p:cNvPr id="27" name="chain-label-280">
            <a:extLst xmlns:a="http://schemas.openxmlformats.org/drawingml/2006/main">
              <a:ext uri="{FF2B5EF4-FFF2-40B4-BE49-F238E27FC236}">
                <a16:creationId xmlns:a16="http://schemas.microsoft.com/office/drawing/2014/main" id="{1B990138-B2B5-4762-A769-A961AEF288BD}"/>
              </a:ext>
            </a:extLst>
          </p:cNvPr>
          <p:cNvSpPr>
            <a:spLocks xmlns:a="http://schemas.openxmlformats.org/drawingml/2006/main" noGrp="1"/>
          </p:cNvSpPr>
          <p:nvPr/>
        </p:nvSpPr>
        <p:spPr>
          <a:xfrm xmlns:a="http://schemas.openxmlformats.org/drawingml/2006/main">
            <a:off x="333375" y="25908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결합 순서 B</a:t>
            </a:r>
          </a:p>
        </p:txBody>
      </p:sp>
      <p:sp>
        <p:nvSpPr>
          <p:cNvPr id="28" name="mass-280-0">
            <a:extLst xmlns:a="http://schemas.openxmlformats.org/drawingml/2006/main">
              <a:ext uri="{FF2B5EF4-FFF2-40B4-BE49-F238E27FC236}">
                <a16:creationId xmlns:a16="http://schemas.microsoft.com/office/drawing/2014/main" id="{FEC2877C-C0C5-44B4-B470-7835CDD308A3}"/>
              </a:ext>
            </a:extLst>
          </p:cNvPr>
          <p:cNvSpPr>
            <a:spLocks xmlns:a="http://schemas.openxmlformats.org/drawingml/2006/main" noGrp="1"/>
          </p:cNvSpPr>
          <p:nvPr/>
        </p:nvSpPr>
        <p:spPr>
          <a:xfrm xmlns:a="http://schemas.openxmlformats.org/drawingml/2006/main">
            <a:off x="166687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a:t>
            </a:r>
          </a:p>
        </p:txBody>
      </p:sp>
      <p:sp>
        <p:nvSpPr>
          <p:cNvPr id="29" name="mass-280-1">
            <a:extLst xmlns:a="http://schemas.openxmlformats.org/drawingml/2006/main">
              <a:ext uri="{FF2B5EF4-FFF2-40B4-BE49-F238E27FC236}">
                <a16:creationId xmlns:a16="http://schemas.microsoft.com/office/drawing/2014/main" id="{9D607082-E88F-4672-A26B-0F94D130F1E8}"/>
              </a:ext>
            </a:extLst>
          </p:cNvPr>
          <p:cNvSpPr>
            <a:spLocks xmlns:a="http://schemas.openxmlformats.org/drawingml/2006/main" noGrp="1"/>
          </p:cNvSpPr>
          <p:nvPr/>
        </p:nvSpPr>
        <p:spPr>
          <a:xfrm xmlns:a="http://schemas.openxmlformats.org/drawingml/2006/main">
            <a:off x="210502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B</a:t>
            </a:r>
          </a:p>
        </p:txBody>
      </p:sp>
      <p:sp>
        <p:nvSpPr>
          <p:cNvPr id="30" name="mass-280-2">
            <a:extLst xmlns:a="http://schemas.openxmlformats.org/drawingml/2006/main">
              <a:ext uri="{FF2B5EF4-FFF2-40B4-BE49-F238E27FC236}">
                <a16:creationId xmlns:a16="http://schemas.microsoft.com/office/drawing/2014/main" id="{8D28D788-E360-4D18-92FE-0F5B5B65F954}"/>
              </a:ext>
            </a:extLst>
          </p:cNvPr>
          <p:cNvSpPr>
            <a:spLocks xmlns:a="http://schemas.openxmlformats.org/drawingml/2006/main" noGrp="1"/>
          </p:cNvSpPr>
          <p:nvPr/>
        </p:nvSpPr>
        <p:spPr>
          <a:xfrm xmlns:a="http://schemas.openxmlformats.org/drawingml/2006/main">
            <a:off x="254317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a:t>
            </a:r>
          </a:p>
        </p:txBody>
      </p:sp>
      <p:sp>
        <p:nvSpPr>
          <p:cNvPr id="31" name="mass-280-3">
            <a:extLst xmlns:a="http://schemas.openxmlformats.org/drawingml/2006/main">
              <a:ext uri="{FF2B5EF4-FFF2-40B4-BE49-F238E27FC236}">
                <a16:creationId xmlns:a16="http://schemas.microsoft.com/office/drawing/2014/main" id="{6558002D-2BC1-4A4C-8AE7-F8FF3617DC48}"/>
              </a:ext>
            </a:extLst>
          </p:cNvPr>
          <p:cNvSpPr>
            <a:spLocks xmlns:a="http://schemas.openxmlformats.org/drawingml/2006/main" noGrp="1"/>
          </p:cNvSpPr>
          <p:nvPr/>
        </p:nvSpPr>
        <p:spPr>
          <a:xfrm xmlns:a="http://schemas.openxmlformats.org/drawingml/2006/main">
            <a:off x="298132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B</a:t>
            </a:r>
          </a:p>
        </p:txBody>
      </p:sp>
      <p:sp>
        <p:nvSpPr>
          <p:cNvPr id="32" name="mass-280-4">
            <a:extLst xmlns:a="http://schemas.openxmlformats.org/drawingml/2006/main">
              <a:ext uri="{FF2B5EF4-FFF2-40B4-BE49-F238E27FC236}">
                <a16:creationId xmlns:a16="http://schemas.microsoft.com/office/drawing/2014/main" id="{087AF85F-F3E9-49A6-A71D-8D164D65AE87}"/>
              </a:ext>
            </a:extLst>
          </p:cNvPr>
          <p:cNvSpPr>
            <a:spLocks xmlns:a="http://schemas.openxmlformats.org/drawingml/2006/main" noGrp="1"/>
          </p:cNvSpPr>
          <p:nvPr/>
        </p:nvSpPr>
        <p:spPr>
          <a:xfrm xmlns:a="http://schemas.openxmlformats.org/drawingml/2006/main">
            <a:off x="341947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a:t>
            </a:r>
          </a:p>
        </p:txBody>
      </p:sp>
      <p:sp>
        <p:nvSpPr>
          <p:cNvPr id="33" name="mass-280-5">
            <a:extLst xmlns:a="http://schemas.openxmlformats.org/drawingml/2006/main">
              <a:ext uri="{FF2B5EF4-FFF2-40B4-BE49-F238E27FC236}">
                <a16:creationId xmlns:a16="http://schemas.microsoft.com/office/drawing/2014/main" id="{FA9EC70D-8AEF-4E76-907B-9CA8F357C445}"/>
              </a:ext>
            </a:extLst>
          </p:cNvPr>
          <p:cNvSpPr>
            <a:spLocks xmlns:a="http://schemas.openxmlformats.org/drawingml/2006/main" noGrp="1"/>
          </p:cNvSpPr>
          <p:nvPr/>
        </p:nvSpPr>
        <p:spPr>
          <a:xfrm xmlns:a="http://schemas.openxmlformats.org/drawingml/2006/main">
            <a:off x="385762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B</a:t>
            </a:r>
          </a:p>
        </p:txBody>
      </p:sp>
      <p:sp>
        <p:nvSpPr>
          <p:cNvPr id="34" name="mass-280-6">
            <a:extLst xmlns:a="http://schemas.openxmlformats.org/drawingml/2006/main">
              <a:ext uri="{FF2B5EF4-FFF2-40B4-BE49-F238E27FC236}">
                <a16:creationId xmlns:a16="http://schemas.microsoft.com/office/drawing/2014/main" id="{921EC430-DBA0-4DDC-B1F7-79175E7E45A4}"/>
              </a:ext>
            </a:extLst>
          </p:cNvPr>
          <p:cNvSpPr>
            <a:spLocks xmlns:a="http://schemas.openxmlformats.org/drawingml/2006/main" noGrp="1"/>
          </p:cNvSpPr>
          <p:nvPr/>
        </p:nvSpPr>
        <p:spPr>
          <a:xfrm xmlns:a="http://schemas.openxmlformats.org/drawingml/2006/main">
            <a:off x="429577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a:t>
            </a:r>
          </a:p>
        </p:txBody>
      </p:sp>
      <p:sp>
        <p:nvSpPr>
          <p:cNvPr id="35" name="mass-280-7">
            <a:extLst xmlns:a="http://schemas.openxmlformats.org/drawingml/2006/main">
              <a:ext uri="{FF2B5EF4-FFF2-40B4-BE49-F238E27FC236}">
                <a16:creationId xmlns:a16="http://schemas.microsoft.com/office/drawing/2014/main" id="{CC736C8C-C59C-44C9-8A44-0BA144B6F84B}"/>
              </a:ext>
            </a:extLst>
          </p:cNvPr>
          <p:cNvSpPr>
            <a:spLocks xmlns:a="http://schemas.openxmlformats.org/drawingml/2006/main" noGrp="1"/>
          </p:cNvSpPr>
          <p:nvPr/>
        </p:nvSpPr>
        <p:spPr>
          <a:xfrm xmlns:a="http://schemas.openxmlformats.org/drawingml/2006/main">
            <a:off x="473392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B</a:t>
            </a:r>
          </a:p>
        </p:txBody>
      </p:sp>
      <p:sp>
        <p:nvSpPr>
          <p:cNvPr id="36" name="zak-280">
            <a:extLst xmlns:a="http://schemas.openxmlformats.org/drawingml/2006/main">
              <a:ext uri="{FF2B5EF4-FFF2-40B4-BE49-F238E27FC236}">
                <a16:creationId xmlns:a16="http://schemas.microsoft.com/office/drawing/2014/main" id="{3F07FD37-69E8-407F-875C-CFE81E23886C}"/>
              </a:ext>
            </a:extLst>
          </p:cNvPr>
          <p:cNvSpPr>
            <a:spLocks xmlns:a="http://schemas.openxmlformats.org/drawingml/2006/main" noGrp="1"/>
          </p:cNvSpPr>
          <p:nvPr/>
        </p:nvSpPr>
        <p:spPr>
          <a:xfrm xmlns:a="http://schemas.openxmlformats.org/drawingml/2006/main">
            <a:off x="6191250" y="26479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800" b="1">
                <a:solidFill>
                  <a:srgbClr val="0000FF"/>
                </a:solidFill>
                <a:latin typeface="맑은 고딕"/>
                <a:ea typeface="맑은 고딕"/>
                <a:cs typeface="맑은 고딕"/>
              </a:defRPr>
            </a:pPr>
            <a:r>
              <a:rPr sz="1800" b="1">
                <a:solidFill>
                  <a:srgbClr val="0000FF"/>
                </a:solidFill>
                <a:latin typeface="맑은 고딕"/>
                <a:ea typeface="맑은 고딕"/>
                <a:cs typeface="맑은 고딕"/>
              </a:rPr>
              <a:t>Zak phase π</a:t>
            </a:r>
          </a:p>
        </p:txBody>
      </p:sp>
      <p:sp>
        <p:nvSpPr>
          <p:cNvPr id="37" name="flow-arrow-0">
            <a:extLst xmlns:a="http://schemas.openxmlformats.org/drawingml/2006/main">
              <a:ext uri="{FF2B5EF4-FFF2-40B4-BE49-F238E27FC236}">
                <a16:creationId xmlns:a16="http://schemas.microsoft.com/office/drawing/2014/main" id="{A95216D2-9893-4AB3-AFFD-ED6A4705E27A}"/>
              </a:ext>
            </a:extLst>
          </p:cNvPr>
          <p:cNvSpPr>
            <a:spLocks xmlns:a="http://schemas.openxmlformats.org/drawingml/2006/main" noGrp="1"/>
          </p:cNvSpPr>
          <p:nvPr/>
        </p:nvSpPr>
        <p:spPr>
          <a:xfrm xmlns:a="http://schemas.openxmlformats.org/drawingml/2006/main">
            <a:off x="2076450" y="3810000"/>
            <a:ext cx="60960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38" name="flow-arrow-1">
            <a:extLst xmlns:a="http://schemas.openxmlformats.org/drawingml/2006/main">
              <a:ext uri="{FF2B5EF4-FFF2-40B4-BE49-F238E27FC236}">
                <a16:creationId xmlns:a16="http://schemas.microsoft.com/office/drawing/2014/main" id="{8C5D763C-2B9F-4211-98E5-3C316AF1F7FF}"/>
              </a:ext>
            </a:extLst>
          </p:cNvPr>
          <p:cNvSpPr>
            <a:spLocks xmlns:a="http://schemas.openxmlformats.org/drawingml/2006/main" noGrp="1"/>
          </p:cNvSpPr>
          <p:nvPr/>
        </p:nvSpPr>
        <p:spPr>
          <a:xfrm xmlns:a="http://schemas.openxmlformats.org/drawingml/2006/main">
            <a:off x="4191000" y="3810000"/>
            <a:ext cx="60960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39" name="flow-arrow-2">
            <a:extLst xmlns:a="http://schemas.openxmlformats.org/drawingml/2006/main">
              <a:ext uri="{FF2B5EF4-FFF2-40B4-BE49-F238E27FC236}">
                <a16:creationId xmlns:a16="http://schemas.microsoft.com/office/drawing/2014/main" id="{F8F399DE-0B39-4286-BA42-24D593BBFDF2}"/>
              </a:ext>
            </a:extLst>
          </p:cNvPr>
          <p:cNvSpPr>
            <a:spLocks xmlns:a="http://schemas.openxmlformats.org/drawingml/2006/main" noGrp="1"/>
          </p:cNvSpPr>
          <p:nvPr/>
        </p:nvSpPr>
        <p:spPr>
          <a:xfrm xmlns:a="http://schemas.openxmlformats.org/drawingml/2006/main">
            <a:off x="6305550" y="3810000"/>
            <a:ext cx="60960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40" name="step-box-0">
            <a:extLst xmlns:a="http://schemas.openxmlformats.org/drawingml/2006/main">
              <a:ext uri="{FF2B5EF4-FFF2-40B4-BE49-F238E27FC236}">
                <a16:creationId xmlns:a16="http://schemas.microsoft.com/office/drawing/2014/main" id="{FA07FEE9-5E14-465A-B808-B71D53FF2AFF}"/>
              </a:ext>
            </a:extLst>
          </p:cNvPr>
          <p:cNvSpPr>
            <a:spLocks xmlns:a="http://schemas.openxmlformats.org/drawingml/2006/main" noGrp="1"/>
          </p:cNvSpPr>
          <p:nvPr/>
        </p:nvSpPr>
        <p:spPr>
          <a:xfrm xmlns:a="http://schemas.openxmlformats.org/drawingml/2006/main">
            <a:off x="333375" y="3429000"/>
            <a:ext cx="1714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1" name="step-num-0">
            <a:extLst xmlns:a="http://schemas.openxmlformats.org/drawingml/2006/main">
              <a:ext uri="{FF2B5EF4-FFF2-40B4-BE49-F238E27FC236}">
                <a16:creationId xmlns:a16="http://schemas.microsoft.com/office/drawing/2014/main" id="{762E728F-A866-427C-B4EB-D7842CCE7813}"/>
              </a:ext>
            </a:extLst>
          </p:cNvPr>
          <p:cNvSpPr>
            <a:spLocks xmlns:a="http://schemas.openxmlformats.org/drawingml/2006/main" noGrp="1"/>
          </p:cNvSpPr>
          <p:nvPr/>
        </p:nvSpPr>
        <p:spPr>
          <a:xfrm xmlns:a="http://schemas.openxmlformats.org/drawingml/2006/main">
            <a:off x="409575" y="35147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600" b="1">
                <a:solidFill>
                  <a:srgbClr val="0000FF"/>
                </a:solidFill>
                <a:latin typeface="맑은 고딕"/>
                <a:ea typeface="맑은 고딕"/>
                <a:cs typeface="맑은 고딕"/>
              </a:defRPr>
            </a:pPr>
            <a:r>
              <a:rPr sz="1600" b="1">
                <a:solidFill>
                  <a:srgbClr val="0000FF"/>
                </a:solidFill>
                <a:latin typeface="맑은 고딕"/>
                <a:ea typeface="맑은 고딕"/>
                <a:cs typeface="맑은 고딕"/>
              </a:rPr>
              <a:t>1</a:t>
            </a:r>
          </a:p>
        </p:txBody>
      </p:sp>
      <p:sp>
        <p:nvSpPr>
          <p:cNvPr id="42" name="step-title-0">
            <a:extLst xmlns:a="http://schemas.openxmlformats.org/drawingml/2006/main">
              <a:ext uri="{FF2B5EF4-FFF2-40B4-BE49-F238E27FC236}">
                <a16:creationId xmlns:a16="http://schemas.microsoft.com/office/drawing/2014/main" id="{E42D0F7C-C441-4F44-893C-FDD6A7E3F8DC}"/>
              </a:ext>
            </a:extLst>
          </p:cNvPr>
          <p:cNvSpPr>
            <a:spLocks xmlns:a="http://schemas.openxmlformats.org/drawingml/2006/main" noGrp="1"/>
          </p:cNvSpPr>
          <p:nvPr/>
        </p:nvSpPr>
        <p:spPr>
          <a:xfrm xmlns:a="http://schemas.openxmlformats.org/drawingml/2006/main">
            <a:off x="733425" y="34861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결합 순서 변화</a:t>
            </a:r>
          </a:p>
        </p:txBody>
      </p:sp>
      <p:sp>
        <p:nvSpPr>
          <p:cNvPr id="43" name="step-detail-0">
            <a:extLst xmlns:a="http://schemas.openxmlformats.org/drawingml/2006/main">
              <a:ext uri="{FF2B5EF4-FFF2-40B4-BE49-F238E27FC236}">
                <a16:creationId xmlns:a16="http://schemas.microsoft.com/office/drawing/2014/main" id="{CADA415A-0806-4A26-A87E-C137CE8CE54E}"/>
              </a:ext>
            </a:extLst>
          </p:cNvPr>
          <p:cNvSpPr>
            <a:spLocks xmlns:a="http://schemas.openxmlformats.org/drawingml/2006/main" noGrp="1"/>
          </p:cNvSpPr>
          <p:nvPr/>
        </p:nvSpPr>
        <p:spPr>
          <a:xfrm xmlns:a="http://schemas.openxmlformats.org/drawingml/2006/main">
            <a:off x="447675" y="3819525"/>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unit cell 내부 배열 변경</a:t>
            </a:r>
          </a:p>
        </p:txBody>
      </p:sp>
      <p:sp>
        <p:nvSpPr>
          <p:cNvPr id="44" name="step-box-1">
            <a:extLst xmlns:a="http://schemas.openxmlformats.org/drawingml/2006/main">
              <a:ext uri="{FF2B5EF4-FFF2-40B4-BE49-F238E27FC236}">
                <a16:creationId xmlns:a16="http://schemas.microsoft.com/office/drawing/2014/main" id="{25727187-7583-4BFA-AEBC-88E326215785}"/>
              </a:ext>
            </a:extLst>
          </p:cNvPr>
          <p:cNvSpPr>
            <a:spLocks xmlns:a="http://schemas.openxmlformats.org/drawingml/2006/main" noGrp="1"/>
          </p:cNvSpPr>
          <p:nvPr/>
        </p:nvSpPr>
        <p:spPr>
          <a:xfrm xmlns:a="http://schemas.openxmlformats.org/drawingml/2006/main">
            <a:off x="2447925" y="3429000"/>
            <a:ext cx="1714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5" name="step-num-1">
            <a:extLst xmlns:a="http://schemas.openxmlformats.org/drawingml/2006/main">
              <a:ext uri="{FF2B5EF4-FFF2-40B4-BE49-F238E27FC236}">
                <a16:creationId xmlns:a16="http://schemas.microsoft.com/office/drawing/2014/main" id="{6B10D496-B38B-47C1-AA75-7A3AF2B45418}"/>
              </a:ext>
            </a:extLst>
          </p:cNvPr>
          <p:cNvSpPr>
            <a:spLocks xmlns:a="http://schemas.openxmlformats.org/drawingml/2006/main" noGrp="1"/>
          </p:cNvSpPr>
          <p:nvPr/>
        </p:nvSpPr>
        <p:spPr>
          <a:xfrm xmlns:a="http://schemas.openxmlformats.org/drawingml/2006/main">
            <a:off x="2524125" y="35147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600" b="1">
                <a:solidFill>
                  <a:srgbClr val="0000FF"/>
                </a:solidFill>
                <a:latin typeface="맑은 고딕"/>
                <a:ea typeface="맑은 고딕"/>
                <a:cs typeface="맑은 고딕"/>
              </a:defRPr>
            </a:pPr>
            <a:r>
              <a:rPr sz="1600" b="1">
                <a:solidFill>
                  <a:srgbClr val="0000FF"/>
                </a:solidFill>
                <a:latin typeface="맑은 고딕"/>
                <a:ea typeface="맑은 고딕"/>
                <a:cs typeface="맑은 고딕"/>
              </a:rPr>
              <a:t>2</a:t>
            </a:r>
          </a:p>
        </p:txBody>
      </p:sp>
      <p:sp>
        <p:nvSpPr>
          <p:cNvPr id="46" name="step-title-1">
            <a:extLst xmlns:a="http://schemas.openxmlformats.org/drawingml/2006/main">
              <a:ext uri="{FF2B5EF4-FFF2-40B4-BE49-F238E27FC236}">
                <a16:creationId xmlns:a16="http://schemas.microsoft.com/office/drawing/2014/main" id="{D55B13D4-DDDA-48EE-B47C-ADA58E2C6707}"/>
              </a:ext>
            </a:extLst>
          </p:cNvPr>
          <p:cNvSpPr>
            <a:spLocks xmlns:a="http://schemas.openxmlformats.org/drawingml/2006/main" noGrp="1"/>
          </p:cNvSpPr>
          <p:nvPr/>
        </p:nvSpPr>
        <p:spPr>
          <a:xfrm xmlns:a="http://schemas.openxmlformats.org/drawingml/2006/main">
            <a:off x="2847975" y="34861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Bandgap 닫힘</a:t>
            </a:r>
          </a:p>
        </p:txBody>
      </p:sp>
      <p:sp>
        <p:nvSpPr>
          <p:cNvPr id="47" name="step-detail-1">
            <a:extLst xmlns:a="http://schemas.openxmlformats.org/drawingml/2006/main">
              <a:ext uri="{FF2B5EF4-FFF2-40B4-BE49-F238E27FC236}">
                <a16:creationId xmlns:a16="http://schemas.microsoft.com/office/drawing/2014/main" id="{133DF1C3-858E-498C-960C-35AA64FE0939}"/>
              </a:ext>
            </a:extLst>
          </p:cNvPr>
          <p:cNvSpPr>
            <a:spLocks xmlns:a="http://schemas.openxmlformats.org/drawingml/2006/main" noGrp="1"/>
          </p:cNvSpPr>
          <p:nvPr/>
        </p:nvSpPr>
        <p:spPr>
          <a:xfrm xmlns:a="http://schemas.openxmlformats.org/drawingml/2006/main">
            <a:off x="2562225" y="3819525"/>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두 band가 한 점에서 만남</a:t>
            </a:r>
          </a:p>
        </p:txBody>
      </p:sp>
      <p:sp>
        <p:nvSpPr>
          <p:cNvPr id="48" name="step-box-2">
            <a:extLst xmlns:a="http://schemas.openxmlformats.org/drawingml/2006/main">
              <a:ext uri="{FF2B5EF4-FFF2-40B4-BE49-F238E27FC236}">
                <a16:creationId xmlns:a16="http://schemas.microsoft.com/office/drawing/2014/main" id="{258377B4-4FFA-40ED-8EB4-444B680F2FFE}"/>
              </a:ext>
            </a:extLst>
          </p:cNvPr>
          <p:cNvSpPr>
            <a:spLocks xmlns:a="http://schemas.openxmlformats.org/drawingml/2006/main" noGrp="1"/>
          </p:cNvSpPr>
          <p:nvPr/>
        </p:nvSpPr>
        <p:spPr>
          <a:xfrm xmlns:a="http://schemas.openxmlformats.org/drawingml/2006/main">
            <a:off x="4562475" y="3429000"/>
            <a:ext cx="171450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9" name="step-num-2">
            <a:extLst xmlns:a="http://schemas.openxmlformats.org/drawingml/2006/main">
              <a:ext uri="{FF2B5EF4-FFF2-40B4-BE49-F238E27FC236}">
                <a16:creationId xmlns:a16="http://schemas.microsoft.com/office/drawing/2014/main" id="{AC738EA8-7E61-402E-9DAB-8CB80E486C60}"/>
              </a:ext>
            </a:extLst>
          </p:cNvPr>
          <p:cNvSpPr>
            <a:spLocks xmlns:a="http://schemas.openxmlformats.org/drawingml/2006/main" noGrp="1"/>
          </p:cNvSpPr>
          <p:nvPr/>
        </p:nvSpPr>
        <p:spPr>
          <a:xfrm xmlns:a="http://schemas.openxmlformats.org/drawingml/2006/main">
            <a:off x="4638675" y="35147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600" b="1">
                <a:solidFill>
                  <a:srgbClr val="0000FF"/>
                </a:solidFill>
                <a:latin typeface="맑은 고딕"/>
                <a:ea typeface="맑은 고딕"/>
                <a:cs typeface="맑은 고딕"/>
              </a:defRPr>
            </a:pPr>
            <a:r>
              <a:rPr sz="1600" b="1">
                <a:solidFill>
                  <a:srgbClr val="0000FF"/>
                </a:solidFill>
                <a:latin typeface="맑은 고딕"/>
                <a:ea typeface="맑은 고딕"/>
                <a:cs typeface="맑은 고딕"/>
              </a:rPr>
              <a:t>3</a:t>
            </a:r>
          </a:p>
        </p:txBody>
      </p:sp>
      <p:sp>
        <p:nvSpPr>
          <p:cNvPr id="50" name="step-title-2">
            <a:extLst xmlns:a="http://schemas.openxmlformats.org/drawingml/2006/main">
              <a:ext uri="{FF2B5EF4-FFF2-40B4-BE49-F238E27FC236}">
                <a16:creationId xmlns:a16="http://schemas.microsoft.com/office/drawing/2014/main" id="{FBBD6CF1-4A00-4F84-9DF1-46B7E5B75415}"/>
              </a:ext>
            </a:extLst>
          </p:cNvPr>
          <p:cNvSpPr>
            <a:spLocks xmlns:a="http://schemas.openxmlformats.org/drawingml/2006/main" noGrp="1"/>
          </p:cNvSpPr>
          <p:nvPr/>
        </p:nvSpPr>
        <p:spPr>
          <a:xfrm xmlns:a="http://schemas.openxmlformats.org/drawingml/2006/main">
            <a:off x="4962525" y="34861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Band inversion</a:t>
            </a:r>
          </a:p>
        </p:txBody>
      </p:sp>
      <p:sp>
        <p:nvSpPr>
          <p:cNvPr id="51" name="step-detail-2">
            <a:extLst xmlns:a="http://schemas.openxmlformats.org/drawingml/2006/main">
              <a:ext uri="{FF2B5EF4-FFF2-40B4-BE49-F238E27FC236}">
                <a16:creationId xmlns:a16="http://schemas.microsoft.com/office/drawing/2014/main" id="{4F0CDC3D-917E-404B-84E8-29D461888256}"/>
              </a:ext>
            </a:extLst>
          </p:cNvPr>
          <p:cNvSpPr>
            <a:spLocks xmlns:a="http://schemas.openxmlformats.org/drawingml/2006/main" noGrp="1"/>
          </p:cNvSpPr>
          <p:nvPr/>
        </p:nvSpPr>
        <p:spPr>
          <a:xfrm xmlns:a="http://schemas.openxmlformats.org/drawingml/2006/main">
            <a:off x="4676775" y="3819525"/>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위·아래 모드 순서 교환</a:t>
            </a:r>
          </a:p>
        </p:txBody>
      </p:sp>
      <p:sp>
        <p:nvSpPr>
          <p:cNvPr id="52" name="step-box-3">
            <a:extLst xmlns:a="http://schemas.openxmlformats.org/drawingml/2006/main">
              <a:ext uri="{FF2B5EF4-FFF2-40B4-BE49-F238E27FC236}">
                <a16:creationId xmlns:a16="http://schemas.microsoft.com/office/drawing/2014/main" id="{09076977-F05A-4CC8-BECA-A43D15E86031}"/>
              </a:ext>
            </a:extLst>
          </p:cNvPr>
          <p:cNvSpPr>
            <a:spLocks xmlns:a="http://schemas.openxmlformats.org/drawingml/2006/main" noGrp="1"/>
          </p:cNvSpPr>
          <p:nvPr/>
        </p:nvSpPr>
        <p:spPr>
          <a:xfrm xmlns:a="http://schemas.openxmlformats.org/drawingml/2006/main">
            <a:off x="6677025" y="3429000"/>
            <a:ext cx="1714500" cy="819150"/>
          </a:xfrm>
          <a:prstGeom xmlns:a="http://schemas.openxmlformats.org/drawingml/2006/main" prst="rect">
            <a:avLst/>
          </a:prstGeom>
          <a:solidFill xmlns:a="http://schemas.openxmlformats.org/drawingml/2006/main">
            <a:srgbClr val="EBF0FF"/>
          </a:solidFill>
          <a:ln xmlns:a="http://schemas.openxmlformats.org/drawingml/2006/main" w="19050">
            <a:solidFill>
              <a:srgbClr val="0000FF"/>
            </a:solidFill>
            <a:prstDash val="solid"/>
          </a:ln>
        </p:spPr>
      </p:sp>
      <p:sp>
        <p:nvSpPr>
          <p:cNvPr id="53" name="step-num-3">
            <a:extLst xmlns:a="http://schemas.openxmlformats.org/drawingml/2006/main">
              <a:ext uri="{FF2B5EF4-FFF2-40B4-BE49-F238E27FC236}">
                <a16:creationId xmlns:a16="http://schemas.microsoft.com/office/drawing/2014/main" id="{7950038E-4A92-4F23-A726-9B5304EF293F}"/>
              </a:ext>
            </a:extLst>
          </p:cNvPr>
          <p:cNvSpPr>
            <a:spLocks xmlns:a="http://schemas.openxmlformats.org/drawingml/2006/main" noGrp="1"/>
          </p:cNvSpPr>
          <p:nvPr/>
        </p:nvSpPr>
        <p:spPr>
          <a:xfrm xmlns:a="http://schemas.openxmlformats.org/drawingml/2006/main">
            <a:off x="6753225" y="35147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600" b="1">
                <a:solidFill>
                  <a:srgbClr val="0000FF"/>
                </a:solidFill>
                <a:latin typeface="맑은 고딕"/>
                <a:ea typeface="맑은 고딕"/>
                <a:cs typeface="맑은 고딕"/>
              </a:defRPr>
            </a:pPr>
            <a:r>
              <a:rPr sz="1600" b="1">
                <a:solidFill>
                  <a:srgbClr val="0000FF"/>
                </a:solidFill>
                <a:latin typeface="맑은 고딕"/>
                <a:ea typeface="맑은 고딕"/>
                <a:cs typeface="맑은 고딕"/>
              </a:rPr>
              <a:t>4</a:t>
            </a:r>
          </a:p>
        </p:txBody>
      </p:sp>
      <p:sp>
        <p:nvSpPr>
          <p:cNvPr id="54" name="step-title-3">
            <a:extLst xmlns:a="http://schemas.openxmlformats.org/drawingml/2006/main">
              <a:ext uri="{FF2B5EF4-FFF2-40B4-BE49-F238E27FC236}">
                <a16:creationId xmlns:a16="http://schemas.microsoft.com/office/drawing/2014/main" id="{05D80D16-11D1-4080-8D94-09CD30557CF1}"/>
              </a:ext>
            </a:extLst>
          </p:cNvPr>
          <p:cNvSpPr>
            <a:spLocks xmlns:a="http://schemas.openxmlformats.org/drawingml/2006/main" noGrp="1"/>
          </p:cNvSpPr>
          <p:nvPr/>
        </p:nvSpPr>
        <p:spPr>
          <a:xfrm xmlns:a="http://schemas.openxmlformats.org/drawingml/2006/main">
            <a:off x="7077075" y="34861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300" b="1">
                <a:solidFill>
                  <a:srgbClr val="000000"/>
                </a:solidFill>
                <a:latin typeface="맑은 고딕"/>
                <a:ea typeface="맑은 고딕"/>
                <a:cs typeface="맑은 고딕"/>
              </a:defRPr>
            </a:pPr>
            <a:r>
              <a:rPr sz="1300" b="1">
                <a:solidFill>
                  <a:srgbClr val="000000"/>
                </a:solidFill>
                <a:latin typeface="맑은 고딕"/>
                <a:ea typeface="맑은 고딕"/>
                <a:cs typeface="맑은 고딕"/>
              </a:rPr>
              <a:t>경계 상태</a:t>
            </a:r>
          </a:p>
        </p:txBody>
      </p:sp>
      <p:sp>
        <p:nvSpPr>
          <p:cNvPr id="55" name="step-detail-3">
            <a:extLst xmlns:a="http://schemas.openxmlformats.org/drawingml/2006/main">
              <a:ext uri="{FF2B5EF4-FFF2-40B4-BE49-F238E27FC236}">
                <a16:creationId xmlns:a16="http://schemas.microsoft.com/office/drawing/2014/main" id="{02AF7A56-C292-4F3F-98E0-B04F87FCA5E5}"/>
              </a:ext>
            </a:extLst>
          </p:cNvPr>
          <p:cNvSpPr>
            <a:spLocks xmlns:a="http://schemas.openxmlformats.org/drawingml/2006/main" noGrp="1"/>
          </p:cNvSpPr>
          <p:nvPr/>
        </p:nvSpPr>
        <p:spPr>
          <a:xfrm xmlns:a="http://schemas.openxmlformats.org/drawingml/2006/main">
            <a:off x="6791325" y="3819525"/>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0과 π가 만나는 곳에 국소 모드</a:t>
            </a:r>
          </a:p>
        </p:txBody>
      </p:sp>
    </p:spTree>
    <p:extLst>
      <p:ext uri="{BB962C8B-B14F-4D97-AF65-F5344CB8AC3E}">
        <p14:creationId xmlns:p14="http://schemas.microsoft.com/office/powerpoint/2010/main" val="201048634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CE581439-8965-40ED-AA59-477C7015A0B0}"/>
              </a:ext>
            </a:extLst>
          </p:cNvPr>
          <p:cNvSpPr>
            <a:spLocks xmlns:a="http://schemas.openxmlformats.org/drawingml/2006/main" noGrp="1"/>
          </p:cNvSpPr>
          <p:nvPr/>
        </p:nvSpPr>
        <p:spPr>
          <a:xfrm xmlns:a="http://schemas.openxmlformats.org/drawingml/2006/main">
            <a:off x="285750" y="257175"/>
            <a:ext cx="766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Unit cell 변형이 band inversion과 위상 반전을 만든다</a:t>
            </a:r>
          </a:p>
        </p:txBody>
      </p:sp>
      <p:sp>
        <p:nvSpPr>
          <p:cNvPr id="2" name="main-message">
            <a:extLst xmlns:a="http://schemas.openxmlformats.org/drawingml/2006/main">
              <a:ext uri="{FF2B5EF4-FFF2-40B4-BE49-F238E27FC236}">
                <a16:creationId xmlns:a16="http://schemas.microsoft.com/office/drawing/2014/main" id="{048E9749-0329-4D71-8FAE-53D68B2797B9}"/>
              </a:ext>
            </a:extLst>
          </p:cNvPr>
          <p:cNvSpPr>
            <a:spLocks xmlns:a="http://schemas.openxmlformats.org/drawingml/2006/main" noGrp="1"/>
          </p:cNvSpPr>
          <p:nvPr/>
        </p:nvSpPr>
        <p:spPr>
          <a:xfrm xmlns:a="http://schemas.openxmlformats.org/drawingml/2006/main">
            <a:off x="333375" y="7810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a:t>
            </a:r>
            <a:r>
              <a:rPr sz="1500" b="1">
                <a:solidFill>
                  <a:srgbClr val="000000"/>
                </a:solidFill>
                <a:latin typeface="맑은 고딕"/>
                <a:ea typeface="맑은 고딕"/>
                <a:cs typeface="맑은 고딕"/>
              </a:rPr>
              <a:t>구조 파라미터 변화로 bandgap을 닫았다 다시 열어 </a:t>
            </a:r>
            <a:r>
              <a:rPr sz="1500" b="1">
                <a:solidFill>
                  <a:srgbClr val="000000"/>
                </a:solidFill>
                <a:latin typeface="맑은 고딕"/>
                <a:ea typeface="맑은 고딕"/>
                <a:cs typeface="맑은 고딕"/>
              </a:rPr>
              <a:t>서로 다른 두 위상</a:t>
            </a:r>
            <a:r>
              <a:rPr sz="1500" b="1">
                <a:solidFill>
                  <a:srgbClr val="000000"/>
                </a:solidFill>
                <a:latin typeface="맑은 고딕"/>
                <a:ea typeface="맑은 고딕"/>
                <a:cs typeface="맑은 고딕"/>
              </a:rPr>
              <a:t>을 구현했다</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2c86e4eb4b14188"/>
          <a:stretch xmlns:a="http://schemas.openxmlformats.org/drawingml/2006/main"/>
        </p:blipFill>
        <p:spPr>
          <a:xfrm xmlns:a="http://schemas.openxmlformats.org/drawingml/2006/main">
            <a:off x="361950" y="1335264"/>
            <a:ext cx="8420100" cy="1949097"/>
          </a:xfrm>
          <a:prstGeom xmlns:a="http://schemas.openxmlformats.org/drawingml/2006/main" prst="rect">
            <a:avLst/>
          </a:prstGeom>
        </p:spPr>
      </p:pic>
      <p:sp>
        <p:nvSpPr>
          <p:cNvPr id="4" name="fig1-card-0">
            <a:extLst xmlns:a="http://schemas.openxmlformats.org/drawingml/2006/main">
              <a:ext uri="{FF2B5EF4-FFF2-40B4-BE49-F238E27FC236}">
                <a16:creationId xmlns:a16="http://schemas.microsoft.com/office/drawing/2014/main" id="{054B5894-65C0-4E8C-83F2-D6A40CC58854}"/>
              </a:ext>
            </a:extLst>
          </p:cNvPr>
          <p:cNvSpPr>
            <a:spLocks xmlns:a="http://schemas.openxmlformats.org/drawingml/2006/main" noGrp="1"/>
          </p:cNvSpPr>
          <p:nvPr/>
        </p:nvSpPr>
        <p:spPr>
          <a:xfrm xmlns:a="http://schemas.openxmlformats.org/drawingml/2006/main">
            <a:off x="361950" y="3562350"/>
            <a:ext cx="2667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5" name="fig1-card-head-0">
            <a:extLst xmlns:a="http://schemas.openxmlformats.org/drawingml/2006/main">
              <a:ext uri="{FF2B5EF4-FFF2-40B4-BE49-F238E27FC236}">
                <a16:creationId xmlns:a16="http://schemas.microsoft.com/office/drawing/2014/main" id="{A9892DF1-E245-4091-8660-A22364185D26}"/>
              </a:ext>
            </a:extLst>
          </p:cNvPr>
          <p:cNvSpPr>
            <a:spLocks xmlns:a="http://schemas.openxmlformats.org/drawingml/2006/main" noGrp="1"/>
          </p:cNvSpPr>
          <p:nvPr/>
        </p:nvSpPr>
        <p:spPr>
          <a:xfrm xmlns:a="http://schemas.openxmlformats.org/drawingml/2006/main">
            <a:off x="457200" y="36290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U0  |  Gap closed</a:t>
            </a:r>
          </a:p>
        </p:txBody>
      </p:sp>
      <p:sp>
        <p:nvSpPr>
          <p:cNvPr id="6" name="fig1-card-body-0">
            <a:extLst xmlns:a="http://schemas.openxmlformats.org/drawingml/2006/main">
              <a:ext uri="{FF2B5EF4-FFF2-40B4-BE49-F238E27FC236}">
                <a16:creationId xmlns:a16="http://schemas.microsoft.com/office/drawing/2014/main" id="{3597D167-A993-4A87-89A4-582D6C608EC6}"/>
              </a:ext>
            </a:extLst>
          </p:cNvPr>
          <p:cNvSpPr>
            <a:spLocks xmlns:a="http://schemas.openxmlformats.org/drawingml/2006/main" noGrp="1"/>
          </p:cNvSpPr>
          <p:nvPr/>
        </p:nvSpPr>
        <p:spPr>
          <a:xfrm xmlns:a="http://schemas.openxmlformats.org/drawingml/2006/main">
            <a:off x="457200" y="38957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약 204 kHz에서 두 band가 만나는 위상 전이점</a:t>
            </a:r>
          </a:p>
        </p:txBody>
      </p:sp>
      <p:sp>
        <p:nvSpPr>
          <p:cNvPr id="7" name="fig1-card-1">
            <a:extLst xmlns:a="http://schemas.openxmlformats.org/drawingml/2006/main">
              <a:ext uri="{FF2B5EF4-FFF2-40B4-BE49-F238E27FC236}">
                <a16:creationId xmlns:a16="http://schemas.microsoft.com/office/drawing/2014/main" id="{190C327D-25E5-4E80-AB53-F10D070B74C6}"/>
              </a:ext>
            </a:extLst>
          </p:cNvPr>
          <p:cNvSpPr>
            <a:spLocks xmlns:a="http://schemas.openxmlformats.org/drawingml/2006/main" noGrp="1"/>
          </p:cNvSpPr>
          <p:nvPr/>
        </p:nvSpPr>
        <p:spPr>
          <a:xfrm xmlns:a="http://schemas.openxmlformats.org/drawingml/2006/main">
            <a:off x="3190875" y="3562350"/>
            <a:ext cx="2667000" cy="800100"/>
          </a:xfrm>
          <a:prstGeom xmlns:a="http://schemas.openxmlformats.org/drawingml/2006/main" prst="rect">
            <a:avLst/>
          </a:prstGeom>
          <a:solidFill xmlns:a="http://schemas.openxmlformats.org/drawingml/2006/main">
            <a:srgbClr val="EBF0FF"/>
          </a:solidFill>
          <a:ln xmlns:a="http://schemas.openxmlformats.org/drawingml/2006/main" w="19050">
            <a:solidFill>
              <a:srgbClr val="0000FF"/>
            </a:solidFill>
            <a:prstDash val="solid"/>
          </a:ln>
        </p:spPr>
      </p:sp>
      <p:sp>
        <p:nvSpPr>
          <p:cNvPr id="8" name="fig1-card-head-1">
            <a:extLst xmlns:a="http://schemas.openxmlformats.org/drawingml/2006/main">
              <a:ext uri="{FF2B5EF4-FFF2-40B4-BE49-F238E27FC236}">
                <a16:creationId xmlns:a16="http://schemas.microsoft.com/office/drawing/2014/main" id="{AF010ECC-4ED1-4026-854C-A53219C795A9}"/>
              </a:ext>
            </a:extLst>
          </p:cNvPr>
          <p:cNvSpPr>
            <a:spLocks xmlns:a="http://schemas.openxmlformats.org/drawingml/2006/main" noGrp="1"/>
          </p:cNvSpPr>
          <p:nvPr/>
        </p:nvSpPr>
        <p:spPr>
          <a:xfrm xmlns:a="http://schemas.openxmlformats.org/drawingml/2006/main">
            <a:off x="3286125" y="36290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400" b="1">
                <a:solidFill>
                  <a:srgbClr val="0000FF"/>
                </a:solidFill>
                <a:latin typeface="맑은 고딕"/>
                <a:ea typeface="맑은 고딕"/>
                <a:cs typeface="맑은 고딕"/>
              </a:defRPr>
            </a:pPr>
            <a:r>
              <a:rPr sz="1400" b="1">
                <a:solidFill>
                  <a:srgbClr val="0000FF"/>
                </a:solidFill>
                <a:latin typeface="맑은 고딕"/>
                <a:ea typeface="맑은 고딕"/>
                <a:cs typeface="맑은 고딕"/>
              </a:rPr>
              <a:t>U1  |  Zak: π / 0</a:t>
            </a:r>
          </a:p>
        </p:txBody>
      </p:sp>
      <p:sp>
        <p:nvSpPr>
          <p:cNvPr id="9" name="fig1-card-body-1">
            <a:extLst xmlns:a="http://schemas.openxmlformats.org/drawingml/2006/main">
              <a:ext uri="{FF2B5EF4-FFF2-40B4-BE49-F238E27FC236}">
                <a16:creationId xmlns:a16="http://schemas.microsoft.com/office/drawing/2014/main" id="{2F0E4345-1858-4EB7-9B5A-A145F57C6C5F}"/>
              </a:ext>
            </a:extLst>
          </p:cNvPr>
          <p:cNvSpPr>
            <a:spLocks xmlns:a="http://schemas.openxmlformats.org/drawingml/2006/main" noGrp="1"/>
          </p:cNvSpPr>
          <p:nvPr/>
        </p:nvSpPr>
        <p:spPr>
          <a:xfrm xmlns:a="http://schemas.openxmlformats.org/drawingml/2006/main">
            <a:off x="3286125" y="38957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파란색–빨간색 band-edge mode의 첫 번째 배열</a:t>
            </a:r>
          </a:p>
        </p:txBody>
      </p:sp>
      <p:sp>
        <p:nvSpPr>
          <p:cNvPr id="10" name="fig1-card-2">
            <a:extLst xmlns:a="http://schemas.openxmlformats.org/drawingml/2006/main">
              <a:ext uri="{FF2B5EF4-FFF2-40B4-BE49-F238E27FC236}">
                <a16:creationId xmlns:a16="http://schemas.microsoft.com/office/drawing/2014/main" id="{EA03F387-A13F-4001-9EBA-2C812A066B2A}"/>
              </a:ext>
            </a:extLst>
          </p:cNvPr>
          <p:cNvSpPr>
            <a:spLocks xmlns:a="http://schemas.openxmlformats.org/drawingml/2006/main" noGrp="1"/>
          </p:cNvSpPr>
          <p:nvPr/>
        </p:nvSpPr>
        <p:spPr>
          <a:xfrm xmlns:a="http://schemas.openxmlformats.org/drawingml/2006/main">
            <a:off x="6019800" y="3562350"/>
            <a:ext cx="26670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 name="fig1-card-head-2">
            <a:extLst xmlns:a="http://schemas.openxmlformats.org/drawingml/2006/main">
              <a:ext uri="{FF2B5EF4-FFF2-40B4-BE49-F238E27FC236}">
                <a16:creationId xmlns:a16="http://schemas.microsoft.com/office/drawing/2014/main" id="{505E5AAE-D282-4A74-91AF-3883676159DF}"/>
              </a:ext>
            </a:extLst>
          </p:cNvPr>
          <p:cNvSpPr>
            <a:spLocks xmlns:a="http://schemas.openxmlformats.org/drawingml/2006/main" noGrp="1"/>
          </p:cNvSpPr>
          <p:nvPr/>
        </p:nvSpPr>
        <p:spPr>
          <a:xfrm xmlns:a="http://schemas.openxmlformats.org/drawingml/2006/main">
            <a:off x="6115050" y="36290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U2  |  Zak: 0 / π</a:t>
            </a:r>
          </a:p>
        </p:txBody>
      </p:sp>
      <p:sp>
        <p:nvSpPr>
          <p:cNvPr id="12" name="fig1-card-body-2">
            <a:extLst xmlns:a="http://schemas.openxmlformats.org/drawingml/2006/main">
              <a:ext uri="{FF2B5EF4-FFF2-40B4-BE49-F238E27FC236}">
                <a16:creationId xmlns:a16="http://schemas.microsoft.com/office/drawing/2014/main" id="{230956C8-85AF-45BA-B34E-C58FD68DBBF2}"/>
              </a:ext>
            </a:extLst>
          </p:cNvPr>
          <p:cNvSpPr>
            <a:spLocks xmlns:a="http://schemas.openxmlformats.org/drawingml/2006/main" noGrp="1"/>
          </p:cNvSpPr>
          <p:nvPr/>
        </p:nvSpPr>
        <p:spPr>
          <a:xfrm xmlns:a="http://schemas.openxmlformats.org/drawingml/2006/main">
            <a:off x="6115050" y="38957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band inversion 이후 odd/even mode 순서가 반전</a:t>
            </a:r>
          </a:p>
        </p:txBody>
      </p:sp>
      <p:sp>
        <p:nvSpPr>
          <p:cNvPr id="13" name="visible-source">
            <a:extLst xmlns:a="http://schemas.openxmlformats.org/drawingml/2006/main">
              <a:ext uri="{FF2B5EF4-FFF2-40B4-BE49-F238E27FC236}">
                <a16:creationId xmlns:a16="http://schemas.microsoft.com/office/drawing/2014/main" id="{17DC5EE0-59F6-40D2-9905-ED2D972AB7FB}"/>
              </a:ext>
            </a:extLst>
          </p:cNvPr>
          <p:cNvSpPr>
            <a:spLocks xmlns:a="http://schemas.openxmlformats.org/drawingml/2006/main" noGrp="1"/>
          </p:cNvSpPr>
          <p:nvPr/>
        </p:nvSpPr>
        <p:spPr>
          <a:xfrm xmlns:a="http://schemas.openxmlformats.org/drawingml/2006/main">
            <a:off x="361950" y="451485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Source: Kim et al., APEx 11, 017201 (2018), Fig. 1</a:t>
            </a:r>
          </a:p>
        </p:txBody>
      </p:sp>
    </p:spTree>
    <p:extLst>
      <p:ext uri="{BB962C8B-B14F-4D97-AF65-F5344CB8AC3E}">
        <p14:creationId xmlns:p14="http://schemas.microsoft.com/office/powerpoint/2010/main" val="20104863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B62D9190-7E09-48FD-9461-8ED161637FBE}"/>
              </a:ext>
            </a:extLst>
          </p:cNvPr>
          <p:cNvSpPr>
            <a:spLocks xmlns:a="http://schemas.openxmlformats.org/drawingml/2006/main" noGrp="1"/>
          </p:cNvSpPr>
          <p:nvPr/>
        </p:nvSpPr>
        <p:spPr>
          <a:xfrm xmlns:a="http://schemas.openxmlformats.org/drawingml/2006/main">
            <a:off x="285750" y="257175"/>
            <a:ext cx="766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서로 다른 위상의 경계에는 국소 진동 모드가 생긴다</a:t>
            </a:r>
          </a:p>
        </p:txBody>
      </p:sp>
      <p:sp>
        <p:nvSpPr>
          <p:cNvPr id="2" name="main-message">
            <a:extLst xmlns:a="http://schemas.openxmlformats.org/drawingml/2006/main">
              <a:ext uri="{FF2B5EF4-FFF2-40B4-BE49-F238E27FC236}">
                <a16:creationId xmlns:a16="http://schemas.microsoft.com/office/drawing/2014/main" id="{E76884C3-868A-4322-A68C-C0472892E9C4}"/>
              </a:ext>
            </a:extLst>
          </p:cNvPr>
          <p:cNvSpPr>
            <a:spLocks xmlns:a="http://schemas.openxmlformats.org/drawingml/2006/main" noGrp="1"/>
          </p:cNvSpPr>
          <p:nvPr/>
        </p:nvSpPr>
        <p:spPr>
          <a:xfrm xmlns:a="http://schemas.openxmlformats.org/drawingml/2006/main">
            <a:off x="333375" y="7810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a:t>
            </a:r>
            <a:r>
              <a:rPr sz="1500" b="1">
                <a:solidFill>
                  <a:srgbClr val="000000"/>
                </a:solidFill>
                <a:latin typeface="맑은 고딕"/>
                <a:ea typeface="맑은 고딕"/>
                <a:cs typeface="맑은 고딕"/>
              </a:rPr>
              <a:t>양쪽 구조의 위상이 다를 때만 bandgap 내부에 </a:t>
            </a:r>
            <a:r>
              <a:rPr sz="1500" b="1">
                <a:solidFill>
                  <a:srgbClr val="000000"/>
                </a:solidFill>
                <a:latin typeface="맑은 고딕"/>
                <a:ea typeface="맑은 고딕"/>
                <a:cs typeface="맑은 고딕"/>
              </a:rPr>
              <a:t>interface mode</a:t>
            </a:r>
            <a:r>
              <a:rPr sz="1500" b="1">
                <a:solidFill>
                  <a:srgbClr val="000000"/>
                </a:solidFill>
                <a:latin typeface="맑은 고딕"/>
                <a:ea typeface="맑은 고딕"/>
                <a:cs typeface="맑은 고딕"/>
              </a:rPr>
              <a:t>가 나타난다</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1825a9f1a7a4c0c"/>
          <a:stretch xmlns:a="http://schemas.openxmlformats.org/drawingml/2006/main"/>
        </p:blipFill>
        <p:spPr>
          <a:xfrm xmlns:a="http://schemas.openxmlformats.org/drawingml/2006/main">
            <a:off x="426369" y="1162050"/>
            <a:ext cx="3947862" cy="3333750"/>
          </a:xfrm>
          <a:prstGeom xmlns:a="http://schemas.openxmlformats.org/drawingml/2006/main" prst="rect">
            <a:avLst/>
          </a:prstGeom>
        </p:spPr>
      </p:pic>
      <p:sp>
        <p:nvSpPr>
          <p:cNvPr id="4" name="insight-box-0">
            <a:extLst xmlns:a="http://schemas.openxmlformats.org/drawingml/2006/main">
              <a:ext uri="{FF2B5EF4-FFF2-40B4-BE49-F238E27FC236}">
                <a16:creationId xmlns:a16="http://schemas.microsoft.com/office/drawing/2014/main" id="{EB090E5B-245F-4106-B2CC-5527F9C3A9A8}"/>
              </a:ext>
            </a:extLst>
          </p:cNvPr>
          <p:cNvSpPr>
            <a:spLocks xmlns:a="http://schemas.openxmlformats.org/drawingml/2006/main" noGrp="1"/>
          </p:cNvSpPr>
          <p:nvPr/>
        </p:nvSpPr>
        <p:spPr>
          <a:xfrm xmlns:a="http://schemas.openxmlformats.org/drawingml/2006/main">
            <a:off x="4762500" y="1219200"/>
            <a:ext cx="3905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5" name="insight-label-0">
            <a:extLst xmlns:a="http://schemas.openxmlformats.org/drawingml/2006/main">
              <a:ext uri="{FF2B5EF4-FFF2-40B4-BE49-F238E27FC236}">
                <a16:creationId xmlns:a16="http://schemas.microsoft.com/office/drawing/2014/main" id="{2937F466-0C60-4BB7-AE84-83BAF4046C2C}"/>
              </a:ext>
            </a:extLst>
          </p:cNvPr>
          <p:cNvSpPr>
            <a:spLocks xmlns:a="http://schemas.openxmlformats.org/drawingml/2006/main" noGrp="1"/>
          </p:cNvSpPr>
          <p:nvPr/>
        </p:nvSpPr>
        <p:spPr>
          <a:xfrm xmlns:a="http://schemas.openxmlformats.org/drawingml/2006/main">
            <a:off x="4895850" y="129540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898989"/>
                </a:solidFill>
                <a:latin typeface="맑은 고딕"/>
                <a:ea typeface="맑은 고딕"/>
                <a:cs typeface="맑은 고딕"/>
              </a:defRPr>
            </a:pPr>
            <a:r>
              <a:rPr sz="1200" b="1">
                <a:solidFill>
                  <a:srgbClr val="898989"/>
                </a:solidFill>
                <a:latin typeface="맑은 고딕"/>
                <a:ea typeface="맑은 고딕"/>
                <a:cs typeface="맑은 고딕"/>
              </a:rPr>
              <a:t>비자명 접합</a:t>
            </a:r>
          </a:p>
        </p:txBody>
      </p:sp>
      <p:sp>
        <p:nvSpPr>
          <p:cNvPr id="6" name="insight-value-0">
            <a:extLst xmlns:a="http://schemas.openxmlformats.org/drawingml/2006/main">
              <a:ext uri="{FF2B5EF4-FFF2-40B4-BE49-F238E27FC236}">
                <a16:creationId xmlns:a16="http://schemas.microsoft.com/office/drawing/2014/main" id="{428BA050-0B17-416E-8BF4-172816E2B79A}"/>
              </a:ext>
            </a:extLst>
          </p:cNvPr>
          <p:cNvSpPr>
            <a:spLocks xmlns:a="http://schemas.openxmlformats.org/drawingml/2006/main" noGrp="1"/>
          </p:cNvSpPr>
          <p:nvPr/>
        </p:nvSpPr>
        <p:spPr>
          <a:xfrm xmlns:a="http://schemas.openxmlformats.org/drawingml/2006/main">
            <a:off x="5953125" y="1276350"/>
            <a:ext cx="2524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U1 + U2′</a:t>
            </a:r>
          </a:p>
        </p:txBody>
      </p:sp>
      <p:sp>
        <p:nvSpPr>
          <p:cNvPr id="7" name="insight-body-0">
            <a:extLst xmlns:a="http://schemas.openxmlformats.org/drawingml/2006/main">
              <a:ext uri="{FF2B5EF4-FFF2-40B4-BE49-F238E27FC236}">
                <a16:creationId xmlns:a16="http://schemas.microsoft.com/office/drawing/2014/main" id="{81D87B3E-600C-4738-B526-F2DB8686E4A9}"/>
              </a:ext>
            </a:extLst>
          </p:cNvPr>
          <p:cNvSpPr>
            <a:spLocks xmlns:a="http://schemas.openxmlformats.org/drawingml/2006/main" noGrp="1"/>
          </p:cNvSpPr>
          <p:nvPr/>
        </p:nvSpPr>
        <p:spPr>
          <a:xfrm xmlns:a="http://schemas.openxmlformats.org/drawingml/2006/main">
            <a:off x="4895850" y="1581150"/>
            <a:ext cx="358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공통 PnBG 내부에 한 개의 red line이 출현</a:t>
            </a:r>
          </a:p>
        </p:txBody>
      </p:sp>
      <p:sp>
        <p:nvSpPr>
          <p:cNvPr id="8" name="insight-box-1">
            <a:extLst xmlns:a="http://schemas.openxmlformats.org/drawingml/2006/main">
              <a:ext uri="{FF2B5EF4-FFF2-40B4-BE49-F238E27FC236}">
                <a16:creationId xmlns:a16="http://schemas.microsoft.com/office/drawing/2014/main" id="{1672AB0C-67FF-4119-829F-EB228EA6FA9F}"/>
              </a:ext>
            </a:extLst>
          </p:cNvPr>
          <p:cNvSpPr>
            <a:spLocks xmlns:a="http://schemas.openxmlformats.org/drawingml/2006/main" noGrp="1"/>
          </p:cNvSpPr>
          <p:nvPr/>
        </p:nvSpPr>
        <p:spPr>
          <a:xfrm xmlns:a="http://schemas.openxmlformats.org/drawingml/2006/main">
            <a:off x="4762500" y="2247900"/>
            <a:ext cx="3905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 name="insight-label-1">
            <a:extLst xmlns:a="http://schemas.openxmlformats.org/drawingml/2006/main">
              <a:ext uri="{FF2B5EF4-FFF2-40B4-BE49-F238E27FC236}">
                <a16:creationId xmlns:a16="http://schemas.microsoft.com/office/drawing/2014/main" id="{E3B777B8-31F4-4401-9863-EDAD29EB29C2}"/>
              </a:ext>
            </a:extLst>
          </p:cNvPr>
          <p:cNvSpPr>
            <a:spLocks xmlns:a="http://schemas.openxmlformats.org/drawingml/2006/main" noGrp="1"/>
          </p:cNvSpPr>
          <p:nvPr/>
        </p:nvSpPr>
        <p:spPr>
          <a:xfrm xmlns:a="http://schemas.openxmlformats.org/drawingml/2006/main">
            <a:off x="4895850" y="232410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898989"/>
                </a:solidFill>
                <a:latin typeface="맑은 고딕"/>
                <a:ea typeface="맑은 고딕"/>
                <a:cs typeface="맑은 고딕"/>
              </a:defRPr>
            </a:pPr>
            <a:r>
              <a:rPr sz="1200" b="1">
                <a:solidFill>
                  <a:srgbClr val="898989"/>
                </a:solidFill>
                <a:latin typeface="맑은 고딕"/>
                <a:ea typeface="맑은 고딕"/>
                <a:cs typeface="맑은 고딕"/>
              </a:rPr>
              <a:t>대조군</a:t>
            </a:r>
          </a:p>
        </p:txBody>
      </p:sp>
      <p:sp>
        <p:nvSpPr>
          <p:cNvPr id="10" name="insight-value-1">
            <a:extLst xmlns:a="http://schemas.openxmlformats.org/drawingml/2006/main">
              <a:ext uri="{FF2B5EF4-FFF2-40B4-BE49-F238E27FC236}">
                <a16:creationId xmlns:a16="http://schemas.microsoft.com/office/drawing/2014/main" id="{D6D12144-6F17-4EFF-BE60-4E20A831552A}"/>
              </a:ext>
            </a:extLst>
          </p:cNvPr>
          <p:cNvSpPr>
            <a:spLocks xmlns:a="http://schemas.openxmlformats.org/drawingml/2006/main" noGrp="1"/>
          </p:cNvSpPr>
          <p:nvPr/>
        </p:nvSpPr>
        <p:spPr>
          <a:xfrm xmlns:a="http://schemas.openxmlformats.org/drawingml/2006/main">
            <a:off x="5953125" y="2305050"/>
            <a:ext cx="2524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600" b="1">
                <a:solidFill>
                  <a:srgbClr val="000000"/>
                </a:solidFill>
                <a:latin typeface="맑은 고딕"/>
                <a:ea typeface="맑은 고딕"/>
                <a:cs typeface="맑은 고딕"/>
              </a:defRPr>
            </a:pPr>
            <a:r>
              <a:rPr sz="1600" b="1">
                <a:solidFill>
                  <a:srgbClr val="000000"/>
                </a:solidFill>
                <a:latin typeface="맑은 고딕"/>
                <a:ea typeface="맑은 고딕"/>
                <a:cs typeface="맑은 고딕"/>
              </a:rPr>
              <a:t>U1 + U1′</a:t>
            </a:r>
          </a:p>
        </p:txBody>
      </p:sp>
      <p:sp>
        <p:nvSpPr>
          <p:cNvPr id="11" name="insight-body-1">
            <a:extLst xmlns:a="http://schemas.openxmlformats.org/drawingml/2006/main">
              <a:ext uri="{FF2B5EF4-FFF2-40B4-BE49-F238E27FC236}">
                <a16:creationId xmlns:a16="http://schemas.microsoft.com/office/drawing/2014/main" id="{21A6A988-AF06-4265-9343-3E052407012E}"/>
              </a:ext>
            </a:extLst>
          </p:cNvPr>
          <p:cNvSpPr>
            <a:spLocks xmlns:a="http://schemas.openxmlformats.org/drawingml/2006/main" noGrp="1"/>
          </p:cNvSpPr>
          <p:nvPr/>
        </p:nvSpPr>
        <p:spPr>
          <a:xfrm xmlns:a="http://schemas.openxmlformats.org/drawingml/2006/main">
            <a:off x="4895850" y="2609850"/>
            <a:ext cx="358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bandgap은 존재하지만 위상이 같아 국소 모드 없음</a:t>
            </a:r>
          </a:p>
        </p:txBody>
      </p:sp>
      <p:sp>
        <p:nvSpPr>
          <p:cNvPr id="12" name="insight-box-2">
            <a:extLst xmlns:a="http://schemas.openxmlformats.org/drawingml/2006/main">
              <a:ext uri="{FF2B5EF4-FFF2-40B4-BE49-F238E27FC236}">
                <a16:creationId xmlns:a16="http://schemas.microsoft.com/office/drawing/2014/main" id="{096C377B-4118-4807-AD39-ABAFFD236F73}"/>
              </a:ext>
            </a:extLst>
          </p:cNvPr>
          <p:cNvSpPr>
            <a:spLocks xmlns:a="http://schemas.openxmlformats.org/drawingml/2006/main" noGrp="1"/>
          </p:cNvSpPr>
          <p:nvPr/>
        </p:nvSpPr>
        <p:spPr>
          <a:xfrm xmlns:a="http://schemas.openxmlformats.org/drawingml/2006/main">
            <a:off x="4762500" y="3276600"/>
            <a:ext cx="3905250" cy="857250"/>
          </a:xfrm>
          <a:prstGeom xmlns:a="http://schemas.openxmlformats.org/drawingml/2006/main" prst="rect">
            <a:avLst/>
          </a:prstGeom>
          <a:solidFill xmlns:a="http://schemas.openxmlformats.org/drawingml/2006/main">
            <a:srgbClr val="EBF0FF"/>
          </a:solidFill>
          <a:ln xmlns:a="http://schemas.openxmlformats.org/drawingml/2006/main" w="19050">
            <a:solidFill>
              <a:srgbClr val="0000FF"/>
            </a:solidFill>
            <a:prstDash val="solid"/>
          </a:ln>
        </p:spPr>
      </p:sp>
      <p:sp>
        <p:nvSpPr>
          <p:cNvPr id="13" name="insight-label-2">
            <a:extLst xmlns:a="http://schemas.openxmlformats.org/drawingml/2006/main">
              <a:ext uri="{FF2B5EF4-FFF2-40B4-BE49-F238E27FC236}">
                <a16:creationId xmlns:a16="http://schemas.microsoft.com/office/drawing/2014/main" id="{5440C837-8BAA-485C-B1BB-C39556996452}"/>
              </a:ext>
            </a:extLst>
          </p:cNvPr>
          <p:cNvSpPr>
            <a:spLocks xmlns:a="http://schemas.openxmlformats.org/drawingml/2006/main" noGrp="1"/>
          </p:cNvSpPr>
          <p:nvPr/>
        </p:nvSpPr>
        <p:spPr>
          <a:xfrm xmlns:a="http://schemas.openxmlformats.org/drawingml/2006/main">
            <a:off x="4895850" y="335280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1200" b="1">
                <a:solidFill>
                  <a:srgbClr val="898989"/>
                </a:solidFill>
                <a:latin typeface="맑은 고딕"/>
                <a:ea typeface="맑은 고딕"/>
                <a:cs typeface="맑은 고딕"/>
              </a:defRPr>
            </a:pPr>
            <a:r>
              <a:rPr sz="1200" b="1">
                <a:solidFill>
                  <a:srgbClr val="898989"/>
                </a:solidFill>
                <a:latin typeface="맑은 고딕"/>
                <a:ea typeface="맑은 고딕"/>
                <a:cs typeface="맑은 고딕"/>
              </a:rPr>
              <a:t>고유주파수</a:t>
            </a:r>
          </a:p>
        </p:txBody>
      </p:sp>
      <p:sp>
        <p:nvSpPr>
          <p:cNvPr id="14" name="insight-value-2">
            <a:extLst xmlns:a="http://schemas.openxmlformats.org/drawingml/2006/main">
              <a:ext uri="{FF2B5EF4-FFF2-40B4-BE49-F238E27FC236}">
                <a16:creationId xmlns:a16="http://schemas.microsoft.com/office/drawing/2014/main" id="{A443B068-B022-47D7-AB7C-6DD3B33F2F73}"/>
              </a:ext>
            </a:extLst>
          </p:cNvPr>
          <p:cNvSpPr>
            <a:spLocks xmlns:a="http://schemas.openxmlformats.org/drawingml/2006/main" noGrp="1"/>
          </p:cNvSpPr>
          <p:nvPr/>
        </p:nvSpPr>
        <p:spPr>
          <a:xfrm xmlns:a="http://schemas.openxmlformats.org/drawingml/2006/main">
            <a:off x="5953125" y="3333750"/>
            <a:ext cx="2524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8000"/>
              </a:lnSpc>
              <a:buNone/>
              <a:defRPr sz="2000" b="1">
                <a:solidFill>
                  <a:srgbClr val="0000FF"/>
                </a:solidFill>
                <a:latin typeface="맑은 고딕"/>
                <a:ea typeface="맑은 고딕"/>
                <a:cs typeface="맑은 고딕"/>
              </a:defRPr>
            </a:pPr>
            <a:r>
              <a:rPr sz="2000" b="1">
                <a:solidFill>
                  <a:srgbClr val="0000FF"/>
                </a:solidFill>
                <a:latin typeface="맑은 고딕"/>
                <a:ea typeface="맑은 고딕"/>
                <a:cs typeface="맑은 고딕"/>
              </a:rPr>
              <a:t>202.97 kHz</a:t>
            </a:r>
          </a:p>
        </p:txBody>
      </p:sp>
      <p:sp>
        <p:nvSpPr>
          <p:cNvPr id="15" name="insight-body-2">
            <a:extLst xmlns:a="http://schemas.openxmlformats.org/drawingml/2006/main">
              <a:ext uri="{FF2B5EF4-FFF2-40B4-BE49-F238E27FC236}">
                <a16:creationId xmlns:a16="http://schemas.microsoft.com/office/drawing/2014/main" id="{268149A7-BC05-4440-9FC6-C090505F94FB}"/>
              </a:ext>
            </a:extLst>
          </p:cNvPr>
          <p:cNvSpPr>
            <a:spLocks xmlns:a="http://schemas.openxmlformats.org/drawingml/2006/main" noGrp="1"/>
          </p:cNvSpPr>
          <p:nvPr/>
        </p:nvSpPr>
        <p:spPr>
          <a:xfrm xmlns:a="http://schemas.openxmlformats.org/drawingml/2006/main">
            <a:off x="4895850" y="3638550"/>
            <a:ext cx="358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94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계면에서 변위가 최대이고 양쪽으로 빠르게 감소</a:t>
            </a:r>
          </a:p>
        </p:txBody>
      </p:sp>
      <p:sp>
        <p:nvSpPr>
          <p:cNvPr id="16" name="visible-source">
            <a:extLst xmlns:a="http://schemas.openxmlformats.org/drawingml/2006/main">
              <a:ext uri="{FF2B5EF4-FFF2-40B4-BE49-F238E27FC236}">
                <a16:creationId xmlns:a16="http://schemas.microsoft.com/office/drawing/2014/main" id="{34D0AB81-EAE4-4687-9218-45BA0241E40E}"/>
              </a:ext>
            </a:extLst>
          </p:cNvPr>
          <p:cNvSpPr>
            <a:spLocks xmlns:a="http://schemas.openxmlformats.org/drawingml/2006/main" noGrp="1"/>
          </p:cNvSpPr>
          <p:nvPr/>
        </p:nvSpPr>
        <p:spPr>
          <a:xfrm xmlns:a="http://schemas.openxmlformats.org/drawingml/2006/main">
            <a:off x="361950" y="451485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Source: Kim et al., APEx 11, 017201 (2018), Fig. 2</a:t>
            </a:r>
          </a:p>
        </p:txBody>
      </p:sp>
    </p:spTree>
    <p:extLst>
      <p:ext uri="{BB962C8B-B14F-4D97-AF65-F5344CB8AC3E}">
        <p14:creationId xmlns:p14="http://schemas.microsoft.com/office/powerpoint/2010/main" val="20104863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38AA106-E6CD-4257-A635-3CBD37C4EC7B}"/>
              </a:ext>
            </a:extLst>
          </p:cNvPr>
          <p:cNvSpPr>
            <a:spLocks xmlns:a="http://schemas.openxmlformats.org/drawingml/2006/main" noGrp="1"/>
          </p:cNvSpPr>
          <p:nvPr/>
        </p:nvSpPr>
        <p:spPr>
          <a:xfrm xmlns:a="http://schemas.openxmlformats.org/drawingml/2006/main">
            <a:off x="285750" y="257175"/>
            <a:ext cx="766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실리카 시편에서 위상 차이의 효과를 비교했다</a:t>
            </a:r>
          </a:p>
        </p:txBody>
      </p:sp>
      <p:sp>
        <p:nvSpPr>
          <p:cNvPr id="2" name="main-message">
            <a:extLst xmlns:a="http://schemas.openxmlformats.org/drawingml/2006/main">
              <a:ext uri="{FF2B5EF4-FFF2-40B4-BE49-F238E27FC236}">
                <a16:creationId xmlns:a16="http://schemas.microsoft.com/office/drawing/2014/main" id="{5F9D3A10-AF8C-4886-8348-3799ECB58EA3}"/>
              </a:ext>
            </a:extLst>
          </p:cNvPr>
          <p:cNvSpPr>
            <a:spLocks xmlns:a="http://schemas.openxmlformats.org/drawingml/2006/main" noGrp="1"/>
          </p:cNvSpPr>
          <p:nvPr/>
        </p:nvSpPr>
        <p:spPr>
          <a:xfrm xmlns:a="http://schemas.openxmlformats.org/drawingml/2006/main">
            <a:off x="333375" y="7810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a:t>
            </a:r>
            <a:r>
              <a:rPr sz="1500" b="1">
                <a:solidFill>
                  <a:srgbClr val="000000"/>
                </a:solidFill>
                <a:latin typeface="맑은 고딕"/>
                <a:ea typeface="맑은 고딕"/>
                <a:cs typeface="맑은 고딕"/>
              </a:rPr>
              <a:t>위상이 다른 시편과 같은 시편을 함께 측정해 </a:t>
            </a:r>
            <a:r>
              <a:rPr sz="1500" b="1">
                <a:solidFill>
                  <a:srgbClr val="000000"/>
                </a:solidFill>
                <a:latin typeface="맑은 고딕"/>
                <a:ea typeface="맑은 고딕"/>
                <a:cs typeface="맑은 고딕"/>
              </a:rPr>
              <a:t>단순 결함 공진</a:t>
            </a:r>
            <a:r>
              <a:rPr sz="1500" b="1">
                <a:solidFill>
                  <a:srgbClr val="000000"/>
                </a:solidFill>
                <a:latin typeface="맑은 고딕"/>
                <a:ea typeface="맑은 고딕"/>
                <a:cs typeface="맑은 고딕"/>
              </a:rPr>
              <a:t>과 구분했다</a:t>
            </a:r>
          </a:p>
        </p:txBody>
      </p:sp>
      <p:sp>
        <p:nvSpPr>
          <p:cNvPr id="3" name="sample-heading">
            <a:extLst xmlns:a="http://schemas.openxmlformats.org/drawingml/2006/main">
              <a:ext uri="{FF2B5EF4-FFF2-40B4-BE49-F238E27FC236}">
                <a16:creationId xmlns:a16="http://schemas.microsoft.com/office/drawing/2014/main" id="{46307490-8064-4991-96CF-17280DBEC87C}"/>
              </a:ext>
            </a:extLst>
          </p:cNvPr>
          <p:cNvSpPr>
            <a:spLocks xmlns:a="http://schemas.openxmlformats.org/drawingml/2006/main" noGrp="1"/>
          </p:cNvSpPr>
          <p:nvPr/>
        </p:nvSpPr>
        <p:spPr>
          <a:xfrm xmlns:a="http://schemas.openxmlformats.org/drawingml/2006/main">
            <a:off x="400050" y="11525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제작 시편</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5529465f30343e2"/>
          <a:stretch xmlns:a="http://schemas.openxmlformats.org/drawingml/2006/main"/>
        </p:blipFill>
        <p:spPr>
          <a:xfrm xmlns:a="http://schemas.openxmlformats.org/drawingml/2006/main">
            <a:off x="361950" y="1431803"/>
            <a:ext cx="3524250" cy="2756144"/>
          </a:xfrm>
          <a:prstGeom xmlns:a="http://schemas.openxmlformats.org/drawingml/2006/main" prst="rect">
            <a:avLst/>
          </a:prstGeom>
        </p:spPr>
      </p:pic>
      <p:sp>
        <p:nvSpPr>
          <p:cNvPr id="5" name="spectrum-heading">
            <a:extLst xmlns:a="http://schemas.openxmlformats.org/drawingml/2006/main">
              <a:ext uri="{FF2B5EF4-FFF2-40B4-BE49-F238E27FC236}">
                <a16:creationId xmlns:a16="http://schemas.microsoft.com/office/drawing/2014/main" id="{81C4F5CF-9ED1-475D-B561-F90C2E6534C6}"/>
              </a:ext>
            </a:extLst>
          </p:cNvPr>
          <p:cNvSpPr>
            <a:spLocks xmlns:a="http://schemas.openxmlformats.org/drawingml/2006/main" noGrp="1"/>
          </p:cNvSpPr>
          <p:nvPr/>
        </p:nvSpPr>
        <p:spPr>
          <a:xfrm xmlns:a="http://schemas.openxmlformats.org/drawingml/2006/main">
            <a:off x="4191000" y="11525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Transmission spectrum</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fec5edb5b7946e2"/>
          <a:stretch xmlns:a="http://schemas.openxmlformats.org/drawingml/2006/main"/>
        </p:blipFill>
        <p:spPr>
          <a:xfrm xmlns:a="http://schemas.openxmlformats.org/drawingml/2006/main">
            <a:off x="4257675" y="1381125"/>
            <a:ext cx="2724150" cy="3143250"/>
          </a:xfrm>
          <a:prstGeom xmlns:a="http://schemas.openxmlformats.org/drawingml/2006/main" prst="rect">
            <a:avLst/>
          </a:prstGeom>
        </p:spPr>
      </p:pic>
      <p:sp>
        <p:nvSpPr>
          <p:cNvPr id="7" name="control-result">
            <a:extLst xmlns:a="http://schemas.openxmlformats.org/drawingml/2006/main">
              <a:ext uri="{FF2B5EF4-FFF2-40B4-BE49-F238E27FC236}">
                <a16:creationId xmlns:a16="http://schemas.microsoft.com/office/drawing/2014/main" id="{A83E4B3A-5D69-4C79-A245-B1562F08527A}"/>
              </a:ext>
            </a:extLst>
          </p:cNvPr>
          <p:cNvSpPr>
            <a:spLocks xmlns:a="http://schemas.openxmlformats.org/drawingml/2006/main" noGrp="1"/>
          </p:cNvSpPr>
          <p:nvPr/>
        </p:nvSpPr>
        <p:spPr>
          <a:xfrm xmlns:a="http://schemas.openxmlformats.org/drawingml/2006/main">
            <a:off x="7334250" y="1428750"/>
            <a:ext cx="1428750" cy="2724150"/>
          </a:xfrm>
          <a:prstGeom xmlns:a="http://schemas.openxmlformats.org/drawingml/2006/main" prst="rect">
            <a:avLst/>
          </a:prstGeom>
          <a:solidFill xmlns:a="http://schemas.openxmlformats.org/drawingml/2006/main">
            <a:srgbClr val="EBF0FF"/>
          </a:solidFill>
          <a:ln xmlns:a="http://schemas.openxmlformats.org/drawingml/2006/main" w="19050">
            <a:solidFill>
              <a:srgbClr val="0000FF"/>
            </a:solidFill>
            <a:prstDash val="solid"/>
          </a:ln>
        </p:spPr>
      </p:sp>
      <p:sp>
        <p:nvSpPr>
          <p:cNvPr id="8" name="control-result-title">
            <a:extLst xmlns:a="http://schemas.openxmlformats.org/drawingml/2006/main">
              <a:ext uri="{FF2B5EF4-FFF2-40B4-BE49-F238E27FC236}">
                <a16:creationId xmlns:a16="http://schemas.microsoft.com/office/drawing/2014/main" id="{46847822-385B-4E69-B37D-F874029DC9BF}"/>
              </a:ext>
            </a:extLst>
          </p:cNvPr>
          <p:cNvSpPr>
            <a:spLocks xmlns:a="http://schemas.openxmlformats.org/drawingml/2006/main" noGrp="1"/>
          </p:cNvSpPr>
          <p:nvPr/>
        </p:nvSpPr>
        <p:spPr>
          <a:xfrm xmlns:a="http://schemas.openxmlformats.org/drawingml/2006/main">
            <a:off x="7429500" y="15430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500" b="1">
                <a:solidFill>
                  <a:srgbClr val="0000FF"/>
                </a:solidFill>
                <a:latin typeface="맑은 고딕"/>
                <a:ea typeface="맑은 고딕"/>
                <a:cs typeface="맑은 고딕"/>
              </a:defRPr>
            </a:pPr>
            <a:r>
              <a:rPr sz="1500" b="1">
                <a:solidFill>
                  <a:srgbClr val="0000FF"/>
                </a:solidFill>
                <a:latin typeface="맑은 고딕"/>
                <a:ea typeface="맑은 고딕"/>
                <a:cs typeface="맑은 고딕"/>
              </a:rPr>
              <a:t>관찰 결과</a:t>
            </a:r>
          </a:p>
        </p:txBody>
      </p:sp>
      <p:sp>
        <p:nvSpPr>
          <p:cNvPr id="9" name="control-result-body">
            <a:extLst xmlns:a="http://schemas.openxmlformats.org/drawingml/2006/main">
              <a:ext uri="{FF2B5EF4-FFF2-40B4-BE49-F238E27FC236}">
                <a16:creationId xmlns:a16="http://schemas.microsoft.com/office/drawing/2014/main" id="{90DB4D81-5D30-4E26-85CC-4FE4964BA676}"/>
              </a:ext>
            </a:extLst>
          </p:cNvPr>
          <p:cNvSpPr>
            <a:spLocks xmlns:a="http://schemas.openxmlformats.org/drawingml/2006/main" noGrp="1"/>
          </p:cNvSpPr>
          <p:nvPr/>
        </p:nvSpPr>
        <p:spPr>
          <a:xfrm xmlns:a="http://schemas.openxmlformats.org/drawingml/2006/main">
            <a:off x="7429500" y="1924050"/>
            <a:ext cx="12382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5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U1 + U2′</a:t>
            </a:r>
          </a:p>
          <a:p xmlns:a="http://schemas.openxmlformats.org/drawingml/2006/main">
            <a:r>
              <a:t/>
            </a:r>
          </a:p>
          <a:p xmlns:a="http://schemas.openxmlformats.org/drawingml/2006/main">
            <a:pPr algn="ctr">
              <a:lnSpc>
                <a:spcPct val="105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공통 PnBG 안에</a:t>
            </a:r>
          </a:p>
          <a:p xmlns:a="http://schemas.openxmlformats.org/drawingml/2006/main">
            <a:pPr algn="ctr">
              <a:lnSpc>
                <a:spcPct val="105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뚜렷한 peak</a:t>
            </a:r>
          </a:p>
          <a:p xmlns:a="http://schemas.openxmlformats.org/drawingml/2006/main">
            <a:r>
              <a:t/>
            </a:r>
          </a:p>
          <a:p xmlns:a="http://schemas.openxmlformats.org/drawingml/2006/main">
            <a:pPr algn="ctr">
              <a:lnSpc>
                <a:spcPct val="105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a:t>
            </a:r>
          </a:p>
          <a:p xmlns:a="http://schemas.openxmlformats.org/drawingml/2006/main">
            <a:r>
              <a:t/>
            </a:r>
          </a:p>
          <a:p xmlns:a="http://schemas.openxmlformats.org/drawingml/2006/main">
            <a:pPr algn="ctr">
              <a:lnSpc>
                <a:spcPct val="105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U1 + U1′</a:t>
            </a:r>
          </a:p>
          <a:p xmlns:a="http://schemas.openxmlformats.org/drawingml/2006/main">
            <a:r>
              <a:t/>
            </a:r>
          </a:p>
          <a:p xmlns:a="http://schemas.openxmlformats.org/drawingml/2006/main">
            <a:pPr algn="ctr">
              <a:lnSpc>
                <a:spcPct val="105000"/>
              </a:lnSpc>
              <a:buNone/>
              <a:defRPr sz="1200" b="1">
                <a:solidFill>
                  <a:srgbClr val="000000"/>
                </a:solidFill>
                <a:latin typeface="맑은 고딕"/>
                <a:ea typeface="맑은 고딕"/>
                <a:cs typeface="맑은 고딕"/>
              </a:defRPr>
            </a:pPr>
            <a:r>
              <a:rPr sz="1200" b="1">
                <a:solidFill>
                  <a:srgbClr val="000000"/>
                </a:solidFill>
                <a:latin typeface="맑은 고딕"/>
                <a:ea typeface="맑은 고딕"/>
                <a:cs typeface="맑은 고딕"/>
              </a:rPr>
              <a:t>국소 peak 없음</a:t>
            </a:r>
          </a:p>
        </p:txBody>
      </p:sp>
      <p:sp>
        <p:nvSpPr>
          <p:cNvPr id="10" name="visible-source">
            <a:extLst xmlns:a="http://schemas.openxmlformats.org/drawingml/2006/main">
              <a:ext uri="{FF2B5EF4-FFF2-40B4-BE49-F238E27FC236}">
                <a16:creationId xmlns:a16="http://schemas.microsoft.com/office/drawing/2014/main" id="{6C526627-339C-49DC-8C0D-4E16623549CD}"/>
              </a:ext>
            </a:extLst>
          </p:cNvPr>
          <p:cNvSpPr>
            <a:spLocks xmlns:a="http://schemas.openxmlformats.org/drawingml/2006/main" noGrp="1"/>
          </p:cNvSpPr>
          <p:nvPr/>
        </p:nvSpPr>
        <p:spPr>
          <a:xfrm xmlns:a="http://schemas.openxmlformats.org/drawingml/2006/main">
            <a:off x="361950" y="451485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Source: Kim et al., APEx 11, 017201 (2018), Figs. 3–4</a:t>
            </a:r>
          </a:p>
        </p:txBody>
      </p:sp>
    </p:spTree>
    <p:extLst>
      <p:ext uri="{BB962C8B-B14F-4D97-AF65-F5344CB8AC3E}">
        <p14:creationId xmlns:p14="http://schemas.microsoft.com/office/powerpoint/2010/main" val="25288344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757DD46B-5269-4E68-B424-BE3BD0B93C38}"/>
              </a:ext>
            </a:extLst>
          </p:cNvPr>
          <p:cNvSpPr>
            <a:spLocks xmlns:a="http://schemas.openxmlformats.org/drawingml/2006/main" noGrp="1"/>
          </p:cNvSpPr>
          <p:nvPr/>
        </p:nvSpPr>
        <p:spPr>
          <a:xfrm xmlns:a="http://schemas.openxmlformats.org/drawingml/2006/main">
            <a:off x="285750" y="257175"/>
            <a:ext cx="766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202.38 kHz의 진동이 경계에 강하게 갇혔다</a:t>
            </a:r>
          </a:p>
        </p:txBody>
      </p:sp>
      <p:sp>
        <p:nvSpPr>
          <p:cNvPr id="2" name="main-message">
            <a:extLst xmlns:a="http://schemas.openxmlformats.org/drawingml/2006/main">
              <a:ext uri="{FF2B5EF4-FFF2-40B4-BE49-F238E27FC236}">
                <a16:creationId xmlns:a16="http://schemas.microsoft.com/office/drawing/2014/main" id="{9D93687F-F31A-41E5-A120-D3003A65CFA2}"/>
              </a:ext>
            </a:extLst>
          </p:cNvPr>
          <p:cNvSpPr>
            <a:spLocks xmlns:a="http://schemas.openxmlformats.org/drawingml/2006/main" noGrp="1"/>
          </p:cNvSpPr>
          <p:nvPr/>
        </p:nvSpPr>
        <p:spPr>
          <a:xfrm xmlns:a="http://schemas.openxmlformats.org/drawingml/2006/main">
            <a:off x="333375" y="7810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a:t>
            </a:r>
            <a:r>
              <a:rPr sz="1500" b="1">
                <a:solidFill>
                  <a:srgbClr val="000000"/>
                </a:solidFill>
                <a:latin typeface="맑은 고딕"/>
                <a:ea typeface="맑은 고딕"/>
                <a:cs typeface="맑은 고딕"/>
              </a:rPr>
              <a:t>주파수 측정과 공간 이미징이 동일한 </a:t>
            </a:r>
            <a:r>
              <a:rPr sz="1500" b="1">
                <a:solidFill>
                  <a:srgbClr val="000000"/>
                </a:solidFill>
                <a:latin typeface="맑은 고딕"/>
                <a:ea typeface="맑은 고딕"/>
                <a:cs typeface="맑은 고딕"/>
              </a:rPr>
              <a:t>interface mode</a:t>
            </a:r>
            <a:r>
              <a:rPr sz="1500" b="1">
                <a:solidFill>
                  <a:srgbClr val="000000"/>
                </a:solidFill>
                <a:latin typeface="맑은 고딕"/>
                <a:ea typeface="맑은 고딕"/>
                <a:cs typeface="맑은 고딕"/>
              </a:rPr>
              <a:t>의 존재를 입증했다</a:t>
            </a:r>
          </a:p>
        </p:txBody>
      </p:sp>
      <p:sp>
        <p:nvSpPr>
          <p:cNvPr id="3" name="fig5-heading">
            <a:extLst xmlns:a="http://schemas.openxmlformats.org/drawingml/2006/main">
              <a:ext uri="{FF2B5EF4-FFF2-40B4-BE49-F238E27FC236}">
                <a16:creationId xmlns:a16="http://schemas.microsoft.com/office/drawing/2014/main" id="{93072D41-AADB-4C3A-B74D-4D242A5EFC0F}"/>
              </a:ext>
            </a:extLst>
          </p:cNvPr>
          <p:cNvSpPr>
            <a:spLocks xmlns:a="http://schemas.openxmlformats.org/drawingml/2006/main" noGrp="1"/>
          </p:cNvSpPr>
          <p:nvPr/>
        </p:nvSpPr>
        <p:spPr>
          <a:xfrm xmlns:a="http://schemas.openxmlformats.org/drawingml/2006/main">
            <a:off x="333375" y="1162050"/>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① 주파수 영역: 날카로운 공진</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de2729a476e45ad"/>
          <a:stretch xmlns:a="http://schemas.openxmlformats.org/drawingml/2006/main"/>
        </p:blipFill>
        <p:spPr>
          <a:xfrm xmlns:a="http://schemas.openxmlformats.org/drawingml/2006/main">
            <a:off x="361950" y="1461135"/>
            <a:ext cx="3905250" cy="2030730"/>
          </a:xfrm>
          <a:prstGeom xmlns:a="http://schemas.openxmlformats.org/drawingml/2006/main" prst="rect">
            <a:avLst/>
          </a:prstGeom>
        </p:spPr>
      </p:pic>
      <p:sp>
        <p:nvSpPr>
          <p:cNvPr id="5" name="fig6-heading">
            <a:extLst xmlns:a="http://schemas.openxmlformats.org/drawingml/2006/main">
              <a:ext uri="{FF2B5EF4-FFF2-40B4-BE49-F238E27FC236}">
                <a16:creationId xmlns:a16="http://schemas.microsoft.com/office/drawing/2014/main" id="{6BA72C31-2A66-460A-B0D9-3C95BAA89980}"/>
              </a:ext>
            </a:extLst>
          </p:cNvPr>
          <p:cNvSpPr>
            <a:spLocks xmlns:a="http://schemas.openxmlformats.org/drawingml/2006/main" noGrp="1"/>
          </p:cNvSpPr>
          <p:nvPr/>
        </p:nvSpPr>
        <p:spPr>
          <a:xfrm xmlns:a="http://schemas.openxmlformats.org/drawingml/2006/main">
            <a:off x="4762500" y="1162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Autofit/>
          </a:bodyPr>
          <a:lstStyle xmlns:a="http://schemas.openxmlformats.org/drawingml/2006/main"/>
          <a:p xmlns:a="http://schemas.openxmlformats.org/drawingml/2006/main">
            <a:pPr algn="ctr">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② 공간 영역: 계면 주변 국소화</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a2178fc473241c7"/>
          <a:stretch xmlns:a="http://schemas.openxmlformats.org/drawingml/2006/main"/>
        </p:blipFill>
        <p:spPr>
          <a:xfrm xmlns:a="http://schemas.openxmlformats.org/drawingml/2006/main">
            <a:off x="4813788" y="1409700"/>
            <a:ext cx="3897923" cy="2533650"/>
          </a:xfrm>
          <a:prstGeom xmlns:a="http://schemas.openxmlformats.org/drawingml/2006/main" prst="rect">
            <a:avLst/>
          </a:prstGeom>
        </p:spPr>
      </p:pic>
      <p:sp>
        <p:nvSpPr>
          <p:cNvPr id="7" name="metric-f-box">
            <a:extLst xmlns:a="http://schemas.openxmlformats.org/drawingml/2006/main">
              <a:ext uri="{FF2B5EF4-FFF2-40B4-BE49-F238E27FC236}">
                <a16:creationId xmlns:a16="http://schemas.microsoft.com/office/drawing/2014/main" id="{77A1FF18-100A-4146-9D4C-5079011ACEC6}"/>
              </a:ext>
            </a:extLst>
          </p:cNvPr>
          <p:cNvSpPr>
            <a:spLocks xmlns:a="http://schemas.openxmlformats.org/drawingml/2006/main" noGrp="1"/>
          </p:cNvSpPr>
          <p:nvPr/>
        </p:nvSpPr>
        <p:spPr>
          <a:xfrm xmlns:a="http://schemas.openxmlformats.org/drawingml/2006/main">
            <a:off x="333375" y="365760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D7D7"/>
            </a:solidFill>
            <a:prstDash val="solid"/>
          </a:ln>
        </p:spPr>
      </p:sp>
      <p:sp>
        <p:nvSpPr>
          <p:cNvPr id="8" name="metric-f-value">
            <a:extLst xmlns:a="http://schemas.openxmlformats.org/drawingml/2006/main">
              <a:ext uri="{FF2B5EF4-FFF2-40B4-BE49-F238E27FC236}">
                <a16:creationId xmlns:a16="http://schemas.microsoft.com/office/drawing/2014/main" id="{7B79672C-C34A-4606-B749-19B9EAC16C3F}"/>
              </a:ext>
            </a:extLst>
          </p:cNvPr>
          <p:cNvSpPr>
            <a:spLocks xmlns:a="http://schemas.openxmlformats.org/drawingml/2006/main" noGrp="1"/>
          </p:cNvSpPr>
          <p:nvPr/>
        </p:nvSpPr>
        <p:spPr>
          <a:xfrm xmlns:a="http://schemas.openxmlformats.org/drawingml/2006/main">
            <a:off x="409575" y="3695700"/>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00" b="1">
                <a:solidFill>
                  <a:srgbClr val="0000FF"/>
                </a:solidFill>
                <a:latin typeface="맑은 고딕"/>
                <a:ea typeface="맑은 고딕"/>
                <a:cs typeface="맑은 고딕"/>
              </a:defRPr>
            </a:pPr>
            <a:r>
              <a:rPr sz="2200" b="1">
                <a:solidFill>
                  <a:srgbClr val="0000FF"/>
                </a:solidFill>
                <a:latin typeface="맑은 고딕"/>
                <a:ea typeface="맑은 고딕"/>
                <a:cs typeface="맑은 고딕"/>
              </a:rPr>
              <a:t>202.38 kHz</a:t>
            </a:r>
          </a:p>
        </p:txBody>
      </p:sp>
      <p:sp>
        <p:nvSpPr>
          <p:cNvPr id="9" name="metric-f-label">
            <a:extLst xmlns:a="http://schemas.openxmlformats.org/drawingml/2006/main">
              <a:ext uri="{FF2B5EF4-FFF2-40B4-BE49-F238E27FC236}">
                <a16:creationId xmlns:a16="http://schemas.microsoft.com/office/drawing/2014/main" id="{38B1EED7-92A8-4A5F-81A4-C68EB42607FE}"/>
              </a:ext>
            </a:extLst>
          </p:cNvPr>
          <p:cNvSpPr>
            <a:spLocks xmlns:a="http://schemas.openxmlformats.org/drawingml/2006/main" noGrp="1"/>
          </p:cNvSpPr>
          <p:nvPr/>
        </p:nvSpPr>
        <p:spPr>
          <a:xfrm xmlns:a="http://schemas.openxmlformats.org/drawingml/2006/main">
            <a:off x="409575" y="4038600"/>
            <a:ext cx="23241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측정 공진 주파수</a:t>
            </a:r>
          </a:p>
        </p:txBody>
      </p:sp>
      <p:sp>
        <p:nvSpPr>
          <p:cNvPr id="10" name="metric-q-box">
            <a:extLst xmlns:a="http://schemas.openxmlformats.org/drawingml/2006/main">
              <a:ext uri="{FF2B5EF4-FFF2-40B4-BE49-F238E27FC236}">
                <a16:creationId xmlns:a16="http://schemas.microsoft.com/office/drawing/2014/main" id="{B9D57A1B-A908-4E7C-BA3E-1DB383598AC9}"/>
              </a:ext>
            </a:extLst>
          </p:cNvPr>
          <p:cNvSpPr>
            <a:spLocks xmlns:a="http://schemas.openxmlformats.org/drawingml/2006/main" noGrp="1"/>
          </p:cNvSpPr>
          <p:nvPr/>
        </p:nvSpPr>
        <p:spPr>
          <a:xfrm xmlns:a="http://schemas.openxmlformats.org/drawingml/2006/main">
            <a:off x="2952750" y="365760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D7D7"/>
            </a:solidFill>
            <a:prstDash val="solid"/>
          </a:ln>
        </p:spPr>
      </p:sp>
      <p:sp>
        <p:nvSpPr>
          <p:cNvPr id="11" name="metric-q-value">
            <a:extLst xmlns:a="http://schemas.openxmlformats.org/drawingml/2006/main">
              <a:ext uri="{FF2B5EF4-FFF2-40B4-BE49-F238E27FC236}">
                <a16:creationId xmlns:a16="http://schemas.microsoft.com/office/drawing/2014/main" id="{39634429-47AE-4F48-9CB5-067B86F18356}"/>
              </a:ext>
            </a:extLst>
          </p:cNvPr>
          <p:cNvSpPr>
            <a:spLocks xmlns:a="http://schemas.openxmlformats.org/drawingml/2006/main" noGrp="1"/>
          </p:cNvSpPr>
          <p:nvPr/>
        </p:nvSpPr>
        <p:spPr>
          <a:xfrm xmlns:a="http://schemas.openxmlformats.org/drawingml/2006/main">
            <a:off x="3028950" y="3695700"/>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00" b="1">
                <a:solidFill>
                  <a:srgbClr val="1429A0"/>
                </a:solidFill>
                <a:latin typeface="맑은 고딕"/>
                <a:ea typeface="맑은 고딕"/>
                <a:cs typeface="맑은 고딕"/>
              </a:defRPr>
            </a:pPr>
            <a:r>
              <a:rPr sz="2200" b="1">
                <a:solidFill>
                  <a:srgbClr val="1429A0"/>
                </a:solidFill>
                <a:latin typeface="맑은 고딕"/>
                <a:ea typeface="맑은 고딕"/>
                <a:cs typeface="맑은 고딕"/>
              </a:rPr>
              <a:t>Q ≈ 5,650</a:t>
            </a:r>
          </a:p>
        </p:txBody>
      </p:sp>
      <p:sp>
        <p:nvSpPr>
          <p:cNvPr id="12" name="metric-q-label">
            <a:extLst xmlns:a="http://schemas.openxmlformats.org/drawingml/2006/main">
              <a:ext uri="{FF2B5EF4-FFF2-40B4-BE49-F238E27FC236}">
                <a16:creationId xmlns:a16="http://schemas.microsoft.com/office/drawing/2014/main" id="{C613EEB3-D792-41B7-A494-0CB8847A36AC}"/>
              </a:ext>
            </a:extLst>
          </p:cNvPr>
          <p:cNvSpPr>
            <a:spLocks xmlns:a="http://schemas.openxmlformats.org/drawingml/2006/main" noGrp="1"/>
          </p:cNvSpPr>
          <p:nvPr/>
        </p:nvSpPr>
        <p:spPr>
          <a:xfrm xmlns:a="http://schemas.openxmlformats.org/drawingml/2006/main">
            <a:off x="3028950" y="4038600"/>
            <a:ext cx="23241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FWHM ≈ 35.8 Hz</a:t>
            </a:r>
          </a:p>
          <a:p xmlns:a="http://schemas.openxmlformats.org/drawingml/2006/main">
            <a:pPr algn="ctr">
              <a:lnSpc>
                <a:spcPct val="108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진동 에너지가 오래 유지</a:t>
            </a:r>
          </a:p>
        </p:txBody>
      </p:sp>
      <p:sp>
        <p:nvSpPr>
          <p:cNvPr id="13" name="metric-loc-box">
            <a:extLst xmlns:a="http://schemas.openxmlformats.org/drawingml/2006/main">
              <a:ext uri="{FF2B5EF4-FFF2-40B4-BE49-F238E27FC236}">
                <a16:creationId xmlns:a16="http://schemas.microsoft.com/office/drawing/2014/main" id="{59070FCB-2013-4FD4-822D-1B9A6B2CB109}"/>
              </a:ext>
            </a:extLst>
          </p:cNvPr>
          <p:cNvSpPr>
            <a:spLocks xmlns:a="http://schemas.openxmlformats.org/drawingml/2006/main" noGrp="1"/>
          </p:cNvSpPr>
          <p:nvPr/>
        </p:nvSpPr>
        <p:spPr>
          <a:xfrm xmlns:a="http://schemas.openxmlformats.org/drawingml/2006/main">
            <a:off x="5572125" y="3657600"/>
            <a:ext cx="319087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D7D7"/>
            </a:solidFill>
            <a:prstDash val="solid"/>
          </a:ln>
        </p:spPr>
      </p:sp>
      <p:sp>
        <p:nvSpPr>
          <p:cNvPr id="14" name="metric-loc-value">
            <a:extLst xmlns:a="http://schemas.openxmlformats.org/drawingml/2006/main">
              <a:ext uri="{FF2B5EF4-FFF2-40B4-BE49-F238E27FC236}">
                <a16:creationId xmlns:a16="http://schemas.microsoft.com/office/drawing/2014/main" id="{0B9507C1-6793-49BE-8BFE-9A4E5F13B60B}"/>
              </a:ext>
            </a:extLst>
          </p:cNvPr>
          <p:cNvSpPr>
            <a:spLocks xmlns:a="http://schemas.openxmlformats.org/drawingml/2006/main" noGrp="1"/>
          </p:cNvSpPr>
          <p:nvPr/>
        </p:nvSpPr>
        <p:spPr>
          <a:xfrm xmlns:a="http://schemas.openxmlformats.org/drawingml/2006/main">
            <a:off x="5648325" y="3695700"/>
            <a:ext cx="30384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00" b="1">
                <a:solidFill>
                  <a:srgbClr val="0000FF"/>
                </a:solidFill>
                <a:latin typeface="맑은 고딕"/>
                <a:ea typeface="맑은 고딕"/>
                <a:cs typeface="맑은 고딕"/>
              </a:defRPr>
            </a:pPr>
            <a:r>
              <a:rPr sz="2200" b="1">
                <a:solidFill>
                  <a:srgbClr val="0000FF"/>
                </a:solidFill>
                <a:latin typeface="맑은 고딕"/>
                <a:ea typeface="맑은 고딕"/>
                <a:cs typeface="맑은 고딕"/>
              </a:rPr>
              <a:t>≤ 2 cells</a:t>
            </a:r>
          </a:p>
        </p:txBody>
      </p:sp>
      <p:sp>
        <p:nvSpPr>
          <p:cNvPr id="15" name="metric-loc-label">
            <a:extLst xmlns:a="http://schemas.openxmlformats.org/drawingml/2006/main">
              <a:ext uri="{FF2B5EF4-FFF2-40B4-BE49-F238E27FC236}">
                <a16:creationId xmlns:a16="http://schemas.microsoft.com/office/drawing/2014/main" id="{758E97BE-B34C-46E9-A33C-EA1A7DB6DC7A}"/>
              </a:ext>
            </a:extLst>
          </p:cNvPr>
          <p:cNvSpPr>
            <a:spLocks xmlns:a="http://schemas.openxmlformats.org/drawingml/2006/main" noGrp="1"/>
          </p:cNvSpPr>
          <p:nvPr/>
        </p:nvSpPr>
        <p:spPr>
          <a:xfrm xmlns:a="http://schemas.openxmlformats.org/drawingml/2006/main">
            <a:off x="5648325" y="4038600"/>
            <a:ext cx="30384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계면에서 멀어지며</a:t>
            </a:r>
          </a:p>
          <a:p xmlns:a="http://schemas.openxmlformats.org/drawingml/2006/main">
            <a:pPr algn="ctr">
              <a:lnSpc>
                <a:spcPct val="108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탄성장이 빠르게 감소</a:t>
            </a:r>
          </a:p>
        </p:txBody>
      </p:sp>
      <p:sp>
        <p:nvSpPr>
          <p:cNvPr id="16" name="visible-source">
            <a:extLst xmlns:a="http://schemas.openxmlformats.org/drawingml/2006/main">
              <a:ext uri="{FF2B5EF4-FFF2-40B4-BE49-F238E27FC236}">
                <a16:creationId xmlns:a16="http://schemas.microsoft.com/office/drawing/2014/main" id="{FD905C2F-C234-475B-BE6C-579ADC3ECF17}"/>
              </a:ext>
            </a:extLst>
          </p:cNvPr>
          <p:cNvSpPr>
            <a:spLocks xmlns:a="http://schemas.openxmlformats.org/drawingml/2006/main" noGrp="1"/>
          </p:cNvSpPr>
          <p:nvPr/>
        </p:nvSpPr>
        <p:spPr>
          <a:xfrm xmlns:a="http://schemas.openxmlformats.org/drawingml/2006/main">
            <a:off x="361950" y="4514850"/>
            <a:ext cx="3810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Source: Kim et al., APEx 11, 017201 (2018), Figs. 5–6</a:t>
            </a:r>
          </a:p>
        </p:txBody>
      </p:sp>
    </p:spTree>
    <p:extLst>
      <p:ext uri="{BB962C8B-B14F-4D97-AF65-F5344CB8AC3E}">
        <p14:creationId xmlns:p14="http://schemas.microsoft.com/office/powerpoint/2010/main" val="20104863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9F6E9CBA-13ED-4BD9-BA4F-2A54A21AC998}"/>
              </a:ext>
            </a:extLst>
          </p:cNvPr>
          <p:cNvSpPr>
            <a:spLocks xmlns:a="http://schemas.openxmlformats.org/drawingml/2006/main" noGrp="1"/>
          </p:cNvSpPr>
          <p:nvPr/>
        </p:nvSpPr>
        <p:spPr>
          <a:xfrm xmlns:a="http://schemas.openxmlformats.org/drawingml/2006/main">
            <a:off x="285750" y="257175"/>
            <a:ext cx="7667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위상 포노닉스는 소형·고주파·집적 소자로 발전하고 있다</a:t>
            </a:r>
          </a:p>
        </p:txBody>
      </p:sp>
      <p:sp>
        <p:nvSpPr>
          <p:cNvPr id="2" name="main-message">
            <a:extLst xmlns:a="http://schemas.openxmlformats.org/drawingml/2006/main">
              <a:ext uri="{FF2B5EF4-FFF2-40B4-BE49-F238E27FC236}">
                <a16:creationId xmlns:a16="http://schemas.microsoft.com/office/drawing/2014/main" id="{BA643EC9-E519-469A-A443-B9B36BDB2CA5}"/>
              </a:ext>
            </a:extLst>
          </p:cNvPr>
          <p:cNvSpPr>
            <a:spLocks xmlns:a="http://schemas.openxmlformats.org/drawingml/2006/main" noGrp="1"/>
          </p:cNvSpPr>
          <p:nvPr/>
        </p:nvSpPr>
        <p:spPr>
          <a:xfrm xmlns:a="http://schemas.openxmlformats.org/drawingml/2006/main">
            <a:off x="333375" y="7810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1500" b="1">
                <a:solidFill>
                  <a:srgbClr val="000000"/>
                </a:solidFill>
                <a:latin typeface="맑은 고딕"/>
                <a:ea typeface="맑은 고딕"/>
                <a:cs typeface="맑은 고딕"/>
              </a:defRPr>
            </a:pPr>
            <a:r>
              <a:rPr sz="1500" b="1">
                <a:solidFill>
                  <a:srgbClr val="000000"/>
                </a:solidFill>
                <a:latin typeface="맑은 고딕"/>
                <a:ea typeface="맑은 고딕"/>
                <a:cs typeface="맑은 고딕"/>
              </a:rPr>
              <a:t>■ </a:t>
            </a:r>
            <a:r>
              <a:rPr sz="1500" b="1">
                <a:solidFill>
                  <a:srgbClr val="000000"/>
                </a:solidFill>
                <a:latin typeface="맑은 고딕"/>
                <a:ea typeface="맑은 고딕"/>
                <a:cs typeface="맑은 고딕"/>
              </a:rPr>
              <a:t>2018년의 kHz급 현상 검증은 </a:t>
            </a:r>
            <a:r>
              <a:rPr sz="1500" b="1">
                <a:solidFill>
                  <a:srgbClr val="000000"/>
                </a:solidFill>
                <a:latin typeface="맑은 고딕"/>
                <a:ea typeface="맑은 고딕"/>
                <a:cs typeface="맑은 고딕"/>
              </a:rPr>
              <a:t>GHz 회로와 저손실 파동 제어</a:t>
            </a:r>
            <a:r>
              <a:rPr sz="1500" b="1">
                <a:solidFill>
                  <a:srgbClr val="000000"/>
                </a:solidFill>
                <a:latin typeface="맑은 고딕"/>
                <a:ea typeface="맑은 고딕"/>
                <a:cs typeface="맑은 고딕"/>
              </a:rPr>
              <a:t>로 확장됐다</a:t>
            </a:r>
          </a:p>
        </p:txBody>
      </p:sp>
      <p:sp>
        <p:nvSpPr>
          <p:cNvPr id="3" name="trend-line-0">
            <a:extLst xmlns:a="http://schemas.openxmlformats.org/drawingml/2006/main">
              <a:ext uri="{FF2B5EF4-FFF2-40B4-BE49-F238E27FC236}">
                <a16:creationId xmlns:a16="http://schemas.microsoft.com/office/drawing/2014/main" id="{5A66D8D1-DF27-419E-A7B2-CC3026A84F54}"/>
              </a:ext>
            </a:extLst>
          </p:cNvPr>
          <p:cNvSpPr>
            <a:spLocks xmlns:a="http://schemas.openxmlformats.org/drawingml/2006/main" noGrp="1"/>
          </p:cNvSpPr>
          <p:nvPr/>
        </p:nvSpPr>
        <p:spPr>
          <a:xfrm xmlns:a="http://schemas.openxmlformats.org/drawingml/2006/main">
            <a:off x="2143125" y="2733675"/>
            <a:ext cx="41910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4" name="trend-line-1">
            <a:extLst xmlns:a="http://schemas.openxmlformats.org/drawingml/2006/main">
              <a:ext uri="{FF2B5EF4-FFF2-40B4-BE49-F238E27FC236}">
                <a16:creationId xmlns:a16="http://schemas.microsoft.com/office/drawing/2014/main" id="{F786B563-6946-44D6-937A-0F551D03554C}"/>
              </a:ext>
            </a:extLst>
          </p:cNvPr>
          <p:cNvSpPr>
            <a:spLocks xmlns:a="http://schemas.openxmlformats.org/drawingml/2006/main" noGrp="1"/>
          </p:cNvSpPr>
          <p:nvPr/>
        </p:nvSpPr>
        <p:spPr>
          <a:xfrm xmlns:a="http://schemas.openxmlformats.org/drawingml/2006/main">
            <a:off x="4257675" y="2733675"/>
            <a:ext cx="41910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5" name="trend-line-2">
            <a:extLst xmlns:a="http://schemas.openxmlformats.org/drawingml/2006/main">
              <a:ext uri="{FF2B5EF4-FFF2-40B4-BE49-F238E27FC236}">
                <a16:creationId xmlns:a16="http://schemas.microsoft.com/office/drawing/2014/main" id="{014AC93E-3656-4968-8663-C3E50E3645F7}"/>
              </a:ext>
            </a:extLst>
          </p:cNvPr>
          <p:cNvSpPr>
            <a:spLocks xmlns:a="http://schemas.openxmlformats.org/drawingml/2006/main" noGrp="1"/>
          </p:cNvSpPr>
          <p:nvPr/>
        </p:nvSpPr>
        <p:spPr>
          <a:xfrm xmlns:a="http://schemas.openxmlformats.org/drawingml/2006/main">
            <a:off x="6372225" y="2733675"/>
            <a:ext cx="419100" cy="0"/>
          </a:xfrm>
          <a:prstGeom xmlns:a="http://schemas.openxmlformats.org/drawingml/2006/main" prst="line">
            <a:avLst/>
          </a:prstGeom>
          <a:noFill xmlns:a="http://schemas.openxmlformats.org/drawingml/2006/main"/>
          <a:ln xmlns:a="http://schemas.openxmlformats.org/drawingml/2006/main" w="19050">
            <a:solidFill>
              <a:srgbClr val="898989"/>
            </a:solidFill>
            <a:prstDash val="solid"/>
          </a:ln>
        </p:spPr>
      </p:sp>
      <p:sp>
        <p:nvSpPr>
          <p:cNvPr id="6" name="trend-box-0">
            <a:extLst xmlns:a="http://schemas.openxmlformats.org/drawingml/2006/main">
              <a:ext uri="{FF2B5EF4-FFF2-40B4-BE49-F238E27FC236}">
                <a16:creationId xmlns:a16="http://schemas.microsoft.com/office/drawing/2014/main" id="{B4FBA847-4EAD-4341-A47F-3BE7E459368B}"/>
              </a:ext>
            </a:extLst>
          </p:cNvPr>
          <p:cNvSpPr>
            <a:spLocks xmlns:a="http://schemas.openxmlformats.org/drawingml/2006/main" noGrp="1"/>
          </p:cNvSpPr>
          <p:nvPr/>
        </p:nvSpPr>
        <p:spPr>
          <a:xfrm xmlns:a="http://schemas.openxmlformats.org/drawingml/2006/main">
            <a:off x="333375" y="1333500"/>
            <a:ext cx="1714500" cy="2714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 name="trend-year-0">
            <a:extLst xmlns:a="http://schemas.openxmlformats.org/drawingml/2006/main">
              <a:ext uri="{FF2B5EF4-FFF2-40B4-BE49-F238E27FC236}">
                <a16:creationId xmlns:a16="http://schemas.microsoft.com/office/drawing/2014/main" id="{27D84186-5879-4445-B13C-5D49D5ADB40C}"/>
              </a:ext>
            </a:extLst>
          </p:cNvPr>
          <p:cNvSpPr>
            <a:spLocks xmlns:a="http://schemas.openxmlformats.org/drawingml/2006/main" noGrp="1"/>
          </p:cNvSpPr>
          <p:nvPr/>
        </p:nvSpPr>
        <p:spPr>
          <a:xfrm xmlns:a="http://schemas.openxmlformats.org/drawingml/2006/main">
            <a:off x="447675" y="1438275"/>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800" b="1">
                <a:solidFill>
                  <a:srgbClr val="0000FF"/>
                </a:solidFill>
                <a:latin typeface="맑은 고딕"/>
                <a:ea typeface="맑은 고딕"/>
                <a:cs typeface="맑은 고딕"/>
              </a:defRPr>
            </a:pPr>
            <a:r>
              <a:rPr sz="1800" b="1">
                <a:solidFill>
                  <a:srgbClr val="0000FF"/>
                </a:solidFill>
                <a:latin typeface="맑은 고딕"/>
                <a:ea typeface="맑은 고딕"/>
                <a:cs typeface="맑은 고딕"/>
              </a:rPr>
              <a:t>2018</a:t>
            </a:r>
          </a:p>
        </p:txBody>
      </p:sp>
      <p:sp>
        <p:nvSpPr>
          <p:cNvPr id="8" name="trend-title-0">
            <a:extLst xmlns:a="http://schemas.openxmlformats.org/drawingml/2006/main">
              <a:ext uri="{FF2B5EF4-FFF2-40B4-BE49-F238E27FC236}">
                <a16:creationId xmlns:a16="http://schemas.microsoft.com/office/drawing/2014/main" id="{3943CB4F-FE04-4111-8F71-67C094DDC233}"/>
              </a:ext>
            </a:extLst>
          </p:cNvPr>
          <p:cNvSpPr>
            <a:spLocks xmlns:a="http://schemas.openxmlformats.org/drawingml/2006/main" noGrp="1"/>
          </p:cNvSpPr>
          <p:nvPr/>
        </p:nvSpPr>
        <p:spPr>
          <a:xfrm xmlns:a="http://schemas.openxmlformats.org/drawingml/2006/main">
            <a:off x="447675" y="18288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연속체 현상 검증</a:t>
            </a:r>
          </a:p>
        </p:txBody>
      </p:sp>
      <p:sp>
        <p:nvSpPr>
          <p:cNvPr id="9" name="trend-metric-0">
            <a:extLst xmlns:a="http://schemas.openxmlformats.org/drawingml/2006/main">
              <a:ext uri="{FF2B5EF4-FFF2-40B4-BE49-F238E27FC236}">
                <a16:creationId xmlns:a16="http://schemas.microsoft.com/office/drawing/2014/main" id="{A404E07F-5463-49C8-B1EC-59A938FF7F72}"/>
              </a:ext>
            </a:extLst>
          </p:cNvPr>
          <p:cNvSpPr>
            <a:spLocks xmlns:a="http://schemas.openxmlformats.org/drawingml/2006/main" noGrp="1"/>
          </p:cNvSpPr>
          <p:nvPr/>
        </p:nvSpPr>
        <p:spPr>
          <a:xfrm xmlns:a="http://schemas.openxmlformats.org/drawingml/2006/main">
            <a:off x="447675" y="233362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5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202 kHz</a:t>
            </a:r>
          </a:p>
          <a:p xmlns:a="http://schemas.openxmlformats.org/drawingml/2006/main">
            <a:pPr algn="ctr">
              <a:lnSpc>
                <a:spcPct val="95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Q≈5,650</a:t>
            </a:r>
          </a:p>
        </p:txBody>
      </p:sp>
      <p:sp>
        <p:nvSpPr>
          <p:cNvPr id="10" name="trend-detail-0">
            <a:extLst xmlns:a="http://schemas.openxmlformats.org/drawingml/2006/main">
              <a:ext uri="{FF2B5EF4-FFF2-40B4-BE49-F238E27FC236}">
                <a16:creationId xmlns:a16="http://schemas.microsoft.com/office/drawing/2014/main" id="{672958EA-DE4E-4104-AE5E-F1446A9EC352}"/>
              </a:ext>
            </a:extLst>
          </p:cNvPr>
          <p:cNvSpPr>
            <a:spLocks xmlns:a="http://schemas.openxmlformats.org/drawingml/2006/main" noGrp="1"/>
          </p:cNvSpPr>
          <p:nvPr/>
        </p:nvSpPr>
        <p:spPr>
          <a:xfrm xmlns:a="http://schemas.openxmlformats.org/drawingml/2006/main">
            <a:off x="447675" y="3019425"/>
            <a:ext cx="14859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2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완전 PnBG의 1D 계면 모드</a:t>
            </a:r>
          </a:p>
        </p:txBody>
      </p:sp>
      <p:sp>
        <p:nvSpPr>
          <p:cNvPr id="11" name="trend-box-1">
            <a:extLst xmlns:a="http://schemas.openxmlformats.org/drawingml/2006/main">
              <a:ext uri="{FF2B5EF4-FFF2-40B4-BE49-F238E27FC236}">
                <a16:creationId xmlns:a16="http://schemas.microsoft.com/office/drawing/2014/main" id="{088E49CE-5FE3-41A4-9269-1C012048274C}"/>
              </a:ext>
            </a:extLst>
          </p:cNvPr>
          <p:cNvSpPr>
            <a:spLocks xmlns:a="http://schemas.openxmlformats.org/drawingml/2006/main" noGrp="1"/>
          </p:cNvSpPr>
          <p:nvPr/>
        </p:nvSpPr>
        <p:spPr>
          <a:xfrm xmlns:a="http://schemas.openxmlformats.org/drawingml/2006/main">
            <a:off x="2447925" y="1333500"/>
            <a:ext cx="1714500" cy="2714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 name="trend-year-1">
            <a:extLst xmlns:a="http://schemas.openxmlformats.org/drawingml/2006/main">
              <a:ext uri="{FF2B5EF4-FFF2-40B4-BE49-F238E27FC236}">
                <a16:creationId xmlns:a16="http://schemas.microsoft.com/office/drawing/2014/main" id="{593CF58D-5275-4365-9FCE-842472D63E86}"/>
              </a:ext>
            </a:extLst>
          </p:cNvPr>
          <p:cNvSpPr>
            <a:spLocks xmlns:a="http://schemas.openxmlformats.org/drawingml/2006/main" noGrp="1"/>
          </p:cNvSpPr>
          <p:nvPr/>
        </p:nvSpPr>
        <p:spPr>
          <a:xfrm xmlns:a="http://schemas.openxmlformats.org/drawingml/2006/main">
            <a:off x="2562225" y="1438275"/>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800" b="1">
                <a:solidFill>
                  <a:srgbClr val="0000FF"/>
                </a:solidFill>
                <a:latin typeface="맑은 고딕"/>
                <a:ea typeface="맑은 고딕"/>
                <a:cs typeface="맑은 고딕"/>
              </a:defRPr>
            </a:pPr>
            <a:r>
              <a:rPr sz="1800" b="1">
                <a:solidFill>
                  <a:srgbClr val="0000FF"/>
                </a:solidFill>
                <a:latin typeface="맑은 고딕"/>
                <a:ea typeface="맑은 고딕"/>
                <a:cs typeface="맑은 고딕"/>
              </a:rPr>
              <a:t>2024</a:t>
            </a:r>
          </a:p>
        </p:txBody>
      </p:sp>
      <p:sp>
        <p:nvSpPr>
          <p:cNvPr id="13" name="trend-title-1">
            <a:extLst xmlns:a="http://schemas.openxmlformats.org/drawingml/2006/main">
              <a:ext uri="{FF2B5EF4-FFF2-40B4-BE49-F238E27FC236}">
                <a16:creationId xmlns:a16="http://schemas.microsoft.com/office/drawing/2014/main" id="{2292A117-742D-4DE8-BE9D-153F7B323203}"/>
              </a:ext>
            </a:extLst>
          </p:cNvPr>
          <p:cNvSpPr>
            <a:spLocks xmlns:a="http://schemas.openxmlformats.org/drawingml/2006/main" noGrp="1"/>
          </p:cNvSpPr>
          <p:nvPr/>
        </p:nvSpPr>
        <p:spPr>
          <a:xfrm xmlns:a="http://schemas.openxmlformats.org/drawingml/2006/main">
            <a:off x="2562225" y="18288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On-chip waveguide</a:t>
            </a:r>
          </a:p>
        </p:txBody>
      </p:sp>
      <p:sp>
        <p:nvSpPr>
          <p:cNvPr id="14" name="trend-metric-1">
            <a:extLst xmlns:a="http://schemas.openxmlformats.org/drawingml/2006/main">
              <a:ext uri="{FF2B5EF4-FFF2-40B4-BE49-F238E27FC236}">
                <a16:creationId xmlns:a16="http://schemas.microsoft.com/office/drawing/2014/main" id="{84F63CDC-1A6B-4113-8ED0-F4F839BF2E12}"/>
              </a:ext>
            </a:extLst>
          </p:cNvPr>
          <p:cNvSpPr>
            <a:spLocks xmlns:a="http://schemas.openxmlformats.org/drawingml/2006/main" noGrp="1"/>
          </p:cNvSpPr>
          <p:nvPr/>
        </p:nvSpPr>
        <p:spPr>
          <a:xfrm xmlns:a="http://schemas.openxmlformats.org/drawingml/2006/main">
            <a:off x="2562225" y="233362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5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&gt;430 MHz</a:t>
            </a:r>
          </a:p>
        </p:txBody>
      </p:sp>
      <p:sp>
        <p:nvSpPr>
          <p:cNvPr id="15" name="trend-detail-1">
            <a:extLst xmlns:a="http://schemas.openxmlformats.org/drawingml/2006/main">
              <a:ext uri="{FF2B5EF4-FFF2-40B4-BE49-F238E27FC236}">
                <a16:creationId xmlns:a16="http://schemas.microsoft.com/office/drawing/2014/main" id="{6EF87843-44A4-4CD7-AC2D-0AC53F91E50B}"/>
              </a:ext>
            </a:extLst>
          </p:cNvPr>
          <p:cNvSpPr>
            <a:spLocks xmlns:a="http://schemas.openxmlformats.org/drawingml/2006/main" noGrp="1"/>
          </p:cNvSpPr>
          <p:nvPr/>
        </p:nvSpPr>
        <p:spPr>
          <a:xfrm xmlns:a="http://schemas.openxmlformats.org/drawingml/2006/main">
            <a:off x="2562225" y="3019425"/>
            <a:ext cx="14859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2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LiNbO₃ 박막·beam splitter</a:t>
            </a:r>
          </a:p>
          <a:p xmlns:a="http://schemas.openxmlformats.org/drawingml/2006/main">
            <a:pPr algn="ctr">
              <a:lnSpc>
                <a:spcPct val="92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전파손실 11.3 dB/mm</a:t>
            </a:r>
          </a:p>
        </p:txBody>
      </p:sp>
      <p:sp>
        <p:nvSpPr>
          <p:cNvPr id="16" name="trend-box-2">
            <a:extLst xmlns:a="http://schemas.openxmlformats.org/drawingml/2006/main">
              <a:ext uri="{FF2B5EF4-FFF2-40B4-BE49-F238E27FC236}">
                <a16:creationId xmlns:a16="http://schemas.microsoft.com/office/drawing/2014/main" id="{B942E136-F68C-4D42-A35D-A0670B3D4ED5}"/>
              </a:ext>
            </a:extLst>
          </p:cNvPr>
          <p:cNvSpPr>
            <a:spLocks xmlns:a="http://schemas.openxmlformats.org/drawingml/2006/main" noGrp="1"/>
          </p:cNvSpPr>
          <p:nvPr/>
        </p:nvSpPr>
        <p:spPr>
          <a:xfrm xmlns:a="http://schemas.openxmlformats.org/drawingml/2006/main">
            <a:off x="4562475" y="1333500"/>
            <a:ext cx="1714500" cy="2714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 name="trend-year-2">
            <a:extLst xmlns:a="http://schemas.openxmlformats.org/drawingml/2006/main">
              <a:ext uri="{FF2B5EF4-FFF2-40B4-BE49-F238E27FC236}">
                <a16:creationId xmlns:a16="http://schemas.microsoft.com/office/drawing/2014/main" id="{D057B4BA-A73D-4A56-A3B6-25E310DF4F97}"/>
              </a:ext>
            </a:extLst>
          </p:cNvPr>
          <p:cNvSpPr>
            <a:spLocks xmlns:a="http://schemas.openxmlformats.org/drawingml/2006/main" noGrp="1"/>
          </p:cNvSpPr>
          <p:nvPr/>
        </p:nvSpPr>
        <p:spPr>
          <a:xfrm xmlns:a="http://schemas.openxmlformats.org/drawingml/2006/main">
            <a:off x="4676775" y="1438275"/>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800" b="1">
                <a:solidFill>
                  <a:srgbClr val="0000FF"/>
                </a:solidFill>
                <a:latin typeface="맑은 고딕"/>
                <a:ea typeface="맑은 고딕"/>
                <a:cs typeface="맑은 고딕"/>
              </a:defRPr>
            </a:pPr>
            <a:r>
              <a:rPr sz="1800" b="1">
                <a:solidFill>
                  <a:srgbClr val="0000FF"/>
                </a:solidFill>
                <a:latin typeface="맑은 고딕"/>
                <a:ea typeface="맑은 고딕"/>
                <a:cs typeface="맑은 고딕"/>
              </a:rPr>
              <a:t>2025</a:t>
            </a:r>
          </a:p>
        </p:txBody>
      </p:sp>
      <p:sp>
        <p:nvSpPr>
          <p:cNvPr id="18" name="trend-title-2">
            <a:extLst xmlns:a="http://schemas.openxmlformats.org/drawingml/2006/main">
              <a:ext uri="{FF2B5EF4-FFF2-40B4-BE49-F238E27FC236}">
                <a16:creationId xmlns:a16="http://schemas.microsoft.com/office/drawing/2014/main" id="{099D74D8-86F4-4908-811C-66CCE2D3D3E4}"/>
              </a:ext>
            </a:extLst>
          </p:cNvPr>
          <p:cNvSpPr>
            <a:spLocks xmlns:a="http://schemas.openxmlformats.org/drawingml/2006/main" noGrp="1"/>
          </p:cNvSpPr>
          <p:nvPr/>
        </p:nvSpPr>
        <p:spPr>
          <a:xfrm xmlns:a="http://schemas.openxmlformats.org/drawingml/2006/main">
            <a:off x="4676775" y="18288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저손실 보호</a:t>
            </a:r>
          </a:p>
        </p:txBody>
      </p:sp>
      <p:sp>
        <p:nvSpPr>
          <p:cNvPr id="19" name="trend-metric-2">
            <a:extLst xmlns:a="http://schemas.openxmlformats.org/drawingml/2006/main">
              <a:ext uri="{FF2B5EF4-FFF2-40B4-BE49-F238E27FC236}">
                <a16:creationId xmlns:a16="http://schemas.microsoft.com/office/drawing/2014/main" id="{C0F66C43-4104-416E-B32A-056F4D69EABF}"/>
              </a:ext>
            </a:extLst>
          </p:cNvPr>
          <p:cNvSpPr>
            <a:spLocks xmlns:a="http://schemas.openxmlformats.org/drawingml/2006/main" noGrp="1"/>
          </p:cNvSpPr>
          <p:nvPr/>
        </p:nvSpPr>
        <p:spPr>
          <a:xfrm xmlns:a="http://schemas.openxmlformats.org/drawingml/2006/main">
            <a:off x="4676775" y="233362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5000"/>
              </a:lnSpc>
              <a:buNone/>
              <a:defRPr sz="2000" b="1">
                <a:solidFill>
                  <a:srgbClr val="1429A0"/>
                </a:solidFill>
                <a:latin typeface="맑은 고딕"/>
                <a:ea typeface="맑은 고딕"/>
                <a:cs typeface="맑은 고딕"/>
              </a:defRPr>
            </a:pPr>
            <a:r>
              <a:rPr sz="2000" b="1">
                <a:solidFill>
                  <a:srgbClr val="1429A0"/>
                </a:solidFill>
                <a:latin typeface="맑은 고딕"/>
                <a:ea typeface="맑은 고딕"/>
                <a:cs typeface="맑은 고딕"/>
              </a:rPr>
              <a:t>3 dB/km</a:t>
            </a:r>
          </a:p>
        </p:txBody>
      </p:sp>
      <p:sp>
        <p:nvSpPr>
          <p:cNvPr id="20" name="trend-detail-2">
            <a:extLst xmlns:a="http://schemas.openxmlformats.org/drawingml/2006/main">
              <a:ext uri="{FF2B5EF4-FFF2-40B4-BE49-F238E27FC236}">
                <a16:creationId xmlns:a16="http://schemas.microsoft.com/office/drawing/2014/main" id="{1A9890EE-1B37-4FD4-89E8-74C3A265B546}"/>
              </a:ext>
            </a:extLst>
          </p:cNvPr>
          <p:cNvSpPr>
            <a:spLocks xmlns:a="http://schemas.openxmlformats.org/drawingml/2006/main" noGrp="1"/>
          </p:cNvSpPr>
          <p:nvPr/>
        </p:nvSpPr>
        <p:spPr>
          <a:xfrm xmlns:a="http://schemas.openxmlformats.org/drawingml/2006/main">
            <a:off x="4676775" y="3019425"/>
            <a:ext cx="14859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2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120° 굴곡 통과 99.99%</a:t>
            </a:r>
          </a:p>
          <a:p xmlns:a="http://schemas.openxmlformats.org/drawingml/2006/main">
            <a:pPr algn="ctr">
              <a:lnSpc>
                <a:spcPct val="92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soft-clamping 결합</a:t>
            </a:r>
          </a:p>
        </p:txBody>
      </p:sp>
      <p:sp>
        <p:nvSpPr>
          <p:cNvPr id="21" name="trend-box-3">
            <a:extLst xmlns:a="http://schemas.openxmlformats.org/drawingml/2006/main">
              <a:ext uri="{FF2B5EF4-FFF2-40B4-BE49-F238E27FC236}">
                <a16:creationId xmlns:a16="http://schemas.microsoft.com/office/drawing/2014/main" id="{7C90ECD8-4E18-41EF-B996-CB52BFC9DD07}"/>
              </a:ext>
            </a:extLst>
          </p:cNvPr>
          <p:cNvSpPr>
            <a:spLocks xmlns:a="http://schemas.openxmlformats.org/drawingml/2006/main" noGrp="1"/>
          </p:cNvSpPr>
          <p:nvPr/>
        </p:nvSpPr>
        <p:spPr>
          <a:xfrm xmlns:a="http://schemas.openxmlformats.org/drawingml/2006/main">
            <a:off x="6677025" y="1333500"/>
            <a:ext cx="1714500" cy="2714625"/>
          </a:xfrm>
          <a:prstGeom xmlns:a="http://schemas.openxmlformats.org/drawingml/2006/main" prst="rect">
            <a:avLst/>
          </a:prstGeom>
          <a:solidFill xmlns:a="http://schemas.openxmlformats.org/drawingml/2006/main">
            <a:srgbClr val="EBF0FF"/>
          </a:solidFill>
          <a:ln xmlns:a="http://schemas.openxmlformats.org/drawingml/2006/main" w="19050">
            <a:solidFill>
              <a:srgbClr val="0000FF"/>
            </a:solidFill>
            <a:prstDash val="solid"/>
          </a:ln>
        </p:spPr>
      </p:sp>
      <p:sp>
        <p:nvSpPr>
          <p:cNvPr id="22" name="trend-year-3">
            <a:extLst xmlns:a="http://schemas.openxmlformats.org/drawingml/2006/main">
              <a:ext uri="{FF2B5EF4-FFF2-40B4-BE49-F238E27FC236}">
                <a16:creationId xmlns:a16="http://schemas.microsoft.com/office/drawing/2014/main" id="{57DCFCCB-95F0-4FFC-8C40-86E03C87FED8}"/>
              </a:ext>
            </a:extLst>
          </p:cNvPr>
          <p:cNvSpPr>
            <a:spLocks xmlns:a="http://schemas.openxmlformats.org/drawingml/2006/main" noGrp="1"/>
          </p:cNvSpPr>
          <p:nvPr/>
        </p:nvSpPr>
        <p:spPr>
          <a:xfrm xmlns:a="http://schemas.openxmlformats.org/drawingml/2006/main">
            <a:off x="6791325" y="1438275"/>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800" b="1">
                <a:solidFill>
                  <a:srgbClr val="0000FF"/>
                </a:solidFill>
                <a:latin typeface="맑은 고딕"/>
                <a:ea typeface="맑은 고딕"/>
                <a:cs typeface="맑은 고딕"/>
              </a:defRPr>
            </a:pPr>
            <a:r>
              <a:rPr sz="1800" b="1">
                <a:solidFill>
                  <a:srgbClr val="0000FF"/>
                </a:solidFill>
                <a:latin typeface="맑은 고딕"/>
                <a:ea typeface="맑은 고딕"/>
                <a:cs typeface="맑은 고딕"/>
              </a:rPr>
              <a:t>2025–26</a:t>
            </a:r>
          </a:p>
        </p:txBody>
      </p:sp>
      <p:sp>
        <p:nvSpPr>
          <p:cNvPr id="23" name="trend-title-3">
            <a:extLst xmlns:a="http://schemas.openxmlformats.org/drawingml/2006/main">
              <a:ext uri="{FF2B5EF4-FFF2-40B4-BE49-F238E27FC236}">
                <a16:creationId xmlns:a16="http://schemas.microsoft.com/office/drawing/2014/main" id="{63A1FD69-2E18-4E61-B75B-229798BC0BC9}"/>
              </a:ext>
            </a:extLst>
          </p:cNvPr>
          <p:cNvSpPr>
            <a:spLocks xmlns:a="http://schemas.openxmlformats.org/drawingml/2006/main" noGrp="1"/>
          </p:cNvSpPr>
          <p:nvPr/>
        </p:nvSpPr>
        <p:spPr>
          <a:xfrm xmlns:a="http://schemas.openxmlformats.org/drawingml/2006/main">
            <a:off x="6791325" y="1828800"/>
            <a:ext cx="1485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400" b="1">
                <a:solidFill>
                  <a:srgbClr val="000000"/>
                </a:solidFill>
                <a:latin typeface="맑은 고딕"/>
                <a:ea typeface="맑은 고딕"/>
                <a:cs typeface="맑은 고딕"/>
              </a:defRPr>
            </a:pPr>
            <a:r>
              <a:rPr sz="1400" b="1">
                <a:solidFill>
                  <a:srgbClr val="000000"/>
                </a:solidFill>
                <a:latin typeface="맑은 고딕"/>
                <a:ea typeface="맑은 고딕"/>
                <a:cs typeface="맑은 고딕"/>
              </a:rPr>
              <a:t>재구성·자동설계</a:t>
            </a:r>
          </a:p>
        </p:txBody>
      </p:sp>
      <p:sp>
        <p:nvSpPr>
          <p:cNvPr id="24" name="trend-metric-3">
            <a:extLst xmlns:a="http://schemas.openxmlformats.org/drawingml/2006/main">
              <a:ext uri="{FF2B5EF4-FFF2-40B4-BE49-F238E27FC236}">
                <a16:creationId xmlns:a16="http://schemas.microsoft.com/office/drawing/2014/main" id="{4A502DD4-949C-4316-BF99-2EA763ED12B7}"/>
              </a:ext>
            </a:extLst>
          </p:cNvPr>
          <p:cNvSpPr>
            <a:spLocks xmlns:a="http://schemas.openxmlformats.org/drawingml/2006/main" noGrp="1"/>
          </p:cNvSpPr>
          <p:nvPr/>
        </p:nvSpPr>
        <p:spPr>
          <a:xfrm xmlns:a="http://schemas.openxmlformats.org/drawingml/2006/main">
            <a:off x="6791325" y="2333625"/>
            <a:ext cx="1485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5000"/>
              </a:lnSpc>
              <a:buNone/>
              <a:defRPr sz="2000" b="1">
                <a:solidFill>
                  <a:srgbClr val="000000"/>
                </a:solidFill>
                <a:latin typeface="맑은 고딕"/>
                <a:ea typeface="맑은 고딕"/>
                <a:cs typeface="맑은 고딕"/>
              </a:defRPr>
            </a:pPr>
            <a:r>
              <a:rPr sz="2000" b="1">
                <a:solidFill>
                  <a:srgbClr val="000000"/>
                </a:solidFill>
                <a:latin typeface="맑은 고딕"/>
                <a:ea typeface="맑은 고딕"/>
                <a:cs typeface="맑은 고딕"/>
              </a:rPr>
              <a:t>1.5 GHz</a:t>
            </a:r>
          </a:p>
        </p:txBody>
      </p:sp>
      <p:sp>
        <p:nvSpPr>
          <p:cNvPr id="25" name="trend-detail-3">
            <a:extLst xmlns:a="http://schemas.openxmlformats.org/drawingml/2006/main">
              <a:ext uri="{FF2B5EF4-FFF2-40B4-BE49-F238E27FC236}">
                <a16:creationId xmlns:a16="http://schemas.microsoft.com/office/drawing/2014/main" id="{7A463A42-FC29-40A2-98CE-B70EFBF0DB30}"/>
              </a:ext>
            </a:extLst>
          </p:cNvPr>
          <p:cNvSpPr>
            <a:spLocks xmlns:a="http://schemas.openxmlformats.org/drawingml/2006/main" noGrp="1"/>
          </p:cNvSpPr>
          <p:nvPr/>
        </p:nvSpPr>
        <p:spPr>
          <a:xfrm xmlns:a="http://schemas.openxmlformats.org/drawingml/2006/main">
            <a:off x="6791325" y="3019425"/>
            <a:ext cx="14859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92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MZI·Thouless pump</a:t>
            </a:r>
          </a:p>
          <a:p xmlns:a="http://schemas.openxmlformats.org/drawingml/2006/main">
            <a:pPr algn="ctr">
              <a:lnSpc>
                <a:spcPct val="92000"/>
              </a:lnSpc>
              <a:buNone/>
              <a:defRPr sz="1200" b="0">
                <a:solidFill>
                  <a:srgbClr val="000000"/>
                </a:solidFill>
                <a:latin typeface="맑은 고딕"/>
                <a:ea typeface="맑은 고딕"/>
                <a:cs typeface="맑은 고딕"/>
              </a:defRPr>
            </a:pPr>
            <a:r>
              <a:rPr sz="1200" b="0">
                <a:solidFill>
                  <a:srgbClr val="000000"/>
                </a:solidFill>
                <a:latin typeface="맑은 고딕"/>
                <a:ea typeface="맑은 고딕"/>
                <a:cs typeface="맑은 고딕"/>
              </a:rPr>
              <a:t>AI inverse design</a:t>
            </a:r>
          </a:p>
        </p:txBody>
      </p:sp>
      <p:sp>
        <p:nvSpPr>
          <p:cNvPr id="26" name="trend-bottom">
            <a:extLst xmlns:a="http://schemas.openxmlformats.org/drawingml/2006/main">
              <a:ext uri="{FF2B5EF4-FFF2-40B4-BE49-F238E27FC236}">
                <a16:creationId xmlns:a16="http://schemas.microsoft.com/office/drawing/2014/main" id="{A4D017BC-36FC-4214-9A9A-4BE5387F3A6C}"/>
              </a:ext>
            </a:extLst>
          </p:cNvPr>
          <p:cNvSpPr>
            <a:spLocks xmlns:a="http://schemas.openxmlformats.org/drawingml/2006/main" noGrp="1"/>
          </p:cNvSpPr>
          <p:nvPr/>
        </p:nvSpPr>
        <p:spPr>
          <a:xfrm xmlns:a="http://schemas.openxmlformats.org/drawingml/2006/main">
            <a:off x="333375" y="4171950"/>
            <a:ext cx="8058150" cy="333375"/>
          </a:xfrm>
          <a:prstGeom xmlns:a="http://schemas.openxmlformats.org/drawingml/2006/main" prst="rect">
            <a:avLst/>
          </a:prstGeom>
          <a:solidFill xmlns:a="http://schemas.openxmlformats.org/drawingml/2006/main">
            <a:srgbClr val="EBF0FF"/>
          </a:solidFill>
          <a:ln xmlns:a="http://schemas.openxmlformats.org/drawingml/2006/main" w="9525">
            <a:solidFill>
              <a:srgbClr val="0000FF"/>
            </a:solidFill>
            <a:prstDash val="solid"/>
          </a:ln>
        </p:spPr>
      </p:sp>
      <p:sp>
        <p:nvSpPr>
          <p:cNvPr id="27" name="trend-bottom-text">
            <a:extLst xmlns:a="http://schemas.openxmlformats.org/drawingml/2006/main">
              <a:ext uri="{FF2B5EF4-FFF2-40B4-BE49-F238E27FC236}">
                <a16:creationId xmlns:a16="http://schemas.microsoft.com/office/drawing/2014/main" id="{BD12C98E-4B59-4F8A-AE78-AB4B64DC0956}"/>
              </a:ext>
            </a:extLst>
          </p:cNvPr>
          <p:cNvSpPr>
            <a:spLocks xmlns:a="http://schemas.openxmlformats.org/drawingml/2006/main" noGrp="1"/>
          </p:cNvSpPr>
          <p:nvPr/>
        </p:nvSpPr>
        <p:spPr>
          <a:xfrm xmlns:a="http://schemas.openxmlformats.org/drawingml/2006/main">
            <a:off x="476250" y="4210050"/>
            <a:ext cx="7772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ctr">
              <a:lnSpc>
                <a:spcPct val="108000"/>
              </a:lnSpc>
              <a:buNone/>
              <a:defRPr sz="1300" b="1">
                <a:solidFill>
                  <a:srgbClr val="0000FF"/>
                </a:solidFill>
                <a:latin typeface="맑은 고딕"/>
                <a:ea typeface="맑은 고딕"/>
                <a:cs typeface="맑은 고딕"/>
              </a:defRPr>
            </a:pPr>
            <a:r>
              <a:rPr sz="1300" b="1">
                <a:solidFill>
                  <a:srgbClr val="0000FF"/>
                </a:solidFill>
                <a:latin typeface="맑은 고딕"/>
                <a:ea typeface="맑은 고딕"/>
                <a:cs typeface="맑은 고딕"/>
              </a:rPr>
              <a:t>개념 확장: 1D interface → 2D/3D corner·hinge → higher-order topological pumping</a:t>
            </a:r>
          </a:p>
        </p:txBody>
      </p:sp>
      <p:sp>
        <p:nvSpPr>
          <p:cNvPr id="28" name="trend-citations">
            <a:extLst xmlns:a="http://schemas.openxmlformats.org/drawingml/2006/main">
              <a:ext uri="{FF2B5EF4-FFF2-40B4-BE49-F238E27FC236}">
                <a16:creationId xmlns:a16="http://schemas.microsoft.com/office/drawing/2014/main" id="{217DF9E3-35D9-4C32-949E-4D1E36664AD3}"/>
              </a:ext>
            </a:extLst>
          </p:cNvPr>
          <p:cNvSpPr>
            <a:spLocks xmlns:a="http://schemas.openxmlformats.org/drawingml/2006/main" noGrp="1"/>
          </p:cNvSpPr>
          <p:nvPr/>
        </p:nvSpPr>
        <p:spPr>
          <a:xfrm xmlns:a="http://schemas.openxmlformats.org/drawingml/2006/main">
            <a:off x="361950" y="4543425"/>
            <a:ext cx="8334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00" b="0">
                <a:solidFill>
                  <a:srgbClr val="898989"/>
                </a:solidFill>
                <a:latin typeface="맑은 고딕"/>
                <a:ea typeface="맑은 고딕"/>
                <a:cs typeface="맑은 고딕"/>
              </a:defRPr>
            </a:pPr>
            <a:r>
              <a:rPr sz="1000" b="0">
                <a:solidFill>
                  <a:srgbClr val="898989"/>
                </a:solidFill>
                <a:latin typeface="맑은 고딕"/>
                <a:ea typeface="맑은 고딕"/>
                <a:cs typeface="맑은 고딕"/>
              </a:rPr>
              <a:t>[1] Wang et al., Commun. Phys. (2024)  [2] Yang et al., APL (2024)  [3] Xi et al., Nature (2025)  [4] Xu et al., Nat. Electron. (2025)</a:t>
            </a:r>
          </a:p>
        </p:txBody>
      </p:sp>
    </p:spTree>
    <p:extLst>
      <p:ext uri="{BB962C8B-B14F-4D97-AF65-F5344CB8AC3E}">
        <p14:creationId xmlns:p14="http://schemas.microsoft.com/office/powerpoint/2010/main" val="326325325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763481334"/>
      </p:ext>
    </p:extLst>
  </p:cSld>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맑은 고딕"/>
        <a:ea typeface="맑은 고딕"/>
        <a:cs typeface=""/>
      </a:majorFont>
      <a:minorFont>
        <a:latin typeface="맑은 고딕"/>
        <a:ea typeface="맑은 고딕"/>
        <a:cs typeface=""/>
      </a:minorFont>
    </a:fontScheme>
    <a:fmtScheme name="Office 테마">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2026-08-24T20:10:07.4460000Z</dcterms:created>
  <dcterms:modified xsi:type="dcterms:W3CDTF">2026-08-24T20:10:07.4460000Z</dcterms:modified>
</coreProperties>
</file>