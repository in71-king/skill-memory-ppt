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0657f01cd5455f" /><Relationship Type="http://schemas.openxmlformats.org/officeDocument/2006/relationships/extended-properties" Target="/docProps/app.xml" Id="Re14a1e90b9f64946" /><Relationship Type="http://schemas.openxmlformats.org/officeDocument/2006/relationships/officeDocument" Target="/ppt/presentation.xml" Id="Rbdbb957f64fc492b" /></Relationships>
</file>

<file path=ppt/presentation.xml><?xml version="1.0" encoding="utf-8"?>
<p:presentation xmlns:p="http://schemas.openxmlformats.org/presentationml/2006/main">
  <p:sldMasterIdLst>
    <p:sldMasterId xmlns:r="http://schemas.openxmlformats.org/officeDocument/2006/relationships" id="2147483648" r:id="R8edb0bcdf1b447f3"/>
  </p:sldMasterIdLst>
  <p:notesMasterIdLst>
    <p:notesMasterId xmlns:r="http://schemas.openxmlformats.org/officeDocument/2006/relationships" r:id="R8f54903951d24a5e"/>
  </p:notesMasterIdLst>
  <p:sldIdLst>
    <p:sldId xmlns:r="http://schemas.openxmlformats.org/officeDocument/2006/relationships" id="256" r:id="R963b743e83df4dfa"/>
    <p:sldId xmlns:r="http://schemas.openxmlformats.org/officeDocument/2006/relationships" id="257" r:id="R9fab3cca1b944339"/>
    <p:sldId xmlns:r="http://schemas.openxmlformats.org/officeDocument/2006/relationships" id="258" r:id="R57ef9962cfed4c61"/>
    <p:sldId xmlns:r="http://schemas.openxmlformats.org/officeDocument/2006/relationships" id="259" r:id="Rbbc50bea19c44dc1"/>
    <p:sldId xmlns:r="http://schemas.openxmlformats.org/officeDocument/2006/relationships" id="260" r:id="Rf146853a80b94f3d"/>
    <p:sldId xmlns:r="http://schemas.openxmlformats.org/officeDocument/2006/relationships" id="261" r:id="Re23fcb04031d43ac"/>
    <p:sldId xmlns:r="http://schemas.openxmlformats.org/officeDocument/2006/relationships" id="262" r:id="R8aa7dd9a144e4192"/>
    <p:sldId xmlns:r="http://schemas.openxmlformats.org/officeDocument/2006/relationships" id="263" r:id="Ra24ebb223c044f4c"/>
    <p:sldId xmlns:r="http://schemas.openxmlformats.org/officeDocument/2006/relationships" id="264" r:id="R6bf46dbd9cc3459f"/>
    <p:sldId xmlns:r="http://schemas.openxmlformats.org/officeDocument/2006/relationships" id="265" r:id="R5ef8030c1f5a45da"/>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8801bb038b144d4" /><Relationship Type="http://schemas.openxmlformats.org/officeDocument/2006/relationships/slideMaster" Target="/ppt/slideMasters/slideMaster1.xml" Id="R8edb0bcdf1b447f3" /><Relationship Type="http://schemas.openxmlformats.org/officeDocument/2006/relationships/notesMaster" Target="/ppt/notesMasters/notesMaster1.xml" Id="R8f54903951d24a5e" /><Relationship Type="http://schemas.openxmlformats.org/officeDocument/2006/relationships/presProps" Target="/ppt/presProps.xml" Id="R58ece8086bac4f59" /><Relationship Type="http://schemas.openxmlformats.org/officeDocument/2006/relationships/viewProps" Target="/ppt/viewProps.xml" Id="Rb96c388e00184303" /><Relationship Type="http://schemas.openxmlformats.org/officeDocument/2006/relationships/tableStyles" Target="/ppt/tableStyles.xml" Id="Rb1b2e64138244c19" /><Relationship Type="http://schemas.openxmlformats.org/officeDocument/2006/relationships/slide" Target="/ppt/slides/slide1.xml" Id="R963b743e83df4dfa" /><Relationship Type="http://schemas.openxmlformats.org/officeDocument/2006/relationships/slide" Target="/ppt/slides/slide2.xml" Id="R9fab3cca1b944339" /><Relationship Type="http://schemas.openxmlformats.org/officeDocument/2006/relationships/slide" Target="/ppt/slides/slide3.xml" Id="R57ef9962cfed4c61" /><Relationship Type="http://schemas.openxmlformats.org/officeDocument/2006/relationships/slide" Target="/ppt/slides/slide4.xml" Id="Rbbc50bea19c44dc1" /><Relationship Type="http://schemas.openxmlformats.org/officeDocument/2006/relationships/slide" Target="/ppt/slides/slide5.xml" Id="Rf146853a80b94f3d" /><Relationship Type="http://schemas.openxmlformats.org/officeDocument/2006/relationships/slide" Target="/ppt/slides/slide6.xml" Id="Re23fcb04031d43ac" /><Relationship Type="http://schemas.openxmlformats.org/officeDocument/2006/relationships/slide" Target="/ppt/slides/slide7.xml" Id="R8aa7dd9a144e4192" /><Relationship Type="http://schemas.openxmlformats.org/officeDocument/2006/relationships/slide" Target="/ppt/slides/slide8.xml" Id="Ra24ebb223c044f4c" /><Relationship Type="http://schemas.openxmlformats.org/officeDocument/2006/relationships/slide" Target="/ppt/slides/slide9.xml" Id="R6bf46dbd9cc3459f" /><Relationship Type="http://schemas.openxmlformats.org/officeDocument/2006/relationships/slide" Target="/ppt/slides/slide10.xml" Id="R5ef8030c1f5a45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72ebbb1ad344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ee6f3f79664791" /><Relationship Type="http://schemas.openxmlformats.org/officeDocument/2006/relationships/notesMaster" Target="/ppt/notesMasters/notesMaster1.xml" Id="Ra40485cd7ca54e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9dad0a6db5405d" /><Relationship Type="http://schemas.openxmlformats.org/officeDocument/2006/relationships/notesMaster" Target="/ppt/notesMasters/notesMaster1.xml" Id="R642e5476b28f42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0b0183946d41f3" /><Relationship Type="http://schemas.openxmlformats.org/officeDocument/2006/relationships/notesMaster" Target="/ppt/notesMasters/notesMaster1.xml" Id="R82cb27f4b3d7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54000f8cc548ec" /><Relationship Type="http://schemas.openxmlformats.org/officeDocument/2006/relationships/notesMaster" Target="/ppt/notesMasters/notesMaster1.xml" Id="R09cd8803150f46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097410d73c4519" /><Relationship Type="http://schemas.openxmlformats.org/officeDocument/2006/relationships/notesMaster" Target="/ppt/notesMasters/notesMaster1.xml" Id="Rdcc1d10e27334b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2655d2c8374ff2" /><Relationship Type="http://schemas.openxmlformats.org/officeDocument/2006/relationships/notesMaster" Target="/ppt/notesMasters/notesMaster1.xml" Id="Rb4dc0c36971c45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9d3f16404a4004" /><Relationship Type="http://schemas.openxmlformats.org/officeDocument/2006/relationships/notesMaster" Target="/ppt/notesMasters/notesMaster1.xml" Id="R447dd1ef1ec24b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13494a984a48f6" /><Relationship Type="http://schemas.openxmlformats.org/officeDocument/2006/relationships/notesMaster" Target="/ppt/notesMasters/notesMaster1.xml" Id="R8c76b1beef7c44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c43c1504a9409a" /><Relationship Type="http://schemas.openxmlformats.org/officeDocument/2006/relationships/notesMaster" Target="/ppt/notesMasters/notesMaster1.xml" Id="R0dbb719b7b1f40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5da0a8c5004134" /><Relationship Type="http://schemas.openxmlformats.org/officeDocument/2006/relationships/notesMaster" Target="/ppt/notesMasters/notesMaster1.xml" Id="R1254ae41417446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cover and bibliographic data</a:t>
            </a:r>
          </a:p>
          <a:p xmlns:a="http://schemas.openxmlformats.org/drawingml/2006/main">
            <a:r>
              <a:t>[Script]</a:t>
            </a:r>
          </a:p>
          <a:p xmlns:a="http://schemas.openxmlformats.org/drawingml/2006/main">
            <a:r>
              <a:t>오늘 소개할 특허는 Tokyo Electron의 substrate laser processing 기술입니다. 핵심은 wafer bonding 이후 상부 기판을 기계적으로 연삭하는 대신, 중적외선 펄스 레이저를 buried absorption layer에 선택적으로 흡수시켜 device layer를 분리하는 것입니다. 발표에서는 광학 원리, wafer 전면의 조사 균일도를 확보하는 scan strategy, AOM 기반 pulse control, 그리고 양산 장비 관점의 검증 항목을 중심으로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Abstract, claims 1 and 14, paras. [0045]-[0110]; TEL, Development of an Extreme Laser Lift Off (XLO) System, 2023-12-11, https://www.tel.com/news/product/2023/20231211_001.html; TEL, Ulucus LX launch, 2024-12-09, https://www.tel.com/news/product/2024/20241209_001.html</a:t>
            </a:r>
          </a:p>
          <a:p xmlns:a="http://schemas.openxmlformats.org/drawingml/2006/main">
            <a:r>
              <a:t>[Script]</a:t>
            </a:r>
          </a:p>
          <a:p xmlns:a="http://schemas.openxmlformats.org/drawingml/2006/main">
            <a:r>
              <a:t>요약하면 네 가지입니다. 첫째, bonded wafer의 상부 실리콘을 제거하고 device layer만 남기는 것이 목적입니다. 둘째, 실리콘이 비교적 투과하는 중적외선 대역을 사용해 매립된 흡수층에 에너지를 집중합니다. 셋째, 독립항은 wafer 외주부와 중심부의 서로 다른 scan 전략을 결합해 조사 누락과 과조사를 줄입니다. 넷째, 공개된 TEL 제품 방향을 보면 조사, 박리, 세정을 하나의 장비 흐름으로 통합하는 양산성이 중요한 평가축입니다.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TEL, Development of an Extreme Laser Lift Off (XLO) System, 2023-12-11, https://www.tel.com/news/product/2023/20231211_001.html; TEL, Ulucus LX launch, 2024-12-09, https://www.tel.com/news/product/2024/20241209_001.html; Rachmady et al., IEDM 2019, DOI 10.1109/IEDM19573.2019.8993626</a:t>
            </a:r>
          </a:p>
          <a:p xmlns:a="http://schemas.openxmlformats.org/drawingml/2006/main">
            <a:r>
              <a:t>[Script]</a:t>
            </a:r>
          </a:p>
          <a:p xmlns:a="http://schemas.openxmlformats.org/drawingml/2006/main">
            <a:r>
              <a:t>3D integration에서는 얇은 device layer를 손상 없이 옮기는 공정이 전체 수율을 좌우합니다. 기존 flow는 grinding, polishing, chemical etch를 연속 사용하므로 기계적 응력, edge 손실, 물과 chemical 사용량이 커집니다. TEL의 공식 비교도 XLO가 이 복잡한 제거 flow를 레이저 조사와 separation 중심으로 단순화한다고 설명합니다. 다만 이 슬라이드는 산업적 배경이며, 공개된 Ulucus LX가 본 특허의 모든 청구항을 그대로 구현한다고 단정하는 자료는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Figs. 2, 5-6, paras. [0056]-[0075]</a:t>
            </a:r>
          </a:p>
          <a:p xmlns:a="http://schemas.openxmlformats.org/drawingml/2006/main">
            <a:r>
              <a:t>[Script]</a:t>
            </a:r>
          </a:p>
          <a:p xmlns:a="http://schemas.openxmlformats.org/drawingml/2006/main">
            <a:r>
              <a:t>이 특허의 물리적 구조를 보겠습니다. W1과 W2가 bonding layer를 사이에 두고 결합되어 있고, W2 측 device layer D2 위에 absorption layer P가 있습니다. 레이저는 W2의 후면에서 입사해 실리콘 substrate를 통과한 뒤 P에서 흡수됩니다. 이 층이 변질되거나 결합력이 낮아지면 W2 substrate를 제거할 수 있고 D2는 W1 측에 남습니다. 따라서 핵심 광학 과제는 bulk silicon transmission, absorption layer의 흡수계수, focus depth와 energy density의 공정 창을 동시에 맞추는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Figs. 1-2 and 29, claims 2-7 and 15-20, paras. [0070]-[0088], [0146]-[0151]</a:t>
            </a:r>
          </a:p>
          <a:p xmlns:a="http://schemas.openxmlformats.org/drawingml/2006/main">
            <a:r>
              <a:t>[Script]</a:t>
            </a:r>
          </a:p>
          <a:p xmlns:a="http://schemas.openxmlformats.org/drawingml/2006/main">
            <a:r>
              <a:t>파장만 맞는다고 separation이 일어나는 것은 아닙니다. 특허는 8.9에서 11 마이크로미터의 CO2 laser를 예시하고, 연속파보다 pulsed beam의 peak power를 활용합니다. 같은 평균 에너지라도 순간적으로 absorption layer의 변화 threshold를 넘기면서 주변으로 열이 확산되는 시간을 줄일 수 있기 때문입니다. 광학 설계에서는 실제 silicon의 도핑과 두께, oxide 조성에 따른 transmission과 absorption, spot size, pulse width, focus drift를 함께 측정해야 합니다. 반사막을 두어 device 방향의 잔류 광과 열부하를 낮추는 종속 구성도 포함됩니다.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Figs. 7-9 and 17-18, claims 1, 8-13, 14, 21-27, paras. [0089]-[0109], [0128]-[0137]</a:t>
            </a:r>
          </a:p>
          <a:p xmlns:a="http://schemas.openxmlformats.org/drawingml/2006/main">
            <a:r>
              <a:t>[Script]</a:t>
            </a:r>
          </a:p>
          <a:p xmlns:a="http://schemas.openxmlformats.org/drawingml/2006/main">
            <a:r>
              <a:t>원형 wafer를 일정 회전수로 돌리면 반경이 작아질수록 접선속도가 낮아집니다. 반복률이 고정이면 pulse 간격과 누적 에너지 밀도가 반경에 따라 달라집니다. 특허는 회전속도 또는 pulse repetition rate를 조절해 pitch를 맞추고, 중심부에서는 회전을 정지한 뒤 raster 형태로 beam을 scan하는 구성을 독립항에 포함합니다. 중심은 회전 기반 spiral만으로 채우기 어렵기 때문에 별도 scan mode가 청구의 핵심입니다. 양산 검증에서는 overlap, stage runout, galvano field distortion과 stitch error를 wafer map으로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Figs. 10-16, paras. [0110]-[0127]</a:t>
            </a:r>
          </a:p>
          <a:p xmlns:a="http://schemas.openxmlformats.org/drawingml/2006/main">
            <a:r>
              <a:t>[Script]</a:t>
            </a:r>
          </a:p>
          <a:p xmlns:a="http://schemas.openxmlformats.org/drawingml/2006/main">
            <a:r>
              <a:t>AOM의 역할은 단순한 출력 감쇠와 다릅니다. Oscillator가 만든 pulse train 가운데 필요한 pulse만 process path L2로 보내고, 나머지는 dump path L3로 분기합니다. 그러면 oscillator의 pulse waveform이나 peak 특성을 바꾸지 않고 repetition rate를 낮출 수 있습니다. 특허의 예에서는 외주에서 100 kilohertz와 40 watt, 내주에서 50 kilohertz와 20 watt를 사용해 pulse energy를 400 microjoule로 유지합니다. Attenuator는 fine adjustment, galvano와 f-theta lens는 scan과 focus uniformity를 담당합니다.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claims 1-27</a:t>
            </a:r>
          </a:p>
          <a:p xmlns:a="http://schemas.openxmlformats.org/drawingml/2006/main">
            <a:r>
              <a:t>[Script]</a:t>
            </a:r>
          </a:p>
          <a:p xmlns:a="http://schemas.openxmlformats.org/drawingml/2006/main">
            <a:r>
              <a:t>청구항은 method와 apparatus가 대칭적으로 구성됩니다. 독립항 1은 방법, 독립항 14는 장치이며 공통적으로 외주부에서는 substrate를 회전시키고 중심부에서는 회전을 멈춘 뒤 beam을 scan하는 전환을 요구합니다. 종속항은 파장, pulse source, AOM, attenuator, repetition rate와 회전속도의 조정, 반사막 같은 광학·공정 파라미터를 층층이 추가합니다. 따라서 회피 설계나 FTO를 평가할 때 단일 부품보다 motion mode 전환과 controller 동작의 결합을 우선 확인해야 합니다. 이 내용은 기술적 claim map이며 법률 의견은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US12322656B2, Tokyo Electron Limited, granted 2025-06-03, description and claims; TEL, Ulucus LX launch, 2024-12-09, https://www.tel.com/news/product/2024/20241209_001.html; TEL 3D Integration Products, https://www.tel.com/product/synapse-ulucus.html</a:t>
            </a:r>
          </a:p>
          <a:p xmlns:a="http://schemas.openxmlformats.org/drawingml/2006/main">
            <a:r>
              <a:t>[Script]</a:t>
            </a:r>
          </a:p>
          <a:p xmlns:a="http://schemas.openxmlformats.org/drawingml/2006/main">
            <a:r>
              <a:t>실제 장비 평가는 여섯 개 축으로 나누는 것이 좋습니다. 재료별 spectral window, beam과 focus uniformity, motion-trigger synchronization, device thermal damage, wafer separation mechanics, 그리고 particle과 cleaning입니다. TEL은 Ulucus LX가 300 millimeter bonded wafer를 대상으로 irradiation, removal, cleaning을 한 장비에 통합하고 DI water 사용량을 90퍼센트 이상 줄인다고 공개했습니다. 이는 특허의 양산 방향과 기술적으로 정합적이지만, 특정 제품이 각 청구항을 구현한다는 직접 확인은 아닙니다. 내부 검증에서는 wafer map 기반의 균일도와 separation force, device electrical 결과를 연결해야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Corporate Template L9 closing slide</a:t>
            </a:r>
          </a:p>
          <a:p xmlns:a="http://schemas.openxmlformats.org/drawingml/2006/main">
            <a:r>
              <a:t>[Script]</a:t>
            </a:r>
          </a:p>
          <a:p xmlns:a="http://schemas.openxmlformats.org/drawingml/2006/main">
            <a:r>
              <a:t>이상으로 US12322656B2의 Extreme Laser Lift-Off 기술 소개를 마치겠습니다. 질문과 토론에서는 실제 사용 가능한 중적외선 광원 사양, silicon과 absorption layer의 optical window, wafer 회전과 beam scan의 동기화 오차, 그리고 device damage와 separation yield를 어떤 계측 체계로 검증할지 중심으로 논의하면 좋겠습니다.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0ccd2fa66442a3" /><Relationship Type="http://schemas.openxmlformats.org/officeDocument/2006/relationships/image" Target="/ppt/media/image.jpeg" Id="R40a0dfb76cd94b21" /><Relationship Type="http://schemas.openxmlformats.org/officeDocument/2006/relationships/image" Target="/ppt/media/image.png" Id="R1c6fe768e0e74e80" /><Relationship Type="http://schemas.openxmlformats.org/officeDocument/2006/relationships/image" Target="/ppt/media/image2.png" Id="R58c511302e3b4a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c39a3d642e4407" /><Relationship Type="http://schemas.openxmlformats.org/officeDocument/2006/relationships/image" Target="/ppt/media/image.jpeg" Id="R84a494b7e2f24a8d" /><Relationship Type="http://schemas.openxmlformats.org/officeDocument/2006/relationships/image" Target="/ppt/media/image.png" Id="R512b6a729e6a4f68" /><Relationship Type="http://schemas.openxmlformats.org/officeDocument/2006/relationships/image" Target="/ppt/media/image2.png" Id="Rbc12142525de44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57278a84c04662" /><Relationship Type="http://schemas.openxmlformats.org/officeDocument/2006/relationships/image" Target="/ppt/media/image.png" Id="R8970b571345c4fda" /><Relationship Type="http://schemas.openxmlformats.org/officeDocument/2006/relationships/image" Target="/ppt/media/image2.png" Id="R2447caf42afa47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d7023cb8684da0" /><Relationship Type="http://schemas.openxmlformats.org/officeDocument/2006/relationships/image" Target="/ppt/media/image.png" Id="R4c8fd02ed02f4de7" /><Relationship Type="http://schemas.openxmlformats.org/officeDocument/2006/relationships/image" Target="/ppt/media/image2.png" Id="Rdada2bf48c7443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43cafb86124ee7" /><Relationship Type="http://schemas.openxmlformats.org/officeDocument/2006/relationships/image" Target="/ppt/media/image.png" Id="R5c936131bcf04b76" /><Relationship Type="http://schemas.openxmlformats.org/officeDocument/2006/relationships/image" Target="/ppt/media/image2.png" Id="Rf2ab7f276ccf49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a0032a0ff94f5e" /><Relationship Type="http://schemas.openxmlformats.org/officeDocument/2006/relationships/image" Target="/ppt/media/image.png" Id="R19dc358a633141a0" /><Relationship Type="http://schemas.openxmlformats.org/officeDocument/2006/relationships/image" Target="/ppt/media/image2.png" Id="Rc03522343bdd405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39c7cbd925c4368" /><Relationship Type="http://schemas.openxmlformats.org/officeDocument/2006/relationships/image" Target="/ppt/media/image.png" Id="R9f407514c780487b" /><Relationship Type="http://schemas.openxmlformats.org/officeDocument/2006/relationships/image" Target="/ppt/media/image2.png" Id="R75f450e11d7642b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8376c84002a4204" /><Relationship Type="http://schemas.openxmlformats.org/officeDocument/2006/relationships/image" Target="/ppt/media/image.png" Id="R5917c03030d84f87" /><Relationship Type="http://schemas.openxmlformats.org/officeDocument/2006/relationships/image" Target="/ppt/media/image2.png" Id="R6006dd7577f148f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a155fe9b6f84463" /><Relationship Type="http://schemas.openxmlformats.org/officeDocument/2006/relationships/image" Target="/ppt/media/image.png" Id="R6a5808a03c9e4d8d" /></Relationships>
</file>

<file path=ppt/slideLayouts/slideLayout1.xml><?xml version="1.0" encoding="utf-8"?>
<p:sldLayout xmlns:p="http://schemas.openxmlformats.org/presentationml/2006/main" userDrawn="1">
  <p:cSld name="1_제목 슬라이드">
    <p:spTree>
      <p:nvGrpSpPr>
        <p:cNvPr id="1" name=""/>
        <p:cNvGrpSpPr/>
        <p:nvPr/>
      </p:nvGrpSpPr>
      <p:grpSpPr>
        <a:xfrm xmlns:a="http://schemas.openxmlformats.org/drawingml/2006/main"/>
      </p:grpSpPr>
      <p:pic>
        <p:nvPicPr>
          <p:cNvPr id="127" name="그림 1"/>
          <p:cNvPicPr>
            <a:picLocks xmlns:a="http://schemas.openxmlformats.org/drawingml/2006/main" noChangeAspect="1"/>
          </p:cNvPicPr>
          <p:nvPr/>
        </p:nvPicPr>
        <p:blipFill>
          <a:blip xmlns:r="http://schemas.openxmlformats.org/officeDocument/2006/relationships" xmlns:a="http://schemas.openxmlformats.org/drawingml/2006/main" r:embed="R40a0dfb76cd94b21"/>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63" name="TextBox 62">
            <a:extLst xmlns:a="http://schemas.openxmlformats.org/drawingml/2006/main">
              <a:ext uri="{FF2B5EF4-FFF2-40B4-BE49-F238E27FC236}">
                <a16:creationId xmlns:a16="http://schemas.microsoft.com/office/drawing/2014/main" id="{61DDFC71-4E90-4AF8-B308-FF307763BE9D}"/>
              </a:ext>
            </a:extLst>
          </p:cNvPr>
          <p:cNvSpPr>
            <a:spLocks xmlns:a="http://schemas.openxmlformats.org/drawingml/2006/main" noGrp="1"/>
          </p:cNvSpPr>
          <p:nvPr/>
        </p:nvSpPr>
        <p:spPr>
          <a:xfrm xmlns:a="http://schemas.openxmlformats.org/drawingml/2006/main">
            <a:off x="798049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12”</a:t>
            </a:r>
            <a:endParaRPr sz="750">
              <a:solidFill>
                <a:schemeClr val="bg2">
                  <a:lumMod val="90000"/>
                </a:schemeClr>
              </a:solidFill>
            </a:endParaRPr>
          </a:p>
        </p:txBody>
      </p:sp>
      <p:sp>
        <p:nvSpPr>
          <p:cNvPr id="64" name="TextBox 63">
            <a:extLst xmlns:a="http://schemas.openxmlformats.org/drawingml/2006/main">
              <a:ext uri="{FF2B5EF4-FFF2-40B4-BE49-F238E27FC236}">
                <a16:creationId xmlns:a16="http://schemas.microsoft.com/office/drawing/2014/main" id="{C995F0A9-4B0D-45CD-A852-7C7B72A8121E}"/>
              </a:ext>
            </a:extLst>
          </p:cNvPr>
          <p:cNvSpPr>
            <a:spLocks xmlns:a="http://schemas.openxmlformats.org/drawingml/2006/main" noGrp="1"/>
          </p:cNvSpPr>
          <p:nvPr/>
        </p:nvSpPr>
        <p:spPr>
          <a:xfrm xmlns:a="http://schemas.openxmlformats.org/drawingml/2006/main">
            <a:off x="620884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8</a:t>
            </a:r>
            <a:r>
              <a:rPr sz="750">
                <a:solidFill>
                  <a:schemeClr val="bg2">
                    <a:lumMod val="90000"/>
                  </a:schemeClr>
                </a:solidFill>
              </a:rPr>
              <a:t>”</a:t>
            </a:r>
            <a:endParaRPr sz="750">
              <a:solidFill>
                <a:schemeClr val="bg2">
                  <a:lumMod val="90000"/>
                </a:schemeClr>
              </a:solidFill>
            </a:endParaRPr>
          </a:p>
        </p:txBody>
      </p:sp>
      <p:sp>
        <p:nvSpPr>
          <p:cNvPr id="65" name="TextBox 64">
            <a:extLst xmlns:a="http://schemas.openxmlformats.org/drawingml/2006/main">
              <a:ext uri="{FF2B5EF4-FFF2-40B4-BE49-F238E27FC236}">
                <a16:creationId xmlns:a16="http://schemas.microsoft.com/office/drawing/2014/main" id="{48FA0D6B-4C3E-4A60-AA73-D53988865606}"/>
              </a:ext>
            </a:extLst>
          </p:cNvPr>
          <p:cNvSpPr>
            <a:spLocks xmlns:a="http://schemas.openxmlformats.org/drawingml/2006/main" noGrp="1"/>
          </p:cNvSpPr>
          <p:nvPr/>
        </p:nvSpPr>
        <p:spPr>
          <a:xfrm xmlns:a="http://schemas.openxmlformats.org/drawingml/2006/main">
            <a:off x="4429108"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6”</a:t>
            </a:r>
            <a:endParaRPr sz="750">
              <a:solidFill>
                <a:schemeClr val="bg2">
                  <a:lumMod val="90000"/>
                </a:schemeClr>
              </a:solidFill>
            </a:endParaRPr>
          </a:p>
        </p:txBody>
      </p:sp>
      <p:sp>
        <p:nvSpPr>
          <p:cNvPr id="67" name="TextBox 66">
            <a:extLst xmlns:a="http://schemas.openxmlformats.org/drawingml/2006/main">
              <a:ext uri="{FF2B5EF4-FFF2-40B4-BE49-F238E27FC236}">
                <a16:creationId xmlns:a16="http://schemas.microsoft.com/office/drawing/2014/main" id="{7D2256D4-7BB0-4682-A239-83CF310F7398}"/>
              </a:ext>
            </a:extLst>
          </p:cNvPr>
          <p:cNvSpPr>
            <a:spLocks xmlns:a="http://schemas.openxmlformats.org/drawingml/2006/main" noGrp="1"/>
          </p:cNvSpPr>
          <p:nvPr/>
        </p:nvSpPr>
        <p:spPr>
          <a:xfrm xmlns:a="http://schemas.openxmlformats.org/drawingml/2006/main">
            <a:off x="123825" y="198858"/>
            <a:ext cx="340518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Vision | </a:t>
            </a:r>
            <a:r>
              <a:rPr sz="825">
                <a:solidFill>
                  <a:schemeClr val="accent3"/>
                </a:solidFill>
              </a:rPr>
              <a:t>초일류 기술로 새로운 가능성을 열어가는 진정한 </a:t>
            </a:r>
            <a:r>
              <a:rPr sz="825">
                <a:solidFill>
                  <a:schemeClr val="accent3"/>
                </a:solidFill>
              </a:rPr>
              <a:t>1</a:t>
            </a:r>
            <a:r>
              <a:rPr sz="825">
                <a:solidFill>
                  <a:schemeClr val="accent3"/>
                </a:solidFill>
              </a:rPr>
              <a:t>등이 되자</a:t>
            </a:r>
            <a:endParaRPr sz="1050">
              <a:solidFill>
                <a:schemeClr val="accent3"/>
              </a:solidFill>
            </a:endParaRPr>
          </a:p>
        </p:txBody>
      </p:sp>
      <p:sp>
        <p:nvSpPr>
          <p:cNvPr id="68" name="TextBox 67">
            <a:extLst xmlns:a="http://schemas.openxmlformats.org/drawingml/2006/main">
              <a:ext uri="{FF2B5EF4-FFF2-40B4-BE49-F238E27FC236}">
                <a16:creationId xmlns:a16="http://schemas.microsoft.com/office/drawing/2014/main" id="{B67D15CC-6F50-42A9-8B8D-42AE53F44452}"/>
              </a:ext>
            </a:extLst>
          </p:cNvPr>
          <p:cNvSpPr>
            <a:spLocks xmlns:a="http://schemas.openxmlformats.org/drawingml/2006/main" noGrp="1"/>
          </p:cNvSpPr>
          <p:nvPr/>
        </p:nvSpPr>
        <p:spPr>
          <a:xfrm xmlns:a="http://schemas.openxmlformats.org/drawingml/2006/main">
            <a:off x="3692127" y="198858"/>
            <a:ext cx="296584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Mission</a:t>
            </a:r>
            <a:r>
              <a:rPr sz="825">
                <a:solidFill>
                  <a:schemeClr val="accent3"/>
                </a:solidFill>
              </a:rPr>
              <a:t> </a:t>
            </a:r>
            <a:r>
              <a:rPr sz="825">
                <a:solidFill>
                  <a:schemeClr val="accent3"/>
                </a:solidFill>
              </a:rPr>
              <a:t>| </a:t>
            </a:r>
            <a:r>
              <a:rPr sz="825">
                <a:solidFill>
                  <a:schemeClr val="accent3"/>
                </a:solidFill>
              </a:rPr>
              <a:t>함께 </a:t>
            </a:r>
            <a:r>
              <a:rPr sz="825">
                <a:solidFill>
                  <a:schemeClr val="accent3"/>
                </a:solidFill>
              </a:rPr>
              <a:t>지속 성장하는 </a:t>
            </a:r>
            <a:r>
              <a:rPr sz="825">
                <a:solidFill>
                  <a:schemeClr val="accent3"/>
                </a:solidFill>
              </a:rPr>
              <a:t>No.1 </a:t>
            </a:r>
            <a:r>
              <a:rPr sz="825">
                <a:solidFill>
                  <a:schemeClr val="accent3"/>
                </a:solidFill>
              </a:rPr>
              <a:t>메모리 솔루션 </a:t>
            </a:r>
            <a:r>
              <a:rPr sz="825">
                <a:solidFill>
                  <a:schemeClr val="accent3"/>
                </a:solidFill>
              </a:rPr>
              <a:t>Provider</a:t>
            </a:r>
            <a:endParaRPr sz="825">
              <a:solidFill>
                <a:schemeClr val="accent3"/>
              </a:solidFill>
            </a:endParaRPr>
          </a:p>
        </p:txBody>
      </p:sp>
      <p:sp>
        <p:nvSpPr>
          <p:cNvPr id="73" name="TextBox 72">
            <a:extLst xmlns:a="http://schemas.openxmlformats.org/drawingml/2006/main">
              <a:ext uri="{FF2B5EF4-FFF2-40B4-BE49-F238E27FC236}">
                <a16:creationId xmlns:a16="http://schemas.microsoft.com/office/drawing/2014/main" id="{CB8943C4-A06A-4785-A406-80215DC3F2A8}"/>
              </a:ext>
            </a:extLst>
          </p:cNvPr>
          <p:cNvSpPr>
            <a:spLocks xmlns:a="http://schemas.openxmlformats.org/drawingml/2006/main" noGrp="1"/>
          </p:cNvSpPr>
          <p:nvPr/>
        </p:nvSpPr>
        <p:spPr>
          <a:xfrm xmlns:a="http://schemas.openxmlformats.org/drawingml/2006/main">
            <a:off x="123825"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3"/>
                </a:solidFill>
              </a:rPr>
              <a:t>함께 성장하는 행복한 메모리사업부</a:t>
            </a:r>
            <a:endParaRPr sz="1013">
              <a:solidFill>
                <a:schemeClr val="accent3"/>
              </a:solidFill>
            </a:endParaRPr>
          </a:p>
        </p:txBody>
      </p:sp>
      <p:sp>
        <p:nvSpPr>
          <p:cNvPr id="3" name="제목 2">
            <a:extLst xmlns:a="http://schemas.openxmlformats.org/drawingml/2006/main">
              <a:ext uri="{FF2B5EF4-FFF2-40B4-BE49-F238E27FC236}">
                <a16:creationId xmlns:a16="http://schemas.microsoft.com/office/drawing/2014/main" id="{916E3562-2173-46CD-981C-5B7108182908}"/>
              </a:ext>
            </a:extLst>
          </p:cNvPr>
          <p:cNvSpPr>
            <a:spLocks xmlns:a="http://schemas.openxmlformats.org/drawingml/2006/main" noGrp="1"/>
          </p:cNvSpPr>
          <p:nvPr>
            <p:ph type="title" idx="0" hasCustomPrompt="1"/>
          </p:nvPr>
        </p:nvSpPr>
        <p:spPr>
          <a:xfrm xmlns:a="http://schemas.openxmlformats.org/drawingml/2006/main">
            <a:off x="444882" y="986400"/>
            <a:ext cx="7886700" cy="1381314"/>
          </a:xfrm>
        </p:spPr>
        <p:txBody>
          <a:bodyPr xmlns:a="http://schemas.openxmlformats.org/drawingml/2006/main">
            <a:noAutofit/>
          </a:bodyPr>
          <a:lstStyle xmlns:a="http://schemas.openxmlformats.org/drawingml/2006/main">
            <a:lvl1pPr>
              <a:lnSpc>
                <a:spcPct val="120000"/>
              </a:lnSpc>
              <a:buNone/>
              <a:defRPr sz="3600" b="1"/>
            </a:lvl1pPr>
          </a:lstStyle>
          <a:p xmlns:a="http://schemas.openxmlformats.org/drawingml/2006/main">
            <a:r>
              <a:t>타이틀</a:t>
            </a:r>
            <a:br/>
            <a:r>
              <a:t>(</a:t>
            </a:r>
            <a:r>
              <a:t>맑은 고딕 </a:t>
            </a:r>
            <a:r>
              <a:t>Bold, 36) </a:t>
            </a:r>
            <a:endParaRPr/>
          </a:p>
        </p:txBody>
      </p:sp>
      <p:pic>
        <p:nvPicPr>
          <p:cNvPr id="135" name="그림 68"/>
          <p:cNvPicPr>
            <a:picLocks xmlns:a="http://schemas.openxmlformats.org/drawingml/2006/main" noChangeAspect="1"/>
          </p:cNvPicPr>
          <p:nvPr/>
        </p:nvPicPr>
        <p:blipFill>
          <a:blip xmlns:r="http://schemas.openxmlformats.org/officeDocument/2006/relationships" xmlns:a="http://schemas.openxmlformats.org/drawingml/2006/main" r:embed="R1c6fe768e0e74e80"/>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7" name="텍스트 개체 틀 6">
            <a:extLst xmlns:a="http://schemas.openxmlformats.org/drawingml/2006/main">
              <a:ext uri="{FF2B5EF4-FFF2-40B4-BE49-F238E27FC236}">
                <a16:creationId xmlns:a16="http://schemas.microsoft.com/office/drawing/2014/main" id="{D7FBAC49-E8A2-424B-BFE6-70290C192913}"/>
              </a:ext>
            </a:extLst>
          </p:cNvPr>
          <p:cNvSpPr>
            <a:spLocks xmlns:a="http://schemas.openxmlformats.org/drawingml/2006/main" noGrp="1"/>
          </p:cNvSpPr>
          <p:nvPr>
            <p:ph type="body" idx="10" hasCustomPrompt="1"/>
          </p:nvPr>
        </p:nvSpPr>
        <p:spPr>
          <a:xfrm xmlns:a="http://schemas.openxmlformats.org/drawingml/2006/main">
            <a:off x="445294" y="2550319"/>
            <a:ext cx="5763816" cy="1275792"/>
          </a:xfrm>
        </p:spPr>
        <p:txBody>
          <a:bodyPr xmlns:a="http://schemas.openxmlformats.org/drawingml/2006/main">
            <a:normAutofit/>
          </a:bodyPr>
          <a:lstStyle xmlns:a="http://schemas.openxmlformats.org/drawingml/2006/main">
            <a:lvl1pPr marL="0" indent="0">
              <a:lnSpc>
                <a:spcPct val="120000"/>
              </a:lnSpc>
              <a:buNone/>
              <a:defRPr sz="1700"/>
            </a:lvl1pPr>
          </a:lstStyle>
          <a:p xmlns:a="http://schemas.openxmlformats.org/drawingml/2006/main">
            <a:pPr lvl="0">
              <a:buNone/>
            </a:pPr>
            <a:r>
              <a:t>'23.00.00(</a:t>
            </a:r>
            <a:r>
              <a:t>월</a:t>
            </a:r>
            <a:r>
              <a:t>)</a:t>
            </a:r>
          </a:p>
          <a:p xmlns:a="http://schemas.openxmlformats.org/drawingml/2006/main">
            <a:pPr lvl="0">
              <a:buNone/>
            </a:pPr>
            <a:r>
              <a:t>부서명</a:t>
            </a:r>
            <a:r>
              <a:t>, </a:t>
            </a:r>
            <a:r>
              <a:t>작성자</a:t>
            </a:r>
            <a:endParaRPr/>
          </a:p>
          <a:p xmlns:a="http://schemas.openxmlformats.org/drawingml/2006/main">
            <a:pPr lvl="0">
              <a:buNone/>
            </a:pPr>
            <a:r>
              <a:t>(</a:t>
            </a:r>
            <a:r>
              <a:t>맑은 고딕</a:t>
            </a:r>
            <a:r>
              <a:t>, 17)</a:t>
            </a:r>
          </a:p>
        </p:txBody>
      </p:sp>
      <p:sp>
        <p:nvSpPr>
          <p:cNvPr id="72" name="액자 71">
            <a:extLst xmlns:a="http://schemas.openxmlformats.org/drawingml/2006/main">
              <a:ext uri="{FF2B5EF4-FFF2-40B4-BE49-F238E27FC236}">
                <a16:creationId xmlns:a16="http://schemas.microsoft.com/office/drawing/2014/main" id="{40383436-7DB9-4AB1-92D1-9C19B4D9A1BF}"/>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74" name="직선 연결선 73">
            <a:extLst xmlns:a="http://schemas.openxmlformats.org/drawingml/2006/main">
              <a:ext uri="{FF2B5EF4-FFF2-40B4-BE49-F238E27FC236}">
                <a16:creationId xmlns:a16="http://schemas.microsoft.com/office/drawing/2014/main" id="{16B49775-3828-4917-98DC-D66243427CBC}"/>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337E370F-8DA0-4AC1-B3FB-98CBE724A762}"/>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11D2C333-B6DD-4568-BA8C-FFD10AC811E9}"/>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선 연결선 76">
            <a:extLst xmlns:a="http://schemas.openxmlformats.org/drawingml/2006/main">
              <a:ext uri="{FF2B5EF4-FFF2-40B4-BE49-F238E27FC236}">
                <a16:creationId xmlns:a16="http://schemas.microsoft.com/office/drawing/2014/main" id="{9C6FF6E5-65D9-43AE-AD69-EF1AA56F58E1}"/>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8" name="직선 연결선 77">
            <a:extLst xmlns:a="http://schemas.openxmlformats.org/drawingml/2006/main">
              <a:ext uri="{FF2B5EF4-FFF2-40B4-BE49-F238E27FC236}">
                <a16:creationId xmlns:a16="http://schemas.microsoft.com/office/drawing/2014/main" id="{5DCD2C65-B48C-4375-AA71-423A5178AAD7}"/>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9" name="직선 연결선 78">
            <a:extLst xmlns:a="http://schemas.openxmlformats.org/drawingml/2006/main">
              <a:ext uri="{FF2B5EF4-FFF2-40B4-BE49-F238E27FC236}">
                <a16:creationId xmlns:a16="http://schemas.microsoft.com/office/drawing/2014/main" id="{8444B3EB-AEC5-4D50-BDDC-A834C170C892}"/>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5" name="직선 연결선 84">
            <a:extLst xmlns:a="http://schemas.openxmlformats.org/drawingml/2006/main">
              <a:ext uri="{FF2B5EF4-FFF2-40B4-BE49-F238E27FC236}">
                <a16:creationId xmlns:a16="http://schemas.microsoft.com/office/drawing/2014/main" id="{90CC3953-A83B-4757-AF01-60256B224F86}"/>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직선 연결선 85">
            <a:extLst xmlns:a="http://schemas.openxmlformats.org/drawingml/2006/main">
              <a:ext uri="{FF2B5EF4-FFF2-40B4-BE49-F238E27FC236}">
                <a16:creationId xmlns:a16="http://schemas.microsoft.com/office/drawing/2014/main" id="{F0BE7E4A-6841-44A5-B293-5AB0EAC5A439}"/>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172D2079-2378-465D-8CA6-1EE63A6770F6}"/>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2" name="직선 연결선 81">
            <a:extLst xmlns:a="http://schemas.openxmlformats.org/drawingml/2006/main">
              <a:ext uri="{FF2B5EF4-FFF2-40B4-BE49-F238E27FC236}">
                <a16:creationId xmlns:a16="http://schemas.microsoft.com/office/drawing/2014/main" id="{79EE6ECE-0B0C-49F1-B73C-29E5FA7A52D9}"/>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직선 연결선 82">
            <a:extLst xmlns:a="http://schemas.openxmlformats.org/drawingml/2006/main">
              <a:ext uri="{FF2B5EF4-FFF2-40B4-BE49-F238E27FC236}">
                <a16:creationId xmlns:a16="http://schemas.microsoft.com/office/drawing/2014/main" id="{3981A90E-B875-43C4-B509-362F536C29A6}"/>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4" name="직선 연결선 83">
            <a:extLst xmlns:a="http://schemas.openxmlformats.org/drawingml/2006/main">
              <a:ext uri="{FF2B5EF4-FFF2-40B4-BE49-F238E27FC236}">
                <a16:creationId xmlns:a16="http://schemas.microsoft.com/office/drawing/2014/main" id="{21686757-F837-4DF1-84BD-14B9EB773CA6}"/>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9" name="모서리가 둥근 직사각형 88">
            <a:extLst xmlns:a="http://schemas.openxmlformats.org/drawingml/2006/main">
              <a:ext uri="{FF2B5EF4-FFF2-40B4-BE49-F238E27FC236}">
                <a16:creationId xmlns:a16="http://schemas.microsoft.com/office/drawing/2014/main" id="{6C0EE896-A378-40D0-968C-DE4BAAB70863}"/>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0" name="모서리가 둥근 직사각형 89">
            <a:extLst xmlns:a="http://schemas.openxmlformats.org/drawingml/2006/main">
              <a:ext uri="{FF2B5EF4-FFF2-40B4-BE49-F238E27FC236}">
                <a16:creationId xmlns:a16="http://schemas.microsoft.com/office/drawing/2014/main" id="{4355EE59-AE7C-4BE3-BF12-869BDBFFC079}"/>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1" name="타원 90">
            <a:extLst xmlns:a="http://schemas.openxmlformats.org/drawingml/2006/main">
              <a:ext uri="{FF2B5EF4-FFF2-40B4-BE49-F238E27FC236}">
                <a16:creationId xmlns:a16="http://schemas.microsoft.com/office/drawing/2014/main" id="{FB1E2D4C-A20D-4E6D-A0A6-CC43D5A6A779}"/>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2" name="타원 91">
            <a:extLst xmlns:a="http://schemas.openxmlformats.org/drawingml/2006/main">
              <a:ext uri="{FF2B5EF4-FFF2-40B4-BE49-F238E27FC236}">
                <a16:creationId xmlns:a16="http://schemas.microsoft.com/office/drawing/2014/main" id="{EC64F6CC-B2DE-4504-9EE1-FE0660CEC4E6}"/>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54" name="직선 연결선 92"/>
          <p:cNvCxnSpPr>
            <a:stCxn xmlns:a="http://schemas.openxmlformats.org/drawingml/2006/main" id="91" idx="4"/>
            <a:endCxn xmlns:a="http://schemas.openxmlformats.org/drawingml/2006/main" id="92"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타원 93">
            <a:extLst xmlns:a="http://schemas.openxmlformats.org/drawingml/2006/main">
              <a:ext uri="{FF2B5EF4-FFF2-40B4-BE49-F238E27FC236}">
                <a16:creationId xmlns:a16="http://schemas.microsoft.com/office/drawing/2014/main" id="{900BA551-F6CB-4EC6-B9FB-1D7B0469585F}"/>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5" name="타원 94">
            <a:extLst xmlns:a="http://schemas.openxmlformats.org/drawingml/2006/main">
              <a:ext uri="{FF2B5EF4-FFF2-40B4-BE49-F238E27FC236}">
                <a16:creationId xmlns:a16="http://schemas.microsoft.com/office/drawing/2014/main" id="{BA3289C1-0F66-4995-8DB5-CA7F718454CC}"/>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57" name="직선 연결선 95"/>
          <p:cNvCxnSpPr>
            <a:stCxn xmlns:a="http://schemas.openxmlformats.org/drawingml/2006/main" id="94" idx="4"/>
            <a:endCxn xmlns:a="http://schemas.openxmlformats.org/drawingml/2006/main" id="95"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7" name="타원 96">
            <a:extLst xmlns:a="http://schemas.openxmlformats.org/drawingml/2006/main">
              <a:ext uri="{FF2B5EF4-FFF2-40B4-BE49-F238E27FC236}">
                <a16:creationId xmlns:a16="http://schemas.microsoft.com/office/drawing/2014/main" id="{37942B79-FEA6-40B2-ADA6-4050D3022D8E}"/>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8" name="타원 97">
            <a:extLst xmlns:a="http://schemas.openxmlformats.org/drawingml/2006/main">
              <a:ext uri="{FF2B5EF4-FFF2-40B4-BE49-F238E27FC236}">
                <a16:creationId xmlns:a16="http://schemas.microsoft.com/office/drawing/2014/main" id="{73A87448-5842-4664-9785-5603324A48BB}"/>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60" name="직선 연결선 98"/>
          <p:cNvCxnSpPr>
            <a:stCxn xmlns:a="http://schemas.openxmlformats.org/drawingml/2006/main" id="97" idx="4"/>
            <a:endCxn xmlns:a="http://schemas.openxmlformats.org/drawingml/2006/main" id="98"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직사각형 99">
            <a:extLst xmlns:a="http://schemas.openxmlformats.org/drawingml/2006/main">
              <a:ext uri="{FF2B5EF4-FFF2-40B4-BE49-F238E27FC236}">
                <a16:creationId xmlns:a16="http://schemas.microsoft.com/office/drawing/2014/main" id="{BA40CEF3-65F6-4647-A197-6C19002947B2}"/>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1" name="직사각형 100">
            <a:extLst xmlns:a="http://schemas.openxmlformats.org/drawingml/2006/main">
              <a:ext uri="{FF2B5EF4-FFF2-40B4-BE49-F238E27FC236}">
                <a16:creationId xmlns:a16="http://schemas.microsoft.com/office/drawing/2014/main" id="{500A368B-0299-457D-9D36-0DF03DD5B40A}"/>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3" name="직선 연결선 102">
            <a:extLst xmlns:a="http://schemas.openxmlformats.org/drawingml/2006/main">
              <a:ext uri="{FF2B5EF4-FFF2-40B4-BE49-F238E27FC236}">
                <a16:creationId xmlns:a16="http://schemas.microsoft.com/office/drawing/2014/main" id="{140FA35A-48EC-4206-987D-42BB9DCCDC6D}"/>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4" name="직선 연결선 103">
            <a:extLst xmlns:a="http://schemas.openxmlformats.org/drawingml/2006/main">
              <a:ext uri="{FF2B5EF4-FFF2-40B4-BE49-F238E27FC236}">
                <a16:creationId xmlns:a16="http://schemas.microsoft.com/office/drawing/2014/main" id="{84022449-1516-4CFD-9E67-39153E922C07}"/>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5" name="직선 연결선 104">
            <a:extLst xmlns:a="http://schemas.openxmlformats.org/drawingml/2006/main">
              <a:ext uri="{FF2B5EF4-FFF2-40B4-BE49-F238E27FC236}">
                <a16:creationId xmlns:a16="http://schemas.microsoft.com/office/drawing/2014/main" id="{E76026A9-3BAD-46E4-B4AF-CBE58111D379}"/>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0" name="직선 연결선 109">
            <a:extLst xmlns:a="http://schemas.openxmlformats.org/drawingml/2006/main">
              <a:ext uri="{FF2B5EF4-FFF2-40B4-BE49-F238E27FC236}">
                <a16:creationId xmlns:a16="http://schemas.microsoft.com/office/drawing/2014/main" id="{0FA69FD6-3D59-494F-A436-F88D8554DC3A}"/>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1" name="직선 연결선 110">
            <a:extLst xmlns:a="http://schemas.openxmlformats.org/drawingml/2006/main">
              <a:ext uri="{FF2B5EF4-FFF2-40B4-BE49-F238E27FC236}">
                <a16:creationId xmlns:a16="http://schemas.microsoft.com/office/drawing/2014/main" id="{23D061FE-F4B6-45B0-9602-D3AF6206CF77}"/>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2" name="직선 연결선 111">
            <a:extLst xmlns:a="http://schemas.openxmlformats.org/drawingml/2006/main">
              <a:ext uri="{FF2B5EF4-FFF2-40B4-BE49-F238E27FC236}">
                <a16:creationId xmlns:a16="http://schemas.microsoft.com/office/drawing/2014/main" id="{EB8B08E7-9809-4117-B83D-7E4EED93170D}"/>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7" name="모서리가 둥근 직사각형 106">
            <a:extLst xmlns:a="http://schemas.openxmlformats.org/drawingml/2006/main">
              <a:ext uri="{FF2B5EF4-FFF2-40B4-BE49-F238E27FC236}">
                <a16:creationId xmlns:a16="http://schemas.microsoft.com/office/drawing/2014/main" id="{974F23C6-C414-490E-BD35-F3E3F4BDCA3D}"/>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8" name="육각형 107">
            <a:extLst xmlns:a="http://schemas.openxmlformats.org/drawingml/2006/main">
              <a:ext uri="{FF2B5EF4-FFF2-40B4-BE49-F238E27FC236}">
                <a16:creationId xmlns:a16="http://schemas.microsoft.com/office/drawing/2014/main" id="{DB8ACAB3-17B9-4AE0-BBC9-FF6B9D7C2999}"/>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9" name="다이아몬드 108">
            <a:extLst xmlns:a="http://schemas.openxmlformats.org/drawingml/2006/main">
              <a:ext uri="{FF2B5EF4-FFF2-40B4-BE49-F238E27FC236}">
                <a16:creationId xmlns:a16="http://schemas.microsoft.com/office/drawing/2014/main" id="{94E80765-ACF3-407A-AC7F-6186BB438B7D}"/>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4" name="직선 연결선 113">
            <a:extLst xmlns:a="http://schemas.openxmlformats.org/drawingml/2006/main">
              <a:ext uri="{FF2B5EF4-FFF2-40B4-BE49-F238E27FC236}">
                <a16:creationId xmlns:a16="http://schemas.microsoft.com/office/drawing/2014/main" id="{4E3276C0-ECBF-458A-84B7-985D432A7D49}"/>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5" name="직선 연결선 114">
            <a:extLst xmlns:a="http://schemas.openxmlformats.org/drawingml/2006/main">
              <a:ext uri="{FF2B5EF4-FFF2-40B4-BE49-F238E27FC236}">
                <a16:creationId xmlns:a16="http://schemas.microsoft.com/office/drawing/2014/main" id="{5506C7FB-8825-42CC-B884-291CD9741BE6}"/>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6" name="직선 연결선 115">
            <a:extLst xmlns:a="http://schemas.openxmlformats.org/drawingml/2006/main">
              <a:ext uri="{FF2B5EF4-FFF2-40B4-BE49-F238E27FC236}">
                <a16:creationId xmlns:a16="http://schemas.microsoft.com/office/drawing/2014/main" id="{4F0F0D79-BF44-400C-AF85-50BB0DA6894D}"/>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7" name="직선 연결선 116">
            <a:extLst xmlns:a="http://schemas.openxmlformats.org/drawingml/2006/main">
              <a:ext uri="{FF2B5EF4-FFF2-40B4-BE49-F238E27FC236}">
                <a16:creationId xmlns:a16="http://schemas.microsoft.com/office/drawing/2014/main" id="{DDF4D5A9-69C8-4802-8035-C8B4C7783311}"/>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8" name="직사각형 117">
            <a:extLst xmlns:a="http://schemas.openxmlformats.org/drawingml/2006/main">
              <a:ext uri="{FF2B5EF4-FFF2-40B4-BE49-F238E27FC236}">
                <a16:creationId xmlns:a16="http://schemas.microsoft.com/office/drawing/2014/main" id="{1D2AA33D-3C24-450E-89A8-213D466329AE}"/>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9" name="직사각형 118">
            <a:extLst xmlns:a="http://schemas.openxmlformats.org/drawingml/2006/main">
              <a:ext uri="{FF2B5EF4-FFF2-40B4-BE49-F238E27FC236}">
                <a16:creationId xmlns:a16="http://schemas.microsoft.com/office/drawing/2014/main" id="{2B9A8832-A814-4E49-8DF6-75247F83CAC8}"/>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0" name="직사각형 119">
            <a:extLst xmlns:a="http://schemas.openxmlformats.org/drawingml/2006/main">
              <a:ext uri="{FF2B5EF4-FFF2-40B4-BE49-F238E27FC236}">
                <a16:creationId xmlns:a16="http://schemas.microsoft.com/office/drawing/2014/main" id="{11E25198-D3A8-409D-AF0D-03CAC0092E0C}"/>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1" name="직사각형 120">
            <a:extLst xmlns:a="http://schemas.openxmlformats.org/drawingml/2006/main">
              <a:ext uri="{FF2B5EF4-FFF2-40B4-BE49-F238E27FC236}">
                <a16:creationId xmlns:a16="http://schemas.microsoft.com/office/drawing/2014/main" id="{9EB57499-607C-41B0-BC90-895E49053B7C}"/>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2" name="타원 121">
            <a:extLst xmlns:a="http://schemas.openxmlformats.org/drawingml/2006/main">
              <a:ext uri="{FF2B5EF4-FFF2-40B4-BE49-F238E27FC236}">
                <a16:creationId xmlns:a16="http://schemas.microsoft.com/office/drawing/2014/main" id="{E72018B3-7428-49BC-8C5D-549181393718}"/>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3" name="타원 122">
            <a:extLst xmlns:a="http://schemas.openxmlformats.org/drawingml/2006/main">
              <a:ext uri="{FF2B5EF4-FFF2-40B4-BE49-F238E27FC236}">
                <a16:creationId xmlns:a16="http://schemas.microsoft.com/office/drawing/2014/main" id="{4DA495D9-49A7-4558-ACEC-0E7D195ED3D9}"/>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pic>
        <p:nvPicPr>
          <p:cNvPr id="182" name="그림 123"/>
          <p:cNvPicPr>
            <a:picLocks xmlns:a="http://schemas.openxmlformats.org/drawingml/2006/main" noChangeAspect="1"/>
          </p:cNvPicPr>
          <p:nvPr/>
        </p:nvPicPr>
        <p:blipFill>
          <a:blip xmlns:r="http://schemas.openxmlformats.org/officeDocument/2006/relationships" xmlns:a="http://schemas.openxmlformats.org/drawingml/2006/main" r:embed="R58c511302e3b4a91"/>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Tree>
  </p:cSld>
</p:sldLayout>
</file>

<file path=ppt/slideLayouts/slideLayout2.xml><?xml version="1.0" encoding="utf-8"?>
<p:sldLayout xmlns:p="http://schemas.openxmlformats.org/presentationml/2006/main" userDrawn="1">
  <p:cSld name="1_제목 및 내용">
    <p:spTree>
      <p:nvGrpSpPr>
        <p:cNvPr id="1" name=""/>
        <p:cNvGrpSpPr/>
        <p:nvPr/>
      </p:nvGrpSpPr>
      <p:grpSpPr>
        <a:xfrm xmlns:a="http://schemas.openxmlformats.org/drawingml/2006/main"/>
      </p:grpSpPr>
      <p:pic>
        <p:nvPicPr>
          <p:cNvPr id="95" name="그림 83"/>
          <p:cNvPicPr>
            <a:picLocks xmlns:a="http://schemas.openxmlformats.org/drawingml/2006/main" noChangeAspect="1"/>
          </p:cNvPicPr>
          <p:nvPr/>
        </p:nvPicPr>
        <p:blipFill>
          <a:blip xmlns:r="http://schemas.openxmlformats.org/officeDocument/2006/relationships" xmlns:a="http://schemas.openxmlformats.org/drawingml/2006/main" r:embed="R84a494b7e2f24a8d"/>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32" name="액자 31">
            <a:extLst xmlns:a="http://schemas.openxmlformats.org/drawingml/2006/main">
              <a:ext uri="{FF2B5EF4-FFF2-40B4-BE49-F238E27FC236}">
                <a16:creationId xmlns:a16="http://schemas.microsoft.com/office/drawing/2014/main" id="{A76E052A-304F-431F-8612-21DA6632DBF2}"/>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33" name="직선 연결선 32">
            <a:extLst xmlns:a="http://schemas.openxmlformats.org/drawingml/2006/main">
              <a:ext uri="{FF2B5EF4-FFF2-40B4-BE49-F238E27FC236}">
                <a16:creationId xmlns:a16="http://schemas.microsoft.com/office/drawing/2014/main" id="{A1AB4622-7306-4297-BECB-C7D101449F78}"/>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직선 연결선 33">
            <a:extLst xmlns:a="http://schemas.openxmlformats.org/drawingml/2006/main">
              <a:ext uri="{FF2B5EF4-FFF2-40B4-BE49-F238E27FC236}">
                <a16:creationId xmlns:a16="http://schemas.microsoft.com/office/drawing/2014/main" id="{AB7EFA31-825A-47B0-BFDD-B407DEA65911}"/>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직선 연결선 34">
            <a:extLst xmlns:a="http://schemas.openxmlformats.org/drawingml/2006/main">
              <a:ext uri="{FF2B5EF4-FFF2-40B4-BE49-F238E27FC236}">
                <a16:creationId xmlns:a16="http://schemas.microsoft.com/office/drawing/2014/main" id="{67C3AD89-7471-447F-B7D3-2E1B7E5E26BC}"/>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직선 연결선 35">
            <a:extLst xmlns:a="http://schemas.openxmlformats.org/drawingml/2006/main">
              <a:ext uri="{FF2B5EF4-FFF2-40B4-BE49-F238E27FC236}">
                <a16:creationId xmlns:a16="http://schemas.microsoft.com/office/drawing/2014/main" id="{C48A2074-43C9-4245-931B-98F88EBC6764}"/>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직선 연결선 36">
            <a:extLst xmlns:a="http://schemas.openxmlformats.org/drawingml/2006/main">
              <a:ext uri="{FF2B5EF4-FFF2-40B4-BE49-F238E27FC236}">
                <a16:creationId xmlns:a16="http://schemas.microsoft.com/office/drawing/2014/main" id="{6293E9AA-B668-4C40-85D6-C637C3113E6D}"/>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직선 연결선 37">
            <a:extLst xmlns:a="http://schemas.openxmlformats.org/drawingml/2006/main">
              <a:ext uri="{FF2B5EF4-FFF2-40B4-BE49-F238E27FC236}">
                <a16:creationId xmlns:a16="http://schemas.microsoft.com/office/drawing/2014/main" id="{847A8D65-CBA9-40DA-9DAE-35683CB4E01A}"/>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4" name="직선 연결선 43">
            <a:extLst xmlns:a="http://schemas.openxmlformats.org/drawingml/2006/main">
              <a:ext uri="{FF2B5EF4-FFF2-40B4-BE49-F238E27FC236}">
                <a16:creationId xmlns:a16="http://schemas.microsoft.com/office/drawing/2014/main" id="{43504E58-B66D-4E58-9BD8-486FF65A72CD}"/>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5" name="직선 연결선 44">
            <a:extLst xmlns:a="http://schemas.openxmlformats.org/drawingml/2006/main">
              <a:ext uri="{FF2B5EF4-FFF2-40B4-BE49-F238E27FC236}">
                <a16:creationId xmlns:a16="http://schemas.microsoft.com/office/drawing/2014/main" id="{35A9752B-A9DF-42CC-8F11-B37391E6A862}"/>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직선 연결선 45">
            <a:extLst xmlns:a="http://schemas.openxmlformats.org/drawingml/2006/main">
              <a:ext uri="{FF2B5EF4-FFF2-40B4-BE49-F238E27FC236}">
                <a16:creationId xmlns:a16="http://schemas.microsoft.com/office/drawing/2014/main" id="{B0ECE911-752C-43AF-90FE-10560481AED0}"/>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직선 연결선 40">
            <a:extLst xmlns:a="http://schemas.openxmlformats.org/drawingml/2006/main">
              <a:ext uri="{FF2B5EF4-FFF2-40B4-BE49-F238E27FC236}">
                <a16:creationId xmlns:a16="http://schemas.microsoft.com/office/drawing/2014/main" id="{75A1007E-DD31-490C-8985-5753494F87B3}"/>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직선 연결선 41">
            <a:extLst xmlns:a="http://schemas.openxmlformats.org/drawingml/2006/main">
              <a:ext uri="{FF2B5EF4-FFF2-40B4-BE49-F238E27FC236}">
                <a16:creationId xmlns:a16="http://schemas.microsoft.com/office/drawing/2014/main" id="{AF739EA9-75B0-4808-B707-51CD0A59E452}"/>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직선 연결선 42">
            <a:extLst xmlns:a="http://schemas.openxmlformats.org/drawingml/2006/main">
              <a:ext uri="{FF2B5EF4-FFF2-40B4-BE49-F238E27FC236}">
                <a16:creationId xmlns:a16="http://schemas.microsoft.com/office/drawing/2014/main" id="{42C9CC2F-3B81-47E5-9142-363376BC9A74}"/>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8" name="모서리가 둥근 직사각형 47">
            <a:extLst xmlns:a="http://schemas.openxmlformats.org/drawingml/2006/main">
              <a:ext uri="{FF2B5EF4-FFF2-40B4-BE49-F238E27FC236}">
                <a16:creationId xmlns:a16="http://schemas.microsoft.com/office/drawing/2014/main" id="{CE79FD9A-9038-4D15-86BD-CE22152BD028}"/>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49" name="모서리가 둥근 직사각형 48">
            <a:extLst xmlns:a="http://schemas.openxmlformats.org/drawingml/2006/main">
              <a:ext uri="{FF2B5EF4-FFF2-40B4-BE49-F238E27FC236}">
                <a16:creationId xmlns:a16="http://schemas.microsoft.com/office/drawing/2014/main" id="{065CAAB9-B399-4700-9294-ED6C0D3F30EB}"/>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0" name="타원 49">
            <a:extLst xmlns:a="http://schemas.openxmlformats.org/drawingml/2006/main">
              <a:ext uri="{FF2B5EF4-FFF2-40B4-BE49-F238E27FC236}">
                <a16:creationId xmlns:a16="http://schemas.microsoft.com/office/drawing/2014/main" id="{94F6E216-A0C2-4968-80ED-EEAC1A63BD00}"/>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1" name="타원 50">
            <a:extLst xmlns:a="http://schemas.openxmlformats.org/drawingml/2006/main">
              <a:ext uri="{FF2B5EF4-FFF2-40B4-BE49-F238E27FC236}">
                <a16:creationId xmlns:a16="http://schemas.microsoft.com/office/drawing/2014/main" id="{584FF821-89BA-43B9-9565-E766A412C80C}"/>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3" name="직선 연결선 51"/>
          <p:cNvCxnSpPr>
            <a:stCxn xmlns:a="http://schemas.openxmlformats.org/drawingml/2006/main" id="50" idx="4"/>
            <a:endCxn xmlns:a="http://schemas.openxmlformats.org/drawingml/2006/main" id="51"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3" name="타원 52">
            <a:extLst xmlns:a="http://schemas.openxmlformats.org/drawingml/2006/main">
              <a:ext uri="{FF2B5EF4-FFF2-40B4-BE49-F238E27FC236}">
                <a16:creationId xmlns:a16="http://schemas.microsoft.com/office/drawing/2014/main" id="{BB9E8010-D8FC-4003-9AF6-7581260F8ECC}"/>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4" name="타원 53">
            <a:extLst xmlns:a="http://schemas.openxmlformats.org/drawingml/2006/main">
              <a:ext uri="{FF2B5EF4-FFF2-40B4-BE49-F238E27FC236}">
                <a16:creationId xmlns:a16="http://schemas.microsoft.com/office/drawing/2014/main" id="{C2B9C4C4-E92B-45A2-9D1F-D5512D6A30B9}"/>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6" name="직선 연결선 54"/>
          <p:cNvCxnSpPr>
            <a:stCxn xmlns:a="http://schemas.openxmlformats.org/drawingml/2006/main" id="53" idx="4"/>
            <a:endCxn xmlns:a="http://schemas.openxmlformats.org/drawingml/2006/main" id="54"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6" name="타원 55">
            <a:extLst xmlns:a="http://schemas.openxmlformats.org/drawingml/2006/main">
              <a:ext uri="{FF2B5EF4-FFF2-40B4-BE49-F238E27FC236}">
                <a16:creationId xmlns:a16="http://schemas.microsoft.com/office/drawing/2014/main" id="{EC67F356-5AF3-4F62-8E6F-0576C76E8812}"/>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7" name="타원 56">
            <a:extLst xmlns:a="http://schemas.openxmlformats.org/drawingml/2006/main">
              <a:ext uri="{FF2B5EF4-FFF2-40B4-BE49-F238E27FC236}">
                <a16:creationId xmlns:a16="http://schemas.microsoft.com/office/drawing/2014/main" id="{041CBDA3-D8B1-4F5F-B048-3BEF17AF1BB1}"/>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9" name="직선 연결선 57"/>
          <p:cNvCxnSpPr>
            <a:stCxn xmlns:a="http://schemas.openxmlformats.org/drawingml/2006/main" id="56" idx="4"/>
            <a:endCxn xmlns:a="http://schemas.openxmlformats.org/drawingml/2006/main" id="57"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9" name="직사각형 58">
            <a:extLst xmlns:a="http://schemas.openxmlformats.org/drawingml/2006/main">
              <a:ext uri="{FF2B5EF4-FFF2-40B4-BE49-F238E27FC236}">
                <a16:creationId xmlns:a16="http://schemas.microsoft.com/office/drawing/2014/main" id="{1097A9A5-4ECE-4CF7-B27F-83920D7E887D}"/>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0" name="직사각형 59">
            <a:extLst xmlns:a="http://schemas.openxmlformats.org/drawingml/2006/main">
              <a:ext uri="{FF2B5EF4-FFF2-40B4-BE49-F238E27FC236}">
                <a16:creationId xmlns:a16="http://schemas.microsoft.com/office/drawing/2014/main" id="{146EF0C8-AD7A-47B1-862C-0286AF989C90}"/>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2" name="직선 연결선 61">
            <a:extLst xmlns:a="http://schemas.openxmlformats.org/drawingml/2006/main">
              <a:ext uri="{FF2B5EF4-FFF2-40B4-BE49-F238E27FC236}">
                <a16:creationId xmlns:a16="http://schemas.microsoft.com/office/drawing/2014/main" id="{D8B8A53F-3F3A-4B68-A365-B65E01FDC9B1}"/>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직선 연결선 62">
            <a:extLst xmlns:a="http://schemas.openxmlformats.org/drawingml/2006/main">
              <a:ext uri="{FF2B5EF4-FFF2-40B4-BE49-F238E27FC236}">
                <a16:creationId xmlns:a16="http://schemas.microsoft.com/office/drawing/2014/main" id="{BD26297C-9170-41C8-A48F-CE118A56CE2C}"/>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4" name="직선 연결선 63">
            <a:extLst xmlns:a="http://schemas.openxmlformats.org/drawingml/2006/main">
              <a:ext uri="{FF2B5EF4-FFF2-40B4-BE49-F238E27FC236}">
                <a16:creationId xmlns:a16="http://schemas.microsoft.com/office/drawing/2014/main" id="{AE63FBD8-014E-4E5D-93FD-BBFE8F32A755}"/>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9" name="직선 연결선 68">
            <a:extLst xmlns:a="http://schemas.openxmlformats.org/drawingml/2006/main">
              <a:ext uri="{FF2B5EF4-FFF2-40B4-BE49-F238E27FC236}">
                <a16:creationId xmlns:a16="http://schemas.microsoft.com/office/drawing/2014/main" id="{231C0632-2A8F-478A-94A4-F4EB73C2CD7F}"/>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직선 연결선 69">
            <a:extLst xmlns:a="http://schemas.openxmlformats.org/drawingml/2006/main">
              <a:ext uri="{FF2B5EF4-FFF2-40B4-BE49-F238E27FC236}">
                <a16:creationId xmlns:a16="http://schemas.microsoft.com/office/drawing/2014/main" id="{D01E7BBB-6A17-409C-9E58-B1BDC79DA174}"/>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직선 연결선 70">
            <a:extLst xmlns:a="http://schemas.openxmlformats.org/drawingml/2006/main">
              <a:ext uri="{FF2B5EF4-FFF2-40B4-BE49-F238E27FC236}">
                <a16:creationId xmlns:a16="http://schemas.microsoft.com/office/drawing/2014/main" id="{8AA6787D-EB22-4AF5-89E7-485541444F64}"/>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6" name="모서리가 둥근 직사각형 65">
            <a:extLst xmlns:a="http://schemas.openxmlformats.org/drawingml/2006/main">
              <a:ext uri="{FF2B5EF4-FFF2-40B4-BE49-F238E27FC236}">
                <a16:creationId xmlns:a16="http://schemas.microsoft.com/office/drawing/2014/main" id="{F7DF5462-77DE-4771-8C7B-C45368F958F2}"/>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7" name="육각형 66">
            <a:extLst xmlns:a="http://schemas.openxmlformats.org/drawingml/2006/main">
              <a:ext uri="{FF2B5EF4-FFF2-40B4-BE49-F238E27FC236}">
                <a16:creationId xmlns:a16="http://schemas.microsoft.com/office/drawing/2014/main" id="{B40F3077-88E0-4D2E-9E9D-187EBB32FD7C}"/>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8" name="다이아몬드 67">
            <a:extLst xmlns:a="http://schemas.openxmlformats.org/drawingml/2006/main">
              <a:ext uri="{FF2B5EF4-FFF2-40B4-BE49-F238E27FC236}">
                <a16:creationId xmlns:a16="http://schemas.microsoft.com/office/drawing/2014/main" id="{A4927BE8-E482-4B9A-A57E-CF29CE2AAE23}"/>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3" name="직선 연결선 72">
            <a:extLst xmlns:a="http://schemas.openxmlformats.org/drawingml/2006/main">
              <a:ext uri="{FF2B5EF4-FFF2-40B4-BE49-F238E27FC236}">
                <a16:creationId xmlns:a16="http://schemas.microsoft.com/office/drawing/2014/main" id="{2E9825FF-047A-438B-870B-A13216BFAB72}"/>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직선 연결선 73">
            <a:extLst xmlns:a="http://schemas.openxmlformats.org/drawingml/2006/main">
              <a:ext uri="{FF2B5EF4-FFF2-40B4-BE49-F238E27FC236}">
                <a16:creationId xmlns:a16="http://schemas.microsoft.com/office/drawing/2014/main" id="{FAF37196-49D1-4ACA-A8A0-6DAAAD82D83C}"/>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554E785E-4F59-41AF-91ED-09891EAA2030}"/>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AB6F7CFF-1B55-4209-9EA1-FC92562F9ED3}"/>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사각형 76">
            <a:extLst xmlns:a="http://schemas.openxmlformats.org/drawingml/2006/main">
              <a:ext uri="{FF2B5EF4-FFF2-40B4-BE49-F238E27FC236}">
                <a16:creationId xmlns:a16="http://schemas.microsoft.com/office/drawing/2014/main" id="{59A7C3C8-A3F9-4A3E-A85E-CEDA4A946F48}"/>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8" name="직사각형 77">
            <a:extLst xmlns:a="http://schemas.openxmlformats.org/drawingml/2006/main">
              <a:ext uri="{FF2B5EF4-FFF2-40B4-BE49-F238E27FC236}">
                <a16:creationId xmlns:a16="http://schemas.microsoft.com/office/drawing/2014/main" id="{70A3AB52-E0B7-4781-8F69-C2AC3445778E}"/>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9" name="직사각형 78">
            <a:extLst xmlns:a="http://schemas.openxmlformats.org/drawingml/2006/main">
              <a:ext uri="{FF2B5EF4-FFF2-40B4-BE49-F238E27FC236}">
                <a16:creationId xmlns:a16="http://schemas.microsoft.com/office/drawing/2014/main" id="{3180FE78-5509-4A48-990D-0085E51DCDF2}"/>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0" name="직사각형 79">
            <a:extLst xmlns:a="http://schemas.openxmlformats.org/drawingml/2006/main">
              <a:ext uri="{FF2B5EF4-FFF2-40B4-BE49-F238E27FC236}">
                <a16:creationId xmlns:a16="http://schemas.microsoft.com/office/drawing/2014/main" id="{C35AE9D0-ADEC-4D4D-B0ED-A0A5009E3D71}"/>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1" name="타원 80">
            <a:extLst xmlns:a="http://schemas.openxmlformats.org/drawingml/2006/main">
              <a:ext uri="{FF2B5EF4-FFF2-40B4-BE49-F238E27FC236}">
                <a16:creationId xmlns:a16="http://schemas.microsoft.com/office/drawing/2014/main" id="{213BF228-81F5-4EB8-ABFA-1ED9DFC5E5BB}"/>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2" name="타원 81">
            <a:extLst xmlns:a="http://schemas.openxmlformats.org/drawingml/2006/main">
              <a:ext uri="{FF2B5EF4-FFF2-40B4-BE49-F238E27FC236}">
                <a16:creationId xmlns:a16="http://schemas.microsoft.com/office/drawing/2014/main" id="{A118F730-6E7D-4303-9C72-064387773379}"/>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5" name="TextBox 84">
            <a:extLst xmlns:a="http://schemas.openxmlformats.org/drawingml/2006/main">
              <a:ext uri="{FF2B5EF4-FFF2-40B4-BE49-F238E27FC236}">
                <a16:creationId xmlns:a16="http://schemas.microsoft.com/office/drawing/2014/main" id="{36A14615-649F-4EA6-BA80-81913BB36212}"/>
              </a:ext>
            </a:extLst>
          </p:cNvPr>
          <p:cNvSpPr>
            <a:spLocks xmlns:a="http://schemas.openxmlformats.org/drawingml/2006/main" noGrp="1"/>
          </p:cNvSpPr>
          <p:nvPr/>
        </p:nvSpPr>
        <p:spPr>
          <a:xfrm xmlns:a="http://schemas.openxmlformats.org/drawingml/2006/main">
            <a:off x="2658889" y="1820488"/>
            <a:ext cx="847898"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solidFill>
                  <a:srgbClr val="0000FF"/>
                </a:solidFill>
                <a:latin typeface="+mj-ea"/>
                <a:ea typeface="+mj-ea"/>
                <a:cs typeface="+mj-ea"/>
              </a:rPr>
              <a:t>Agenda</a:t>
            </a:r>
            <a:endParaRPr sz="1400" b="1">
              <a:solidFill>
                <a:srgbClr val="0000FF"/>
              </a:solidFill>
              <a:latin typeface="+mj-ea"/>
              <a:ea typeface="+mj-ea"/>
              <a:cs typeface="+mj-ea"/>
            </a:endParaRPr>
          </a:p>
        </p:txBody>
      </p:sp>
      <p:sp>
        <p:nvSpPr>
          <p:cNvPr id="86" name="직선 연결선 85">
            <a:extLst xmlns:a="http://schemas.openxmlformats.org/drawingml/2006/main">
              <a:ext uri="{FF2B5EF4-FFF2-40B4-BE49-F238E27FC236}">
                <a16:creationId xmlns:a16="http://schemas.microsoft.com/office/drawing/2014/main" id="{B510C055-746C-462D-95C5-42F8EE0F1F41}"/>
              </a:ext>
            </a:extLst>
          </p:cNvPr>
          <p:cNvSpPr>
            <a:spLocks xmlns:a="http://schemas.openxmlformats.org/drawingml/2006/main" noGrp="1"/>
          </p:cNvSpPr>
          <p:nvPr/>
        </p:nvSpPr>
        <p:spPr>
          <a:xfrm xmlns:a="http://schemas.openxmlformats.org/drawingml/2006/main">
            <a:off x="2679838" y="1744280"/>
            <a:ext cx="711827" cy="0"/>
          </a:xfrm>
          <a:prstGeom xmlns:a="http://schemas.openxmlformats.org/drawingml/2006/main" prst="line">
            <a:avLst/>
          </a:prstGeom>
          <a:ln xmlns:a="http://schemas.openxmlformats.org/drawingml/2006/main" w="63500">
            <a:solidFill>
              <a:srgbClr val="0000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E6D57810-517A-4C73-A5DA-570E4B90EF60}"/>
              </a:ext>
            </a:extLst>
          </p:cNvPr>
          <p:cNvSpPr>
            <a:spLocks xmlns:a="http://schemas.openxmlformats.org/drawingml/2006/main" noGrp="1"/>
          </p:cNvSpPr>
          <p:nvPr/>
        </p:nvSpPr>
        <p:spPr>
          <a:xfrm xmlns:a="http://schemas.openxmlformats.org/drawingml/2006/main">
            <a:off x="3535285" y="1744280"/>
            <a:ext cx="2030922" cy="0"/>
          </a:xfrm>
          <a:prstGeom xmlns:a="http://schemas.openxmlformats.org/drawingml/2006/main" prst="line">
            <a:avLst/>
          </a:prstGeom>
          <a:ln xmlns:a="http://schemas.openxmlformats.org/drawingml/2006/main" w="635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텍스트 개체 틀 6">
            <a:extLst xmlns:a="http://schemas.openxmlformats.org/drawingml/2006/main">
              <a:ext uri="{FF2B5EF4-FFF2-40B4-BE49-F238E27FC236}">
                <a16:creationId xmlns:a16="http://schemas.microsoft.com/office/drawing/2014/main" id="{D474EEA5-7991-439A-8812-636E5614E913}"/>
              </a:ext>
            </a:extLst>
          </p:cNvPr>
          <p:cNvSpPr>
            <a:spLocks xmlns:a="http://schemas.openxmlformats.org/drawingml/2006/main" noGrp="1"/>
          </p:cNvSpPr>
          <p:nvPr>
            <p:ph type="body" idx="10" hasCustomPrompt="1"/>
          </p:nvPr>
        </p:nvSpPr>
        <p:spPr>
          <a:xfrm xmlns:a="http://schemas.openxmlformats.org/drawingml/2006/main">
            <a:off x="3456797" y="1632164"/>
            <a:ext cx="3534855" cy="2814648"/>
          </a:xfrm>
        </p:spPr>
        <p:txBody>
          <a:bodyPr xmlns:a="http://schemas.openxmlformats.org/drawingml/2006/main">
            <a:normAutofit/>
          </a:bodyPr>
          <a:lstStyle xmlns:a="http://schemas.openxmlformats.org/drawingml/2006/main">
            <a:lvl1pPr marL="257175" indent="-257175">
              <a:lnSpc>
                <a:spcPct val="250000"/>
              </a:lnSpc>
              <a:buFont typeface="+mj-lt"/>
              <a:buAutoNum type="arabicPeriod"/>
              <a:defRPr sz="1400">
                <a:latin typeface="+mj-ea"/>
                <a:ea typeface="+mj-ea"/>
                <a:cs typeface="+mj-ea"/>
              </a:defRPr>
            </a:lvl1pPr>
          </a:lstStyle>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p:txBody>
      </p:sp>
      <p:pic>
        <p:nvPicPr>
          <p:cNvPr id="145" name="그림 88"/>
          <p:cNvPicPr>
            <a:picLocks xmlns:a="http://schemas.openxmlformats.org/drawingml/2006/main" noChangeAspect="1"/>
          </p:cNvPicPr>
          <p:nvPr/>
        </p:nvPicPr>
        <p:blipFill>
          <a:blip xmlns:r="http://schemas.openxmlformats.org/officeDocument/2006/relationships" xmlns:a="http://schemas.openxmlformats.org/drawingml/2006/main" r:embed="R512b6a729e6a4f6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91" name="TextBox 90">
            <a:extLst xmlns:a="http://schemas.openxmlformats.org/drawingml/2006/main">
              <a:ext uri="{FF2B5EF4-FFF2-40B4-BE49-F238E27FC236}">
                <a16:creationId xmlns:a16="http://schemas.microsoft.com/office/drawing/2014/main" id="{7ECF58BA-70CC-4312-867A-C46A80228748}"/>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147" name="그림 93"/>
          <p:cNvPicPr>
            <a:picLocks xmlns:a="http://schemas.openxmlformats.org/drawingml/2006/main" noChangeAspect="1"/>
          </p:cNvPicPr>
          <p:nvPr/>
        </p:nvPicPr>
        <p:blipFill>
          <a:blip xmlns:r="http://schemas.openxmlformats.org/officeDocument/2006/relationships" xmlns:a="http://schemas.openxmlformats.org/drawingml/2006/main" r:embed="Rbc12142525de4469"/>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83" name="텍스트 개체 틀 7">
            <a:extLst xmlns:a="http://schemas.openxmlformats.org/drawingml/2006/main">
              <a:ext uri="{FF2B5EF4-FFF2-40B4-BE49-F238E27FC236}">
                <a16:creationId xmlns:a16="http://schemas.microsoft.com/office/drawing/2014/main" id="{A9E2CE79-31BF-4531-9CD5-EF195DBA9450}"/>
              </a:ext>
            </a:extLst>
          </p:cNvPr>
          <p:cNvSpPr>
            <a:spLocks xmlns:a="http://schemas.openxmlformats.org/drawingml/2006/main" noGrp="1"/>
          </p:cNvSpPr>
          <p:nvPr>
            <p:ph type="body" idx="12"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88" name="TextBox 4">
            <a:extLst xmlns:a="http://schemas.openxmlformats.org/drawingml/2006/main">
              <a:ext uri="{FF2B5EF4-FFF2-40B4-BE49-F238E27FC236}">
                <a16:creationId xmlns:a16="http://schemas.microsoft.com/office/drawing/2014/main" id="{AF71E2EB-3717-49AC-AABF-F922C63181F1}"/>
              </a:ext>
            </a:extLst>
          </p:cNvPr>
          <p:cNvSpPr>
            <a:spLocks xmlns:a="http://schemas.openxmlformats.org/drawingml/2006/main" noGrp="1"/>
          </p:cNvSpPr>
          <p:nvPr/>
        </p:nvSpPr>
        <p:spPr>
          <a:xfrm xmlns:a="http://schemas.openxmlformats.org/drawingml/2006/main">
            <a:off x="4294823" y="4815579"/>
            <a:ext cx="554355" cy="230820"/>
          </a:xfrm>
          <a:prstGeom xmlns:a="http://schemas.openxmlformats.org/drawingml/2006/main" prst="rect">
            <a:avLst/>
          </a:prstGeom>
          <a:noFill xmlns:a="http://schemas.openxmlformats.org/drawingml/2006/main"/>
        </p:spPr>
        <p:txBody>
          <a:bodyPr xmlns:a="http://schemas.openxmlformats.org/drawingml/2006/main" wrap="square" lIns="68570" tIns="34284" rIns="68570" bIns="34284">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/7</a:t>
            </a:r>
            <a:endParaRPr sz="1050" b="0">
              <a:solidFill>
                <a:schemeClr val="bg1">
                  <a:lumMod val="65000"/>
                </a:schemeClr>
              </a:solidFill>
              <a:latin typeface="+mj-lt"/>
              <a:ea typeface="+mj-lt"/>
              <a:cs typeface="+mj-lt"/>
            </a:endParaRPr>
          </a:p>
        </p:txBody>
      </p:sp>
    </p:spTree>
  </p:cSld>
</p:sldLayout>
</file>

<file path=ppt/slideLayouts/slideLayout3.xml><?xml version="1.0" encoding="utf-8"?>
<p:sldLayout xmlns:p="http://schemas.openxmlformats.org/presentationml/2006/main" userDrawn="1">
  <p:cSld name="2_제목 및 내용">
    <p:spTree>
      <p:nvGrpSpPr>
        <p:cNvPr id="1" name=""/>
        <p:cNvGrpSpPr/>
        <p:nvPr/>
      </p:nvGrpSpPr>
      <p:grpSpPr>
        <a:xfrm xmlns:a="http://schemas.openxmlformats.org/drawingml/2006/main"/>
      </p:grpSpPr>
      <p:graphicFrame>
        <p:nvGraphicFramePr>
          <p:cNvPr id="45" name="표 24"/>
          <p:cNvGraphicFramePr/>
          <p:nvPr/>
        </p:nvGraphicFramePr>
        <p:xfrm>
          <a:off xmlns:a="http://schemas.openxmlformats.org/drawingml/2006/main" x="283845" y="822484"/>
          <a:ext xmlns:a="http://schemas.openxmlformats.org/drawingml/2006/main" cx="8563425" cy="4021444"/>
        </p:xfrm>
        <a:graphic xmlns:a="http://schemas.openxmlformats.org/drawingml/2006/main">
          <a:graphicData uri="http://schemas.openxmlformats.org/drawingml/2006/table">
            <a:tbl>
              <a:tblPr firstRow="1" bandRow="1">
                <a:tableStyleId>{5C22544A-7EE6-4342-B048-85BDC9FD1C3A}</a:tableStyleId>
              </a:tblPr>
              <a:tblGrid>
                <a:gridCol w="1299210"/>
                <a:gridCol w="7264215"/>
              </a:tblGrid>
              <a:tr h="583406">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0007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58864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1555470">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r>
                        <a:rPr sz="1100" b="0">
                          <a:solidFill>
                            <a:schemeClr val="tx1"/>
                          </a:solidFill>
                        </a:rPr>
                        <a:t> </a:t>
                      </a: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25268">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8" name="텍스트 개체 틀 7">
            <a:extLst xmlns:a="http://schemas.openxmlformats.org/drawingml/2006/main">
              <a:ext uri="{FF2B5EF4-FFF2-40B4-BE49-F238E27FC236}">
                <a16:creationId xmlns:a16="http://schemas.microsoft.com/office/drawing/2014/main" id="{9373B74D-0841-4558-A24B-C8E62059E4D5}"/>
              </a:ext>
            </a:extLst>
          </p:cNvPr>
          <p:cNvSpPr>
            <a:spLocks xmlns:a="http://schemas.openxmlformats.org/drawingml/2006/main" noGrp="1"/>
          </p:cNvSpPr>
          <p:nvPr>
            <p:ph type="body" idx="10" hasCustomPrompt="1"/>
          </p:nvPr>
        </p:nvSpPr>
        <p:spPr>
          <a:xfrm xmlns:a="http://schemas.openxmlformats.org/drawingml/2006/main">
            <a:off x="1657350" y="836332"/>
            <a:ext cx="7083029" cy="580766"/>
          </a:xfrm>
        </p:spPr>
        <p:txBody>
          <a:bodyPr xmlns:a="http://schemas.openxmlformats.org/drawingml/2006/main" anchor="ctr">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ᆞ"/>
              <a:defRPr sz="1100"/>
            </a:lvl1pPr>
          </a:lstStyle>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 </a:t>
            </a:r>
            <a:r>
              <a:t>(</a:t>
            </a:r>
            <a:r>
              <a:t>맑은 고딕</a:t>
            </a:r>
            <a:r>
              <a:t>, 11)</a:t>
            </a:r>
          </a:p>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a:t>
            </a:r>
            <a:endParaRPr/>
          </a:p>
        </p:txBody>
      </p:sp>
      <p:sp>
        <p:nvSpPr>
          <p:cNvPr id="39" name="텍스트 개체 틀 7">
            <a:extLst xmlns:a="http://schemas.openxmlformats.org/drawingml/2006/main">
              <a:ext uri="{FF2B5EF4-FFF2-40B4-BE49-F238E27FC236}">
                <a16:creationId xmlns:a16="http://schemas.microsoft.com/office/drawing/2014/main" id="{971A3C56-1636-44D5-8E46-77F4813E7459}"/>
              </a:ext>
            </a:extLst>
          </p:cNvPr>
          <p:cNvSpPr>
            <a:spLocks xmlns:a="http://schemas.openxmlformats.org/drawingml/2006/main" noGrp="1"/>
          </p:cNvSpPr>
          <p:nvPr>
            <p:ph type="body" idx="11" hasCustomPrompt="1"/>
          </p:nvPr>
        </p:nvSpPr>
        <p:spPr>
          <a:xfrm xmlns:a="http://schemas.openxmlformats.org/drawingml/2006/main">
            <a:off x="1657350" y="1417098"/>
            <a:ext cx="7083029" cy="590844"/>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현황 및 문제점 </a:t>
            </a:r>
            <a:r>
              <a:t>(</a:t>
            </a:r>
            <a:r>
              <a:t>맑은 고딕</a:t>
            </a:r>
            <a:r>
              <a:t>, 11)</a:t>
            </a:r>
            <a:endParaRPr/>
          </a:p>
          <a:p xmlns:a="http://schemas.openxmlformats.org/drawingml/2006/main">
            <a:pPr lvl="0">
              <a:buNone/>
            </a:pPr>
            <a:r>
              <a:t>현황 및 문제점</a:t>
            </a:r>
            <a:endParaRPr/>
          </a:p>
        </p:txBody>
      </p:sp>
      <p:sp>
        <p:nvSpPr>
          <p:cNvPr id="40" name="텍스트 개체 틀 7">
            <a:extLst xmlns:a="http://schemas.openxmlformats.org/drawingml/2006/main">
              <a:ext uri="{FF2B5EF4-FFF2-40B4-BE49-F238E27FC236}">
                <a16:creationId xmlns:a16="http://schemas.microsoft.com/office/drawing/2014/main" id="{9F96777E-205A-4412-82D5-9EF45D5D126A}"/>
              </a:ext>
            </a:extLst>
          </p:cNvPr>
          <p:cNvSpPr>
            <a:spLocks xmlns:a="http://schemas.openxmlformats.org/drawingml/2006/main" noGrp="1"/>
          </p:cNvSpPr>
          <p:nvPr>
            <p:ph type="body" idx="12" hasCustomPrompt="1"/>
          </p:nvPr>
        </p:nvSpPr>
        <p:spPr>
          <a:xfrm xmlns:a="http://schemas.openxmlformats.org/drawingml/2006/main">
            <a:off x="1656150" y="2007942"/>
            <a:ext cx="7083029" cy="580766"/>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결론 및 제언 </a:t>
            </a:r>
            <a:r>
              <a:t>(</a:t>
            </a:r>
            <a:r>
              <a:t>맑은 고딕</a:t>
            </a:r>
            <a:r>
              <a:t>, 11)</a:t>
            </a:r>
            <a:endParaRPr/>
          </a:p>
          <a:p xmlns:a="http://schemas.openxmlformats.org/drawingml/2006/main">
            <a:pPr lvl="0">
              <a:buNone/>
            </a:pPr>
            <a:r>
              <a:t>결론 및 제언</a:t>
            </a:r>
            <a:endParaRPr/>
          </a:p>
        </p:txBody>
      </p:sp>
      <p:sp>
        <p:nvSpPr>
          <p:cNvPr id="41" name="텍스트 개체 틀 7">
            <a:extLst xmlns:a="http://schemas.openxmlformats.org/drawingml/2006/main">
              <a:ext uri="{FF2B5EF4-FFF2-40B4-BE49-F238E27FC236}">
                <a16:creationId xmlns:a16="http://schemas.microsoft.com/office/drawing/2014/main" id="{FDE77631-E668-4C98-8AD2-8DF04D793B3C}"/>
              </a:ext>
            </a:extLst>
          </p:cNvPr>
          <p:cNvSpPr>
            <a:spLocks xmlns:a="http://schemas.openxmlformats.org/drawingml/2006/main" noGrp="1"/>
          </p:cNvSpPr>
          <p:nvPr>
            <p:ph type="body" idx="13" hasCustomPrompt="1"/>
          </p:nvPr>
        </p:nvSpPr>
        <p:spPr>
          <a:xfrm xmlns:a="http://schemas.openxmlformats.org/drawingml/2006/main">
            <a:off x="1656150" y="2598786"/>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pic>
        <p:nvPicPr>
          <p:cNvPr id="50" name="그림 32"/>
          <p:cNvPicPr>
            <a:picLocks xmlns:a="http://schemas.openxmlformats.org/drawingml/2006/main" noChangeAspect="1"/>
          </p:cNvPicPr>
          <p:nvPr/>
        </p:nvPicPr>
        <p:blipFill>
          <a:blip xmlns:r="http://schemas.openxmlformats.org/officeDocument/2006/relationships" xmlns:a="http://schemas.openxmlformats.org/drawingml/2006/main" r:embed="R8970b571345c4fda"/>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TextBox 21">
            <a:extLst xmlns:a="http://schemas.openxmlformats.org/drawingml/2006/main">
              <a:ext uri="{FF2B5EF4-FFF2-40B4-BE49-F238E27FC236}">
                <a16:creationId xmlns:a16="http://schemas.microsoft.com/office/drawing/2014/main" id="{FD82078A-2E91-4964-A408-915AABE75C68}"/>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3" name="텍스트 개체 틀 7">
            <a:extLst xmlns:a="http://schemas.openxmlformats.org/drawingml/2006/main">
              <a:ext uri="{FF2B5EF4-FFF2-40B4-BE49-F238E27FC236}">
                <a16:creationId xmlns:a16="http://schemas.microsoft.com/office/drawing/2014/main" id="{80107477-4F34-48AB-83C4-3B50F84392EE}"/>
              </a:ext>
            </a:extLst>
          </p:cNvPr>
          <p:cNvSpPr>
            <a:spLocks xmlns:a="http://schemas.openxmlformats.org/drawingml/2006/main" noGrp="1"/>
          </p:cNvSpPr>
          <p:nvPr>
            <p:ph type="body" idx="29" hasCustomPrompt="1"/>
          </p:nvPr>
        </p:nvSpPr>
        <p:spPr>
          <a:xfrm xmlns:a="http://schemas.openxmlformats.org/drawingml/2006/main">
            <a:off x="1881087" y="2917094"/>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
        <p:nvSpPr>
          <p:cNvPr id="27" name="직선 연결선 26">
            <a:extLst xmlns:a="http://schemas.openxmlformats.org/drawingml/2006/main">
              <a:ext uri="{FF2B5EF4-FFF2-40B4-BE49-F238E27FC236}">
                <a16:creationId xmlns:a16="http://schemas.microsoft.com/office/drawing/2014/main" id="{6407C5ED-CBB8-4F70-8A57-B22D1BF529C2}"/>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텍스트 개체 틀 7">
            <a:extLst xmlns:a="http://schemas.openxmlformats.org/drawingml/2006/main">
              <a:ext uri="{FF2B5EF4-FFF2-40B4-BE49-F238E27FC236}">
                <a16:creationId xmlns:a16="http://schemas.microsoft.com/office/drawing/2014/main" id="{10DA9132-B0A4-4FBD-9851-93BDE7363A89}"/>
              </a:ext>
            </a:extLst>
          </p:cNvPr>
          <p:cNvSpPr>
            <a:spLocks xmlns:a="http://schemas.openxmlformats.org/drawingml/2006/main" noGrp="1"/>
          </p:cNvSpPr>
          <p:nvPr>
            <p:ph type="body" idx="32" hasCustomPrompt="1"/>
          </p:nvPr>
        </p:nvSpPr>
        <p:spPr>
          <a:xfrm xmlns:a="http://schemas.openxmlformats.org/drawingml/2006/main">
            <a:off x="1656148" y="4228891"/>
            <a:ext cx="7083029" cy="625114"/>
          </a:xfrm>
        </p:spPr>
        <p:txBody>
          <a:bodyPr xmlns:a="http://schemas.openxmlformats.org/drawingml/2006/main" anchor="ctr">
            <a:no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향후 계획 </a:t>
            </a:r>
            <a:r>
              <a:t>(</a:t>
            </a:r>
            <a:r>
              <a:t>맑은 고딕</a:t>
            </a:r>
            <a:r>
              <a:t>, 11)</a:t>
            </a:r>
            <a:endParaRPr/>
          </a:p>
          <a:p xmlns:a="http://schemas.openxmlformats.org/drawingml/2006/main">
            <a:pPr lvl="0">
              <a:buNone/>
            </a:pPr>
            <a:r>
              <a:t>향후 계획</a:t>
            </a:r>
            <a:endParaRPr/>
          </a:p>
        </p:txBody>
      </p:sp>
      <p:sp>
        <p:nvSpPr>
          <p:cNvPr id="2" name="TextBox 1">
            <a:extLst xmlns:a="http://schemas.openxmlformats.org/drawingml/2006/main">
              <a:ext uri="{FF2B5EF4-FFF2-40B4-BE49-F238E27FC236}">
                <a16:creationId xmlns:a16="http://schemas.microsoft.com/office/drawing/2014/main" id="{C933EAD0-7901-4D44-9633-BB8750FA442C}"/>
              </a:ext>
            </a:extLst>
          </p:cNvPr>
          <p:cNvSpPr>
            <a:spLocks xmlns:a="http://schemas.openxmlformats.org/drawingml/2006/main" noGrp="1"/>
          </p:cNvSpPr>
          <p:nvPr/>
        </p:nvSpPr>
        <p:spPr>
          <a:xfrm xmlns:a="http://schemas.openxmlformats.org/drawingml/2006/main">
            <a:off x="199141" y="96139"/>
            <a:ext cx="8648129" cy="5770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100" b="1" i="0" u="none" cap="none" spc="0">
                <a:ln>
                  <a:noFill/>
                </a:ln>
                <a:solidFill>
                  <a:prstClr val="black"/>
                </a:solidFill>
                <a:latin typeface="맑은 고딕"/>
                <a:ea typeface="맑은 고딕"/>
                <a:cs typeface="맑은 고딕"/>
              </a:rPr>
              <a:t>Summary</a:t>
            </a:r>
            <a:endParaRPr sz="2100" b="1"/>
          </a:p>
        </p:txBody>
      </p:sp>
      <p:sp>
        <p:nvSpPr>
          <p:cNvPr id="29" name="TextBox 28">
            <a:extLst xmlns:a="http://schemas.openxmlformats.org/drawingml/2006/main">
              <a:ext uri="{FF2B5EF4-FFF2-40B4-BE49-F238E27FC236}">
                <a16:creationId xmlns:a16="http://schemas.microsoft.com/office/drawing/2014/main" id="{27C9072D-DA0E-45EC-BA80-E1F2E2E9297E}"/>
              </a:ext>
            </a:extLst>
          </p:cNvPr>
          <p:cNvSpPr>
            <a:spLocks xmlns:a="http://schemas.openxmlformats.org/drawingml/2006/main" noGrp="1"/>
          </p:cNvSpPr>
          <p:nvPr/>
        </p:nvSpPr>
        <p:spPr>
          <a:xfrm xmlns:a="http://schemas.openxmlformats.org/drawingml/2006/main">
            <a:off x="294739" y="949670"/>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보고</a:t>
            </a:r>
            <a:r>
              <a:rPr sz="1200" b="1" i="0" u="none" cap="none" spc="0">
                <a:ln>
                  <a:noFill/>
                </a:ln>
                <a:solidFill>
                  <a:prstClr val="black"/>
                </a:solidFill>
                <a:latin typeface="맑은 고딕"/>
                <a:ea typeface="맑은 고딕"/>
                <a:cs typeface="맑은 고딕"/>
              </a:rPr>
              <a:t>(</a:t>
            </a:r>
            <a:r>
              <a:rPr sz="1200" b="1" i="0" u="none" cap="none" spc="0">
                <a:ln>
                  <a:noFill/>
                </a:ln>
                <a:solidFill>
                  <a:prstClr val="black"/>
                </a:solidFill>
                <a:latin typeface="맑은 고딕"/>
                <a:ea typeface="맑은 고딕"/>
                <a:cs typeface="맑은 고딕"/>
              </a:rPr>
              <a:t>회의</a:t>
            </a:r>
            <a:r>
              <a:rPr sz="1200" b="1" i="0" u="none" cap="none" spc="0">
                <a:ln>
                  <a:noFill/>
                </a:ln>
                <a:solidFill>
                  <a:prstClr val="black"/>
                </a:solidFill>
                <a:latin typeface="맑은 고딕"/>
                <a:ea typeface="맑은 고딕"/>
                <a:cs typeface="맑은 고딕"/>
              </a:rPr>
              <a:t>) </a:t>
            </a:r>
            <a:r>
              <a:rPr sz="1200" b="1" i="0" u="none" cap="none" spc="0">
                <a:ln>
                  <a:noFill/>
                </a:ln>
                <a:solidFill>
                  <a:prstClr val="black"/>
                </a:solidFill>
                <a:latin typeface="맑은 고딕"/>
                <a:ea typeface="맑은 고딕"/>
                <a:cs typeface="맑은 고딕"/>
              </a:rPr>
              <a:t>목적</a:t>
            </a:r>
            <a:endParaRPr sz="1200" b="1"/>
          </a:p>
        </p:txBody>
      </p:sp>
      <p:sp>
        <p:nvSpPr>
          <p:cNvPr id="30" name="TextBox 29">
            <a:extLst xmlns:a="http://schemas.openxmlformats.org/drawingml/2006/main">
              <a:ext uri="{FF2B5EF4-FFF2-40B4-BE49-F238E27FC236}">
                <a16:creationId xmlns:a16="http://schemas.microsoft.com/office/drawing/2014/main" id="{355D4EFD-B816-43C0-9389-29121F3DD7AA}"/>
              </a:ext>
            </a:extLst>
          </p:cNvPr>
          <p:cNvSpPr>
            <a:spLocks xmlns:a="http://schemas.openxmlformats.org/drawingml/2006/main" noGrp="1"/>
          </p:cNvSpPr>
          <p:nvPr/>
        </p:nvSpPr>
        <p:spPr>
          <a:xfrm xmlns:a="http://schemas.openxmlformats.org/drawingml/2006/main">
            <a:off x="294739" y="1523619"/>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현황 및 문제점</a:t>
            </a:r>
            <a:endParaRPr sz="1200" b="1"/>
          </a:p>
        </p:txBody>
      </p:sp>
      <p:sp>
        <p:nvSpPr>
          <p:cNvPr id="31" name="TextBox 30">
            <a:extLst xmlns:a="http://schemas.openxmlformats.org/drawingml/2006/main">
              <a:ext uri="{FF2B5EF4-FFF2-40B4-BE49-F238E27FC236}">
                <a16:creationId xmlns:a16="http://schemas.microsoft.com/office/drawing/2014/main" id="{9ACA2F2A-9379-4B11-891B-07D97896150D}"/>
              </a:ext>
            </a:extLst>
          </p:cNvPr>
          <p:cNvSpPr>
            <a:spLocks xmlns:a="http://schemas.openxmlformats.org/drawingml/2006/main" noGrp="1"/>
          </p:cNvSpPr>
          <p:nvPr/>
        </p:nvSpPr>
        <p:spPr>
          <a:xfrm xmlns:a="http://schemas.openxmlformats.org/drawingml/2006/main">
            <a:off x="294739" y="2118234"/>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결론 및 제언</a:t>
            </a:r>
            <a:endParaRPr sz="1200" b="1"/>
          </a:p>
        </p:txBody>
      </p:sp>
      <p:sp>
        <p:nvSpPr>
          <p:cNvPr id="34" name="TextBox 33">
            <a:extLst xmlns:a="http://schemas.openxmlformats.org/drawingml/2006/main">
              <a:ext uri="{FF2B5EF4-FFF2-40B4-BE49-F238E27FC236}">
                <a16:creationId xmlns:a16="http://schemas.microsoft.com/office/drawing/2014/main" id="{397A00F9-48EF-481D-9471-70D55514EF1B}"/>
              </a:ext>
            </a:extLst>
          </p:cNvPr>
          <p:cNvSpPr>
            <a:spLocks xmlns:a="http://schemas.openxmlformats.org/drawingml/2006/main" noGrp="1"/>
          </p:cNvSpPr>
          <p:nvPr/>
        </p:nvSpPr>
        <p:spPr>
          <a:xfrm xmlns:a="http://schemas.openxmlformats.org/drawingml/2006/main">
            <a:off x="294739" y="3155357"/>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주요 내용</a:t>
            </a:r>
            <a:endParaRPr sz="1200" b="1"/>
          </a:p>
        </p:txBody>
      </p:sp>
      <p:sp>
        <p:nvSpPr>
          <p:cNvPr id="35" name="TextBox 34">
            <a:extLst xmlns:a="http://schemas.openxmlformats.org/drawingml/2006/main">
              <a:ext uri="{FF2B5EF4-FFF2-40B4-BE49-F238E27FC236}">
                <a16:creationId xmlns:a16="http://schemas.microsoft.com/office/drawing/2014/main" id="{75598D2E-AD30-4075-95E8-9E5C7F844AD0}"/>
              </a:ext>
            </a:extLst>
          </p:cNvPr>
          <p:cNvSpPr>
            <a:spLocks xmlns:a="http://schemas.openxmlformats.org/drawingml/2006/main" noGrp="1"/>
          </p:cNvSpPr>
          <p:nvPr/>
        </p:nvSpPr>
        <p:spPr>
          <a:xfrm xmlns:a="http://schemas.openxmlformats.org/drawingml/2006/main">
            <a:off x="294739" y="4351345"/>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향후 계획</a:t>
            </a:r>
            <a:endParaRPr sz="1200" b="1"/>
          </a:p>
        </p:txBody>
      </p:sp>
      <p:pic>
        <p:nvPicPr>
          <p:cNvPr id="61" name="그림 37"/>
          <p:cNvPicPr>
            <a:picLocks xmlns:a="http://schemas.openxmlformats.org/drawingml/2006/main" noChangeAspect="1"/>
          </p:cNvPicPr>
          <p:nvPr/>
        </p:nvPicPr>
        <p:blipFill>
          <a:blip xmlns:r="http://schemas.openxmlformats.org/officeDocument/2006/relationships" xmlns:a="http://schemas.openxmlformats.org/drawingml/2006/main" r:embed="R2447caf42afa474d"/>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2" name="텍스트 개체 틀 7">
            <a:extLst xmlns:a="http://schemas.openxmlformats.org/drawingml/2006/main">
              <a:ext uri="{FF2B5EF4-FFF2-40B4-BE49-F238E27FC236}">
                <a16:creationId xmlns:a16="http://schemas.microsoft.com/office/drawing/2014/main" id="{777DB738-F063-4894-BE07-E0B9CD3C3FA4}"/>
              </a:ext>
            </a:extLst>
          </p:cNvPr>
          <p:cNvSpPr>
            <a:spLocks xmlns:a="http://schemas.openxmlformats.org/drawingml/2006/main" noGrp="1"/>
          </p:cNvSpPr>
          <p:nvPr>
            <p:ph type="body" idx="3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36" name="텍스트 개체 틀 7">
            <a:extLst xmlns:a="http://schemas.openxmlformats.org/drawingml/2006/main">
              <a:ext uri="{FF2B5EF4-FFF2-40B4-BE49-F238E27FC236}">
                <a16:creationId xmlns:a16="http://schemas.microsoft.com/office/drawing/2014/main" id="{7E8A8716-4E98-46FD-908A-1FE3153625BF}"/>
              </a:ext>
            </a:extLst>
          </p:cNvPr>
          <p:cNvSpPr>
            <a:spLocks xmlns:a="http://schemas.openxmlformats.org/drawingml/2006/main" noGrp="1"/>
          </p:cNvSpPr>
          <p:nvPr>
            <p:ph type="body" idx="34" hasCustomPrompt="1"/>
          </p:nvPr>
        </p:nvSpPr>
        <p:spPr>
          <a:xfrm xmlns:a="http://schemas.openxmlformats.org/drawingml/2006/main">
            <a:off x="1656150" y="3414217"/>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sp>
        <p:nvSpPr>
          <p:cNvPr id="37" name="텍스트 개체 틀 7">
            <a:extLst xmlns:a="http://schemas.openxmlformats.org/drawingml/2006/main">
              <a:ext uri="{FF2B5EF4-FFF2-40B4-BE49-F238E27FC236}">
                <a16:creationId xmlns:a16="http://schemas.microsoft.com/office/drawing/2014/main" id="{274112AC-F070-4618-9DBF-AE7FB911143B}"/>
              </a:ext>
            </a:extLst>
          </p:cNvPr>
          <p:cNvSpPr>
            <a:spLocks xmlns:a="http://schemas.openxmlformats.org/drawingml/2006/main" noGrp="1"/>
          </p:cNvSpPr>
          <p:nvPr>
            <p:ph type="body" idx="35" hasCustomPrompt="1"/>
          </p:nvPr>
        </p:nvSpPr>
        <p:spPr>
          <a:xfrm xmlns:a="http://schemas.openxmlformats.org/drawingml/2006/main">
            <a:off x="1881087" y="3732525"/>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Tree>
  </p:cSld>
</p:sldLayout>
</file>

<file path=ppt/slideLayouts/slideLayout4.xml><?xml version="1.0" encoding="utf-8"?>
<p:sldLayout xmlns:p="http://schemas.openxmlformats.org/presentationml/2006/main" userDrawn="1">
  <p:cSld name="3_제목 및 내용">
    <p:spTree>
      <p:nvGrpSpPr>
        <p:cNvPr id="1" name=""/>
        <p:cNvGrpSpPr/>
        <p:nvPr/>
      </p:nvGrpSpPr>
      <p:grpSpPr>
        <a:xfrm xmlns:a="http://schemas.openxmlformats.org/drawingml/2006/main"/>
      </p:grpSpPr>
      <p:sp>
        <p:nvSpPr>
          <p:cNvPr id="4" name="제목 3">
            <a:extLst xmlns:a="http://schemas.openxmlformats.org/drawingml/2006/main">
              <a:ext uri="{FF2B5EF4-FFF2-40B4-BE49-F238E27FC236}">
                <a16:creationId xmlns:a16="http://schemas.microsoft.com/office/drawing/2014/main" id="{5C67FCC6-EDE8-4A3C-A9BC-43B4B38B210C}"/>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pic>
        <p:nvPicPr>
          <p:cNvPr id="26" name="그림 32"/>
          <p:cNvPicPr>
            <a:picLocks xmlns:a="http://schemas.openxmlformats.org/drawingml/2006/main" noChangeAspect="1"/>
          </p:cNvPicPr>
          <p:nvPr/>
        </p:nvPicPr>
        <p:blipFill>
          <a:blip xmlns:r="http://schemas.openxmlformats.org/officeDocument/2006/relationships" xmlns:a="http://schemas.openxmlformats.org/drawingml/2006/main" r:embed="R4c8fd02ed02f4de7"/>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텍스트 개체 틀 4">
            <a:extLst xmlns:a="http://schemas.openxmlformats.org/drawingml/2006/main">
              <a:ext uri="{FF2B5EF4-FFF2-40B4-BE49-F238E27FC236}">
                <a16:creationId xmlns:a16="http://schemas.microsoft.com/office/drawing/2014/main" id="{C7E979D9-3F06-4C46-8609-91252DF5231F}"/>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4" name="직선 연결선 13">
            <a:extLst xmlns:a="http://schemas.openxmlformats.org/drawingml/2006/main">
              <a:ext uri="{FF2B5EF4-FFF2-40B4-BE49-F238E27FC236}">
                <a16:creationId xmlns:a16="http://schemas.microsoft.com/office/drawing/2014/main" id="{01DBD972-85B1-44C7-8DB0-0BF89855B178}"/>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텍스트 개체 틀 7">
            <a:extLst xmlns:a="http://schemas.openxmlformats.org/drawingml/2006/main">
              <a:ext uri="{FF2B5EF4-FFF2-40B4-BE49-F238E27FC236}">
                <a16:creationId xmlns:a16="http://schemas.microsoft.com/office/drawing/2014/main" id="{5EF52FB9-2B3C-4E7E-A052-1C15CF376550}"/>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6" name="TextBox 15">
            <a:extLst xmlns:a="http://schemas.openxmlformats.org/drawingml/2006/main">
              <a:ext uri="{FF2B5EF4-FFF2-40B4-BE49-F238E27FC236}">
                <a16:creationId xmlns:a16="http://schemas.microsoft.com/office/drawing/2014/main" id="{D140D00C-53DA-4CAC-8752-8C87F5C62DC0}"/>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31" name="그림 17"/>
          <p:cNvPicPr>
            <a:picLocks xmlns:a="http://schemas.openxmlformats.org/drawingml/2006/main" noChangeAspect="1"/>
          </p:cNvPicPr>
          <p:nvPr/>
        </p:nvPicPr>
        <p:blipFill>
          <a:blip xmlns:r="http://schemas.openxmlformats.org/officeDocument/2006/relationships" xmlns:a="http://schemas.openxmlformats.org/drawingml/2006/main" r:embed="Rdada2bf48c7443af"/>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17" name="텍스트 개체 틀 7">
            <a:extLst xmlns:a="http://schemas.openxmlformats.org/drawingml/2006/main">
              <a:ext uri="{FF2B5EF4-FFF2-40B4-BE49-F238E27FC236}">
                <a16:creationId xmlns:a16="http://schemas.microsoft.com/office/drawing/2014/main" id="{2AC0C953-F1DC-4722-9D37-25327AC270B0}"/>
              </a:ext>
            </a:extLst>
          </p:cNvPr>
          <p:cNvSpPr>
            <a:spLocks xmlns:a="http://schemas.openxmlformats.org/drawingml/2006/main" noGrp="1"/>
          </p:cNvSpPr>
          <p:nvPr>
            <p:ph type="body" idx="1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Tree>
  </p:cSld>
</p:sldLayout>
</file>

<file path=ppt/slideLayouts/slideLayout5.xml><?xml version="1.0" encoding="utf-8"?>
<p:sldLayout xmlns:p="http://schemas.openxmlformats.org/presentationml/2006/main" userDrawn="1">
  <p:cSld name="6_제목 및 내용">
    <p:spTree>
      <p:nvGrpSpPr>
        <p:cNvPr id="1" name=""/>
        <p:cNvGrpSpPr/>
        <p:nvPr/>
      </p:nvGrpSpPr>
      <p:grpSpPr>
        <a:xfrm xmlns:a="http://schemas.openxmlformats.org/drawingml/2006/main"/>
      </p:grpSpPr>
      <p:pic>
        <p:nvPicPr>
          <p:cNvPr id="49" name="그림 16"/>
          <p:cNvPicPr>
            <a:picLocks xmlns:a="http://schemas.openxmlformats.org/drawingml/2006/main" noChangeAspect="1"/>
          </p:cNvPicPr>
          <p:nvPr/>
        </p:nvPicPr>
        <p:blipFill>
          <a:blip xmlns:r="http://schemas.openxmlformats.org/officeDocument/2006/relationships" xmlns:a="http://schemas.openxmlformats.org/drawingml/2006/main" r:embed="R5c936131bcf04b76"/>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F60C61D4-1970-402E-91D1-4B12FB5777E7}"/>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BD26A06C-5253-42D0-A260-7931F63231C4}"/>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2" name="그림 26"/>
          <p:cNvPicPr>
            <a:picLocks xmlns:a="http://schemas.openxmlformats.org/drawingml/2006/main" noChangeAspect="1"/>
          </p:cNvPicPr>
          <p:nvPr/>
        </p:nvPicPr>
        <p:blipFill>
          <a:blip xmlns:r="http://schemas.openxmlformats.org/officeDocument/2006/relationships" xmlns:a="http://schemas.openxmlformats.org/drawingml/2006/main" r:embed="Rf2ab7f276ccf491a"/>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C7F8C623-85CD-46E7-B49F-8941B8364F39}"/>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11" name="제목 3">
            <a:extLst xmlns:a="http://schemas.openxmlformats.org/drawingml/2006/main">
              <a:ext uri="{FF2B5EF4-FFF2-40B4-BE49-F238E27FC236}">
                <a16:creationId xmlns:a16="http://schemas.microsoft.com/office/drawing/2014/main" id="{12A49683-8C1C-47DF-8E0D-8171AA9E572F}"/>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12" name="텍스트 개체 틀 4">
            <a:extLst xmlns:a="http://schemas.openxmlformats.org/drawingml/2006/main">
              <a:ext uri="{FF2B5EF4-FFF2-40B4-BE49-F238E27FC236}">
                <a16:creationId xmlns:a16="http://schemas.microsoft.com/office/drawing/2014/main" id="{270532E9-B610-435A-B744-1D466476608D}"/>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3" name="텍스트 개체 틀 7">
            <a:extLst xmlns:a="http://schemas.openxmlformats.org/drawingml/2006/main">
              <a:ext uri="{FF2B5EF4-FFF2-40B4-BE49-F238E27FC236}">
                <a16:creationId xmlns:a16="http://schemas.microsoft.com/office/drawing/2014/main" id="{DB104D7F-4C5F-496B-A52B-4C3BE0D2F407}"/>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4" name="텍스트 개체 틀 4">
            <a:extLst xmlns:a="http://schemas.openxmlformats.org/drawingml/2006/main">
              <a:ext uri="{FF2B5EF4-FFF2-40B4-BE49-F238E27FC236}">
                <a16:creationId xmlns:a16="http://schemas.microsoft.com/office/drawing/2014/main" id="{44A16766-BAA3-4484-AD47-ADD9298965FF}"/>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6.xml><?xml version="1.0" encoding="utf-8"?>
<p:sldLayout xmlns:p="http://schemas.openxmlformats.org/presentationml/2006/main" preserve="1" userDrawn="1">
  <p:cSld name="7_제목 및 내용">
    <p:spTree>
      <p:nvGrpSpPr>
        <p:cNvPr id="1" name=""/>
        <p:cNvGrpSpPr/>
        <p:nvPr/>
      </p:nvGrpSpPr>
      <p:grpSpPr>
        <a:xfrm xmlns:a="http://schemas.openxmlformats.org/drawingml/2006/main"/>
      </p:grpSpPr>
      <p:pic>
        <p:nvPicPr>
          <p:cNvPr id="50" name="그림 16"/>
          <p:cNvPicPr>
            <a:picLocks xmlns:a="http://schemas.openxmlformats.org/drawingml/2006/main" noChangeAspect="1"/>
          </p:cNvPicPr>
          <p:nvPr/>
        </p:nvPicPr>
        <p:blipFill>
          <a:blip xmlns:r="http://schemas.openxmlformats.org/officeDocument/2006/relationships" xmlns:a="http://schemas.openxmlformats.org/drawingml/2006/main" r:embed="R19dc358a633141a0"/>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EFA55C2A-0AE3-414C-B080-C2ED33309BEE}"/>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B4F6FB8F-D091-4249-BC52-FDBEC873ED90}"/>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3" name="그림 26"/>
          <p:cNvPicPr>
            <a:picLocks xmlns:a="http://schemas.openxmlformats.org/drawingml/2006/main" noChangeAspect="1"/>
          </p:cNvPicPr>
          <p:nvPr/>
        </p:nvPicPr>
        <p:blipFill>
          <a:blip xmlns:r="http://schemas.openxmlformats.org/officeDocument/2006/relationships" xmlns:a="http://schemas.openxmlformats.org/drawingml/2006/main" r:embed="Rc03522343bdd405b"/>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F6CD80F7-AEAA-4A2B-A112-F0B13D13CD48}"/>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5" name="표 10"/>
          <p:cNvGraphicFramePr/>
          <p:nvPr/>
        </p:nvGraphicFramePr>
        <p:xfrm>
          <a:off xmlns:a="http://schemas.openxmlformats.org/drawingml/2006/main" x="353247" y="2224178"/>
          <a:ext xmlns:a="http://schemas.openxmlformats.org/drawingml/2006/main" cx="4934463" cy="2451140"/>
        </p:xfrm>
        <a:graphic xmlns:a="http://schemas.openxmlformats.org/drawingml/2006/main">
          <a:graphicData uri="http://schemas.openxmlformats.org/drawingml/2006/table">
            <a:tbl>
              <a:tblPr firstRow="1" bandRow="1">
                <a:tableStyleId>{5C22544A-7EE6-4342-B048-85BDC9FD1C3A}</a:tableStyleId>
              </a:tblPr>
              <a:tblGrid>
                <a:gridCol w="1243240"/>
                <a:gridCol w="369122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DB8DEABE-DFAC-4E95-BECE-57AC98C795DE}"/>
              </a:ext>
            </a:extLst>
          </p:cNvPr>
          <p:cNvSpPr>
            <a:spLocks xmlns:a="http://schemas.openxmlformats.org/drawingml/2006/main" noGrp="1"/>
          </p:cNvSpPr>
          <p:nvPr>
            <p:ph type="body" idx="13" hasCustomPrompt="1"/>
          </p:nvPr>
        </p:nvSpPr>
        <p:spPr>
          <a:xfrm xmlns:a="http://schemas.openxmlformats.org/drawingml/2006/main">
            <a:off x="1607735" y="2224178"/>
            <a:ext cx="3422602" cy="61655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04CA6629-2486-447F-B826-A97384AC6524}"/>
              </a:ext>
            </a:extLst>
          </p:cNvPr>
          <p:cNvSpPr>
            <a:spLocks xmlns:a="http://schemas.openxmlformats.org/drawingml/2006/main" noGrp="1"/>
          </p:cNvSpPr>
          <p:nvPr>
            <p:ph type="body" idx="28" hasCustomPrompt="1"/>
          </p:nvPr>
        </p:nvSpPr>
        <p:spPr>
          <a:xfrm xmlns:a="http://schemas.openxmlformats.org/drawingml/2006/main">
            <a:off x="384449" y="2247797"/>
            <a:ext cx="1177839" cy="559194"/>
          </a:xfrm>
        </p:spPr>
        <p:txBody>
          <a:bodyPr xmlns:a="http://schemas.openxmlformats.org/drawingml/2006/main" anchor="ctr">
            <a:noAutofit/>
          </a:bodyPr>
          <a:lstStyle xmlns:a="http://schemas.openxmlformats.org/drawingml/2006/main">
            <a:lvl1pPr marL="0" indent="-180000" algn="ctr">
              <a:lnSpc>
                <a:spcPct val="120000"/>
              </a:lnSpc>
              <a:spcBef>
                <a:spcPts val="600"/>
              </a:spcBef>
              <a:buNone/>
              <a:defRPr sz="1200" b="1" baseline="0"/>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32EFDD3B-056A-460B-873A-3B43C3F02BBB}"/>
              </a:ext>
            </a:extLst>
          </p:cNvPr>
          <p:cNvSpPr>
            <a:spLocks xmlns:a="http://schemas.openxmlformats.org/drawingml/2006/main" noGrp="1"/>
          </p:cNvSpPr>
          <p:nvPr>
            <p:ph type="body" idx="29" hasCustomPrompt="1"/>
          </p:nvPr>
        </p:nvSpPr>
        <p:spPr>
          <a:xfrm xmlns:a="http://schemas.openxmlformats.org/drawingml/2006/main">
            <a:off x="384449" y="2852211"/>
            <a:ext cx="1177839" cy="570858"/>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D9654DA2-33C2-475D-949D-6D6D8710DE01}"/>
              </a:ext>
            </a:extLst>
          </p:cNvPr>
          <p:cNvSpPr>
            <a:spLocks xmlns:a="http://schemas.openxmlformats.org/drawingml/2006/main" noGrp="1"/>
          </p:cNvSpPr>
          <p:nvPr>
            <p:ph type="body" idx="30" hasCustomPrompt="1"/>
          </p:nvPr>
        </p:nvSpPr>
        <p:spPr>
          <a:xfrm xmlns:a="http://schemas.openxmlformats.org/drawingml/2006/main">
            <a:off x="384450" y="3461089"/>
            <a:ext cx="1177839" cy="60513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FDE70F20-FB0B-426E-A704-63562DE6446A}"/>
              </a:ext>
            </a:extLst>
          </p:cNvPr>
          <p:cNvSpPr>
            <a:spLocks xmlns:a="http://schemas.openxmlformats.org/drawingml/2006/main" noGrp="1"/>
          </p:cNvSpPr>
          <p:nvPr>
            <p:ph type="body" idx="31" hasCustomPrompt="1"/>
          </p:nvPr>
        </p:nvSpPr>
        <p:spPr>
          <a:xfrm xmlns:a="http://schemas.openxmlformats.org/drawingml/2006/main">
            <a:off x="384450" y="4077167"/>
            <a:ext cx="1177839" cy="59815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8" name="텍스트 개체 틀 5">
            <a:extLst xmlns:a="http://schemas.openxmlformats.org/drawingml/2006/main">
              <a:ext uri="{FF2B5EF4-FFF2-40B4-BE49-F238E27FC236}">
                <a16:creationId xmlns:a16="http://schemas.microsoft.com/office/drawing/2014/main" id="{1587197D-E66A-4704-9A1D-682232E7176D}"/>
              </a:ext>
            </a:extLst>
          </p:cNvPr>
          <p:cNvSpPr>
            <a:spLocks xmlns:a="http://schemas.openxmlformats.org/drawingml/2006/main" noGrp="1"/>
          </p:cNvSpPr>
          <p:nvPr>
            <p:ph type="body" idx="33" hasCustomPrompt="1"/>
          </p:nvPr>
        </p:nvSpPr>
        <p:spPr>
          <a:xfrm xmlns:a="http://schemas.openxmlformats.org/drawingml/2006/main">
            <a:off x="1607735" y="2840734"/>
            <a:ext cx="3434203" cy="609562"/>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1" name="텍스트 개체 틀 5">
            <a:extLst xmlns:a="http://schemas.openxmlformats.org/drawingml/2006/main">
              <a:ext uri="{FF2B5EF4-FFF2-40B4-BE49-F238E27FC236}">
                <a16:creationId xmlns:a16="http://schemas.microsoft.com/office/drawing/2014/main" id="{3C67FAB7-88A2-461B-A0B7-1F44B98434AF}"/>
              </a:ext>
            </a:extLst>
          </p:cNvPr>
          <p:cNvSpPr>
            <a:spLocks xmlns:a="http://schemas.openxmlformats.org/drawingml/2006/main" noGrp="1"/>
          </p:cNvSpPr>
          <p:nvPr>
            <p:ph type="body" idx="37" hasCustomPrompt="1"/>
          </p:nvPr>
        </p:nvSpPr>
        <p:spPr>
          <a:xfrm xmlns:a="http://schemas.openxmlformats.org/drawingml/2006/main">
            <a:off x="1607735" y="3457289"/>
            <a:ext cx="3422602" cy="61987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2" name="텍스트 개체 틀 5">
            <a:extLst xmlns:a="http://schemas.openxmlformats.org/drawingml/2006/main">
              <a:ext uri="{FF2B5EF4-FFF2-40B4-BE49-F238E27FC236}">
                <a16:creationId xmlns:a16="http://schemas.microsoft.com/office/drawing/2014/main" id="{AF7B917D-D13D-4956-8782-A10A183E36BA}"/>
              </a:ext>
            </a:extLst>
          </p:cNvPr>
          <p:cNvSpPr>
            <a:spLocks xmlns:a="http://schemas.openxmlformats.org/drawingml/2006/main" noGrp="1"/>
          </p:cNvSpPr>
          <p:nvPr>
            <p:ph type="body" idx="38" hasCustomPrompt="1"/>
          </p:nvPr>
        </p:nvSpPr>
        <p:spPr>
          <a:xfrm xmlns:a="http://schemas.openxmlformats.org/drawingml/2006/main">
            <a:off x="1607735" y="4066222"/>
            <a:ext cx="3422602" cy="61608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0" name="제목 3">
            <a:extLst xmlns:a="http://schemas.openxmlformats.org/drawingml/2006/main">
              <a:ext uri="{FF2B5EF4-FFF2-40B4-BE49-F238E27FC236}">
                <a16:creationId xmlns:a16="http://schemas.microsoft.com/office/drawing/2014/main" id="{478F1CF0-C022-4BEA-B00D-3705F0191E52}"/>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6" name="텍스트 개체 틀 4">
            <a:extLst xmlns:a="http://schemas.openxmlformats.org/drawingml/2006/main">
              <a:ext uri="{FF2B5EF4-FFF2-40B4-BE49-F238E27FC236}">
                <a16:creationId xmlns:a16="http://schemas.microsoft.com/office/drawing/2014/main" id="{56EE8E0C-14E6-4C5C-85FC-FBEE3CD00A16}"/>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9" name="텍스트 개체 틀 7">
            <a:extLst xmlns:a="http://schemas.openxmlformats.org/drawingml/2006/main">
              <a:ext uri="{FF2B5EF4-FFF2-40B4-BE49-F238E27FC236}">
                <a16:creationId xmlns:a16="http://schemas.microsoft.com/office/drawing/2014/main" id="{6D89D14A-F974-424F-842F-065E349548D8}"/>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30" name="텍스트 개체 틀 4">
            <a:extLst xmlns:a="http://schemas.openxmlformats.org/drawingml/2006/main">
              <a:ext uri="{FF2B5EF4-FFF2-40B4-BE49-F238E27FC236}">
                <a16:creationId xmlns:a16="http://schemas.microsoft.com/office/drawing/2014/main" id="{9095F994-1EDE-470B-B590-555B8FEBCBFD}"/>
              </a:ext>
            </a:extLst>
          </p:cNvPr>
          <p:cNvSpPr>
            <a:spLocks xmlns:a="http://schemas.openxmlformats.org/drawingml/2006/main" noGrp="1"/>
          </p:cNvSpPr>
          <p:nvPr>
            <p:ph type="body" idx="39"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7.xml><?xml version="1.0" encoding="utf-8"?>
<p:sldLayout xmlns:p="http://schemas.openxmlformats.org/presentationml/2006/main" userDrawn="1">
  <p:cSld name="4_제목 및 내용">
    <p:spTree>
      <p:nvGrpSpPr>
        <p:cNvPr id="1" name=""/>
        <p:cNvGrpSpPr/>
        <p:nvPr/>
      </p:nvGrpSpPr>
      <p:grpSpPr>
        <a:xfrm xmlns:a="http://schemas.openxmlformats.org/drawingml/2006/main"/>
      </p:grpSpPr>
      <p:pic>
        <p:nvPicPr>
          <p:cNvPr id="52" name="그림 16"/>
          <p:cNvPicPr>
            <a:picLocks xmlns:a="http://schemas.openxmlformats.org/drawingml/2006/main" noChangeAspect="1"/>
          </p:cNvPicPr>
          <p:nvPr/>
        </p:nvPicPr>
        <p:blipFill>
          <a:blip xmlns:r="http://schemas.openxmlformats.org/officeDocument/2006/relationships" xmlns:a="http://schemas.openxmlformats.org/drawingml/2006/main" r:embed="R9f407514c780487b"/>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F0A134A2-A6D5-4CFA-9D1D-92F435529BDB}"/>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1AF73614-F63B-481D-A5F2-7750A2A43D5F}"/>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5" name="그림 48"/>
          <p:cNvPicPr>
            <a:picLocks xmlns:a="http://schemas.openxmlformats.org/drawingml/2006/main" noChangeAspect="1"/>
          </p:cNvPicPr>
          <p:nvPr/>
        </p:nvPicPr>
        <p:blipFill>
          <a:blip xmlns:r="http://schemas.openxmlformats.org/officeDocument/2006/relationships" xmlns:a="http://schemas.openxmlformats.org/drawingml/2006/main" r:embed="R75f450e11d7642b5"/>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47" name="텍스트 개체 틀 7">
            <a:extLst xmlns:a="http://schemas.openxmlformats.org/drawingml/2006/main">
              <a:ext uri="{FF2B5EF4-FFF2-40B4-BE49-F238E27FC236}">
                <a16:creationId xmlns:a16="http://schemas.microsoft.com/office/drawing/2014/main" id="{F56D175F-C9CF-4BB6-AF01-2F347AEC21A1}"/>
              </a:ext>
            </a:extLst>
          </p:cNvPr>
          <p:cNvSpPr>
            <a:spLocks xmlns:a="http://schemas.openxmlformats.org/drawingml/2006/main" noGrp="1"/>
          </p:cNvSpPr>
          <p:nvPr>
            <p:ph type="body" idx="44"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7" name="표 10"/>
          <p:cNvGraphicFramePr/>
          <p:nvPr/>
        </p:nvGraphicFramePr>
        <p:xfrm>
          <a:off xmlns:a="http://schemas.openxmlformats.org/drawingml/2006/main" x="353247"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8512AA54-41AE-487C-B70C-F453562B7934}"/>
              </a:ext>
            </a:extLst>
          </p:cNvPr>
          <p:cNvSpPr>
            <a:spLocks xmlns:a="http://schemas.openxmlformats.org/drawingml/2006/main" noGrp="1"/>
          </p:cNvSpPr>
          <p:nvPr>
            <p:ph type="body" idx="13" hasCustomPrompt="1"/>
          </p:nvPr>
        </p:nvSpPr>
        <p:spPr>
          <a:xfrm xmlns:a="http://schemas.openxmlformats.org/drawingml/2006/main">
            <a:off x="1417685"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E0D16A3B-3D25-4644-B7D1-AB9A30CD5F7E}"/>
              </a:ext>
            </a:extLst>
          </p:cNvPr>
          <p:cNvSpPr>
            <a:spLocks xmlns:a="http://schemas.openxmlformats.org/drawingml/2006/main" noGrp="1"/>
          </p:cNvSpPr>
          <p:nvPr>
            <p:ph type="body" idx="28" hasCustomPrompt="1"/>
          </p:nvPr>
        </p:nvSpPr>
        <p:spPr>
          <a:xfrm xmlns:a="http://schemas.openxmlformats.org/drawingml/2006/main">
            <a:off x="381207" y="2166578"/>
            <a:ext cx="994589" cy="62611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1433CFFE-AAC6-4EAF-BD4B-99A6450A94EE}"/>
              </a:ext>
            </a:extLst>
          </p:cNvPr>
          <p:cNvSpPr>
            <a:spLocks xmlns:a="http://schemas.openxmlformats.org/drawingml/2006/main" noGrp="1"/>
          </p:cNvSpPr>
          <p:nvPr>
            <p:ph type="body" idx="29" hasCustomPrompt="1"/>
          </p:nvPr>
        </p:nvSpPr>
        <p:spPr>
          <a:xfrm xmlns:a="http://schemas.openxmlformats.org/drawingml/2006/main">
            <a:off x="381207"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5CA4F958-7050-41EC-8C24-DAEB8F3AF91E}"/>
              </a:ext>
            </a:extLst>
          </p:cNvPr>
          <p:cNvSpPr>
            <a:spLocks xmlns:a="http://schemas.openxmlformats.org/drawingml/2006/main" noGrp="1"/>
          </p:cNvSpPr>
          <p:nvPr>
            <p:ph type="body" idx="30" hasCustomPrompt="1"/>
          </p:nvPr>
        </p:nvSpPr>
        <p:spPr>
          <a:xfrm xmlns:a="http://schemas.openxmlformats.org/drawingml/2006/main">
            <a:off x="384355"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4697FCB0-3A7B-4407-8425-3C27B1F8A985}"/>
              </a:ext>
            </a:extLst>
          </p:cNvPr>
          <p:cNvSpPr>
            <a:spLocks xmlns:a="http://schemas.openxmlformats.org/drawingml/2006/main" noGrp="1"/>
          </p:cNvSpPr>
          <p:nvPr>
            <p:ph type="body" idx="31" hasCustomPrompt="1"/>
          </p:nvPr>
        </p:nvSpPr>
        <p:spPr>
          <a:xfrm xmlns:a="http://schemas.openxmlformats.org/drawingml/2006/main">
            <a:off x="381207"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graphicFrame>
        <p:nvGraphicFramePr>
          <p:cNvPr id="63" name="표 20"/>
          <p:cNvGraphicFramePr/>
          <p:nvPr/>
        </p:nvGraphicFramePr>
        <p:xfrm>
          <a:off xmlns:a="http://schemas.openxmlformats.org/drawingml/2006/main" x="4652133"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34" name="텍스트 개체 틀 5">
            <a:extLst xmlns:a="http://schemas.openxmlformats.org/drawingml/2006/main">
              <a:ext uri="{FF2B5EF4-FFF2-40B4-BE49-F238E27FC236}">
                <a16:creationId xmlns:a16="http://schemas.microsoft.com/office/drawing/2014/main" id="{AFAE3E48-427B-45DE-91BC-2F60B91E03B7}"/>
              </a:ext>
            </a:extLst>
          </p:cNvPr>
          <p:cNvSpPr>
            <a:spLocks xmlns:a="http://schemas.openxmlformats.org/drawingml/2006/main" noGrp="1"/>
          </p:cNvSpPr>
          <p:nvPr>
            <p:ph type="body" idx="45" hasCustomPrompt="1"/>
          </p:nvPr>
        </p:nvSpPr>
        <p:spPr>
          <a:xfrm xmlns:a="http://schemas.openxmlformats.org/drawingml/2006/main">
            <a:off x="1417685"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5" name="텍스트 개체 틀 5">
            <a:extLst xmlns:a="http://schemas.openxmlformats.org/drawingml/2006/main">
              <a:ext uri="{FF2B5EF4-FFF2-40B4-BE49-F238E27FC236}">
                <a16:creationId xmlns:a16="http://schemas.microsoft.com/office/drawing/2014/main" id="{E60B3758-8B6C-435B-8C0A-2923E8432C43}"/>
              </a:ext>
            </a:extLst>
          </p:cNvPr>
          <p:cNvSpPr>
            <a:spLocks xmlns:a="http://schemas.openxmlformats.org/drawingml/2006/main" noGrp="1"/>
          </p:cNvSpPr>
          <p:nvPr>
            <p:ph type="body" idx="46" hasCustomPrompt="1"/>
          </p:nvPr>
        </p:nvSpPr>
        <p:spPr>
          <a:xfrm xmlns:a="http://schemas.openxmlformats.org/drawingml/2006/main">
            <a:off x="1417685"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6" name="텍스트 개체 틀 5">
            <a:extLst xmlns:a="http://schemas.openxmlformats.org/drawingml/2006/main">
              <a:ext uri="{FF2B5EF4-FFF2-40B4-BE49-F238E27FC236}">
                <a16:creationId xmlns:a16="http://schemas.microsoft.com/office/drawing/2014/main" id="{A9ED2716-F6FE-4D17-960E-773F05CBAB23}"/>
              </a:ext>
            </a:extLst>
          </p:cNvPr>
          <p:cNvSpPr>
            <a:spLocks xmlns:a="http://schemas.openxmlformats.org/drawingml/2006/main" noGrp="1"/>
          </p:cNvSpPr>
          <p:nvPr>
            <p:ph type="body" idx="47" hasCustomPrompt="1"/>
          </p:nvPr>
        </p:nvSpPr>
        <p:spPr>
          <a:xfrm xmlns:a="http://schemas.openxmlformats.org/drawingml/2006/main">
            <a:off x="1417685"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7" name="텍스트 개체 틀 5">
            <a:extLst xmlns:a="http://schemas.openxmlformats.org/drawingml/2006/main">
              <a:ext uri="{FF2B5EF4-FFF2-40B4-BE49-F238E27FC236}">
                <a16:creationId xmlns:a16="http://schemas.microsoft.com/office/drawing/2014/main" id="{58F1705F-62A1-4E08-9E05-64D4F9D313AA}"/>
              </a:ext>
            </a:extLst>
          </p:cNvPr>
          <p:cNvSpPr>
            <a:spLocks xmlns:a="http://schemas.openxmlformats.org/drawingml/2006/main" noGrp="1"/>
          </p:cNvSpPr>
          <p:nvPr>
            <p:ph type="body" idx="48" hasCustomPrompt="1"/>
          </p:nvPr>
        </p:nvSpPr>
        <p:spPr>
          <a:xfrm xmlns:a="http://schemas.openxmlformats.org/drawingml/2006/main">
            <a:off x="5712790"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8" name="텍스트 개체 틀 2">
            <a:extLst xmlns:a="http://schemas.openxmlformats.org/drawingml/2006/main">
              <a:ext uri="{FF2B5EF4-FFF2-40B4-BE49-F238E27FC236}">
                <a16:creationId xmlns:a16="http://schemas.microsoft.com/office/drawing/2014/main" id="{3EF8F181-86B0-4C1A-9B3D-C2C88A4F60B1}"/>
              </a:ext>
            </a:extLst>
          </p:cNvPr>
          <p:cNvSpPr>
            <a:spLocks xmlns:a="http://schemas.openxmlformats.org/drawingml/2006/main" noGrp="1"/>
          </p:cNvSpPr>
          <p:nvPr>
            <p:ph type="body" idx="49" hasCustomPrompt="1"/>
          </p:nvPr>
        </p:nvSpPr>
        <p:spPr>
          <a:xfrm xmlns:a="http://schemas.openxmlformats.org/drawingml/2006/main">
            <a:off x="4676312" y="2166578"/>
            <a:ext cx="994589" cy="639825"/>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39" name="텍스트 개체 틀 2">
            <a:extLst xmlns:a="http://schemas.openxmlformats.org/drawingml/2006/main">
              <a:ext uri="{FF2B5EF4-FFF2-40B4-BE49-F238E27FC236}">
                <a16:creationId xmlns:a16="http://schemas.microsoft.com/office/drawing/2014/main" id="{21CB93FC-92F5-44C9-A5CB-69E0227025C7}"/>
              </a:ext>
            </a:extLst>
          </p:cNvPr>
          <p:cNvSpPr>
            <a:spLocks xmlns:a="http://schemas.openxmlformats.org/drawingml/2006/main" noGrp="1"/>
          </p:cNvSpPr>
          <p:nvPr>
            <p:ph type="body" idx="50" hasCustomPrompt="1"/>
          </p:nvPr>
        </p:nvSpPr>
        <p:spPr>
          <a:xfrm xmlns:a="http://schemas.openxmlformats.org/drawingml/2006/main">
            <a:off x="4676312"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0" name="텍스트 개체 틀 2">
            <a:extLst xmlns:a="http://schemas.openxmlformats.org/drawingml/2006/main">
              <a:ext uri="{FF2B5EF4-FFF2-40B4-BE49-F238E27FC236}">
                <a16:creationId xmlns:a16="http://schemas.microsoft.com/office/drawing/2014/main" id="{EA4178BF-862E-497C-9CF2-5B99F9B1A483}"/>
              </a:ext>
            </a:extLst>
          </p:cNvPr>
          <p:cNvSpPr>
            <a:spLocks xmlns:a="http://schemas.openxmlformats.org/drawingml/2006/main" noGrp="1"/>
          </p:cNvSpPr>
          <p:nvPr>
            <p:ph type="body" idx="51" hasCustomPrompt="1"/>
          </p:nvPr>
        </p:nvSpPr>
        <p:spPr>
          <a:xfrm xmlns:a="http://schemas.openxmlformats.org/drawingml/2006/main">
            <a:off x="4679460"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1" name="텍스트 개체 틀 2">
            <a:extLst xmlns:a="http://schemas.openxmlformats.org/drawingml/2006/main">
              <a:ext uri="{FF2B5EF4-FFF2-40B4-BE49-F238E27FC236}">
                <a16:creationId xmlns:a16="http://schemas.microsoft.com/office/drawing/2014/main" id="{200EAAD3-4CDF-4586-A4D6-9F53E7664F49}"/>
              </a:ext>
            </a:extLst>
          </p:cNvPr>
          <p:cNvSpPr>
            <a:spLocks xmlns:a="http://schemas.openxmlformats.org/drawingml/2006/main" noGrp="1"/>
          </p:cNvSpPr>
          <p:nvPr>
            <p:ph type="body" idx="52" hasCustomPrompt="1"/>
          </p:nvPr>
        </p:nvSpPr>
        <p:spPr>
          <a:xfrm xmlns:a="http://schemas.openxmlformats.org/drawingml/2006/main">
            <a:off x="4676312"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2" name="텍스트 개체 틀 5">
            <a:extLst xmlns:a="http://schemas.openxmlformats.org/drawingml/2006/main">
              <a:ext uri="{FF2B5EF4-FFF2-40B4-BE49-F238E27FC236}">
                <a16:creationId xmlns:a16="http://schemas.microsoft.com/office/drawing/2014/main" id="{AB439855-5655-4249-85CD-FED966306442}"/>
              </a:ext>
            </a:extLst>
          </p:cNvPr>
          <p:cNvSpPr>
            <a:spLocks xmlns:a="http://schemas.openxmlformats.org/drawingml/2006/main" noGrp="1"/>
          </p:cNvSpPr>
          <p:nvPr>
            <p:ph type="body" idx="53" hasCustomPrompt="1"/>
          </p:nvPr>
        </p:nvSpPr>
        <p:spPr>
          <a:xfrm xmlns:a="http://schemas.openxmlformats.org/drawingml/2006/main">
            <a:off x="5712790"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3" name="텍스트 개체 틀 5">
            <a:extLst xmlns:a="http://schemas.openxmlformats.org/drawingml/2006/main">
              <a:ext uri="{FF2B5EF4-FFF2-40B4-BE49-F238E27FC236}">
                <a16:creationId xmlns:a16="http://schemas.microsoft.com/office/drawing/2014/main" id="{65ADB577-D8AC-41B5-91B6-6B7BB9A830BD}"/>
              </a:ext>
            </a:extLst>
          </p:cNvPr>
          <p:cNvSpPr>
            <a:spLocks xmlns:a="http://schemas.openxmlformats.org/drawingml/2006/main" noGrp="1"/>
          </p:cNvSpPr>
          <p:nvPr>
            <p:ph type="body" idx="54" hasCustomPrompt="1"/>
          </p:nvPr>
        </p:nvSpPr>
        <p:spPr>
          <a:xfrm xmlns:a="http://schemas.openxmlformats.org/drawingml/2006/main">
            <a:off x="5712790"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4" name="텍스트 개체 틀 5">
            <a:extLst xmlns:a="http://schemas.openxmlformats.org/drawingml/2006/main">
              <a:ext uri="{FF2B5EF4-FFF2-40B4-BE49-F238E27FC236}">
                <a16:creationId xmlns:a16="http://schemas.microsoft.com/office/drawing/2014/main" id="{BB2302B5-9349-4B54-A908-3ED8D547AD66}"/>
              </a:ext>
            </a:extLst>
          </p:cNvPr>
          <p:cNvSpPr>
            <a:spLocks xmlns:a="http://schemas.openxmlformats.org/drawingml/2006/main" noGrp="1"/>
          </p:cNvSpPr>
          <p:nvPr>
            <p:ph type="body" idx="55" hasCustomPrompt="1"/>
          </p:nvPr>
        </p:nvSpPr>
        <p:spPr>
          <a:xfrm xmlns:a="http://schemas.openxmlformats.org/drawingml/2006/main">
            <a:off x="5712790"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9" name="제목 3">
            <a:extLst xmlns:a="http://schemas.openxmlformats.org/drawingml/2006/main">
              <a:ext uri="{FF2B5EF4-FFF2-40B4-BE49-F238E27FC236}">
                <a16:creationId xmlns:a16="http://schemas.microsoft.com/office/drawing/2014/main" id="{F4DFFE49-6BB5-48DE-9431-565C029A7EDE}"/>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30" name="텍스트 개체 틀 4">
            <a:extLst xmlns:a="http://schemas.openxmlformats.org/drawingml/2006/main">
              <a:ext uri="{FF2B5EF4-FFF2-40B4-BE49-F238E27FC236}">
                <a16:creationId xmlns:a16="http://schemas.microsoft.com/office/drawing/2014/main" id="{33949F67-C97E-41AA-AEF7-DABACB1421AC}"/>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31" name="텍스트 개체 틀 7">
            <a:extLst xmlns:a="http://schemas.openxmlformats.org/drawingml/2006/main">
              <a:ext uri="{FF2B5EF4-FFF2-40B4-BE49-F238E27FC236}">
                <a16:creationId xmlns:a16="http://schemas.microsoft.com/office/drawing/2014/main" id="{D6D4542B-50BE-4FDB-BDA7-87214C189D27}"/>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45" name="텍스트 개체 틀 4">
            <a:extLst xmlns:a="http://schemas.openxmlformats.org/drawingml/2006/main">
              <a:ext uri="{FF2B5EF4-FFF2-40B4-BE49-F238E27FC236}">
                <a16:creationId xmlns:a16="http://schemas.microsoft.com/office/drawing/2014/main" id="{73CDC984-46BA-4E53-81EB-5179FD9FD4E7}"/>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8.xml><?xml version="1.0" encoding="utf-8"?>
<p:sldLayout xmlns:p="http://schemas.openxmlformats.org/presentationml/2006/main" userDrawn="1">
  <p:cSld name="5_제목 및 내용">
    <p:spTree>
      <p:nvGrpSpPr>
        <p:cNvPr id="1" name=""/>
        <p:cNvGrpSpPr/>
        <p:nvPr/>
      </p:nvGrpSpPr>
      <p:grpSpPr>
        <a:xfrm xmlns:a="http://schemas.openxmlformats.org/drawingml/2006/main"/>
      </p:grpSpPr>
      <p:pic>
        <p:nvPicPr>
          <p:cNvPr id="41" name="그림 39"/>
          <p:cNvPicPr>
            <a:picLocks xmlns:a="http://schemas.openxmlformats.org/drawingml/2006/main" noChangeAspect="1"/>
          </p:cNvPicPr>
          <p:nvPr/>
        </p:nvPicPr>
        <p:blipFill>
          <a:blip xmlns:r="http://schemas.openxmlformats.org/officeDocument/2006/relationships" xmlns:a="http://schemas.openxmlformats.org/drawingml/2006/main" r:embed="R5917c03030d84f87"/>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B1E43290-1A8B-43FB-8B32-1D274DEDA265}"/>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8E45D5F8-0D21-4C53-9F7A-663165A361C3}"/>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44" name="그림 36"/>
          <p:cNvPicPr>
            <a:picLocks xmlns:a="http://schemas.openxmlformats.org/drawingml/2006/main" noChangeAspect="1"/>
          </p:cNvPicPr>
          <p:nvPr/>
        </p:nvPicPr>
        <p:blipFill>
          <a:blip xmlns:r="http://schemas.openxmlformats.org/officeDocument/2006/relationships" xmlns:a="http://schemas.openxmlformats.org/drawingml/2006/main" r:embed="R6006dd7577f148f9"/>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6" name="텍스트 개체 틀 7">
            <a:extLst xmlns:a="http://schemas.openxmlformats.org/drawingml/2006/main">
              <a:ext uri="{FF2B5EF4-FFF2-40B4-BE49-F238E27FC236}">
                <a16:creationId xmlns:a16="http://schemas.microsoft.com/office/drawing/2014/main" id="{EA1F55B8-918A-411D-9C8A-D6AD799FDFFC}"/>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46" name="표 9"/>
          <p:cNvGraphicFramePr/>
          <p:nvPr/>
        </p:nvGraphicFramePr>
        <p:xfrm>
          <a:off xmlns:a="http://schemas.openxmlformats.org/drawingml/2006/main" x="321195"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graphicFrame>
        <p:nvGraphicFramePr>
          <p:cNvPr id="47" name="표 10"/>
          <p:cNvGraphicFramePr/>
          <p:nvPr/>
        </p:nvGraphicFramePr>
        <p:xfrm>
          <a:off xmlns:a="http://schemas.openxmlformats.org/drawingml/2006/main" x="4660851"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4">
            <a:extLst xmlns:a="http://schemas.openxmlformats.org/drawingml/2006/main">
              <a:ext uri="{FF2B5EF4-FFF2-40B4-BE49-F238E27FC236}">
                <a16:creationId xmlns:a16="http://schemas.microsoft.com/office/drawing/2014/main" id="{B32AFA4D-D9FE-46A6-9BEC-12E63A530209}"/>
              </a:ext>
            </a:extLst>
          </p:cNvPr>
          <p:cNvSpPr>
            <a:spLocks xmlns:a="http://schemas.openxmlformats.org/drawingml/2006/main" noGrp="1"/>
          </p:cNvSpPr>
          <p:nvPr>
            <p:ph type="body" idx="13" hasCustomPrompt="1"/>
          </p:nvPr>
        </p:nvSpPr>
        <p:spPr>
          <a:xfrm xmlns:a="http://schemas.openxmlformats.org/drawingml/2006/main">
            <a:off x="340686"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3" name="텍스트 개체 틀 7">
            <a:extLst xmlns:a="http://schemas.openxmlformats.org/drawingml/2006/main">
              <a:ext uri="{FF2B5EF4-FFF2-40B4-BE49-F238E27FC236}">
                <a16:creationId xmlns:a16="http://schemas.microsoft.com/office/drawing/2014/main" id="{CBC84A7A-A199-42E6-B9F0-0D28B8EFDE12}"/>
              </a:ext>
            </a:extLst>
          </p:cNvPr>
          <p:cNvSpPr>
            <a:spLocks xmlns:a="http://schemas.openxmlformats.org/drawingml/2006/main" noGrp="1"/>
          </p:cNvSpPr>
          <p:nvPr>
            <p:ph type="body" idx="14" hasCustomPrompt="1"/>
          </p:nvPr>
        </p:nvSpPr>
        <p:spPr>
          <a:xfrm xmlns:a="http://schemas.openxmlformats.org/drawingml/2006/main">
            <a:off x="472738"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4" name="텍스트 개체 틀 2">
            <a:extLst xmlns:a="http://schemas.openxmlformats.org/drawingml/2006/main">
              <a:ext uri="{FF2B5EF4-FFF2-40B4-BE49-F238E27FC236}">
                <a16:creationId xmlns:a16="http://schemas.microsoft.com/office/drawing/2014/main" id="{A91998D6-55E8-4654-8A13-70B1F766759F}"/>
              </a:ext>
            </a:extLst>
          </p:cNvPr>
          <p:cNvSpPr>
            <a:spLocks xmlns:a="http://schemas.openxmlformats.org/drawingml/2006/main" noGrp="1"/>
          </p:cNvSpPr>
          <p:nvPr>
            <p:ph type="body" idx="30" hasCustomPrompt="1"/>
          </p:nvPr>
        </p:nvSpPr>
        <p:spPr>
          <a:xfrm xmlns:a="http://schemas.openxmlformats.org/drawingml/2006/main">
            <a:off x="313164" y="1754781"/>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50D4D9B8-DCF4-47F3-9025-A8E572441AA6}"/>
              </a:ext>
            </a:extLst>
          </p:cNvPr>
          <p:cNvSpPr>
            <a:spLocks xmlns:a="http://schemas.openxmlformats.org/drawingml/2006/main" noGrp="1"/>
          </p:cNvSpPr>
          <p:nvPr>
            <p:ph type="body" idx="31" hasCustomPrompt="1"/>
          </p:nvPr>
        </p:nvSpPr>
        <p:spPr>
          <a:xfrm xmlns:a="http://schemas.openxmlformats.org/drawingml/2006/main">
            <a:off x="4669014" y="1762122"/>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6" name="텍스트 개체 틀 4">
            <a:extLst xmlns:a="http://schemas.openxmlformats.org/drawingml/2006/main">
              <a:ext uri="{FF2B5EF4-FFF2-40B4-BE49-F238E27FC236}">
                <a16:creationId xmlns:a16="http://schemas.microsoft.com/office/drawing/2014/main" id="{0EA48538-130E-4EAB-99BA-6797717F4A41}"/>
              </a:ext>
            </a:extLst>
          </p:cNvPr>
          <p:cNvSpPr>
            <a:spLocks xmlns:a="http://schemas.openxmlformats.org/drawingml/2006/main" noGrp="1"/>
          </p:cNvSpPr>
          <p:nvPr>
            <p:ph type="body" idx="32" hasCustomPrompt="1"/>
          </p:nvPr>
        </p:nvSpPr>
        <p:spPr>
          <a:xfrm xmlns:a="http://schemas.openxmlformats.org/drawingml/2006/main">
            <a:off x="340686"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7" name="텍스트 개체 틀 7">
            <a:extLst xmlns:a="http://schemas.openxmlformats.org/drawingml/2006/main">
              <a:ext uri="{FF2B5EF4-FFF2-40B4-BE49-F238E27FC236}">
                <a16:creationId xmlns:a16="http://schemas.microsoft.com/office/drawing/2014/main" id="{1CA82902-3D42-4161-82F7-B38120F14390}"/>
              </a:ext>
            </a:extLst>
          </p:cNvPr>
          <p:cNvSpPr>
            <a:spLocks xmlns:a="http://schemas.openxmlformats.org/drawingml/2006/main" noGrp="1"/>
          </p:cNvSpPr>
          <p:nvPr>
            <p:ph type="body" idx="33" hasCustomPrompt="1"/>
          </p:nvPr>
        </p:nvSpPr>
        <p:spPr>
          <a:xfrm xmlns:a="http://schemas.openxmlformats.org/drawingml/2006/main">
            <a:off x="472738"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8" name="텍스트 개체 틀 4">
            <a:extLst xmlns:a="http://schemas.openxmlformats.org/drawingml/2006/main">
              <a:ext uri="{FF2B5EF4-FFF2-40B4-BE49-F238E27FC236}">
                <a16:creationId xmlns:a16="http://schemas.microsoft.com/office/drawing/2014/main" id="{9C4A27A2-78D3-48FD-B898-8BCB88EC5EB3}"/>
              </a:ext>
            </a:extLst>
          </p:cNvPr>
          <p:cNvSpPr>
            <a:spLocks xmlns:a="http://schemas.openxmlformats.org/drawingml/2006/main" noGrp="1"/>
          </p:cNvSpPr>
          <p:nvPr>
            <p:ph type="body" idx="34" hasCustomPrompt="1"/>
          </p:nvPr>
        </p:nvSpPr>
        <p:spPr>
          <a:xfrm xmlns:a="http://schemas.openxmlformats.org/drawingml/2006/main">
            <a:off x="4665021"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9" name="텍스트 개체 틀 7">
            <a:extLst xmlns:a="http://schemas.openxmlformats.org/drawingml/2006/main">
              <a:ext uri="{FF2B5EF4-FFF2-40B4-BE49-F238E27FC236}">
                <a16:creationId xmlns:a16="http://schemas.microsoft.com/office/drawing/2014/main" id="{56F23DFC-B5ED-4933-B2BD-34CBF66F1D10}"/>
              </a:ext>
            </a:extLst>
          </p:cNvPr>
          <p:cNvSpPr>
            <a:spLocks xmlns:a="http://schemas.openxmlformats.org/drawingml/2006/main" noGrp="1"/>
          </p:cNvSpPr>
          <p:nvPr>
            <p:ph type="body" idx="35" hasCustomPrompt="1"/>
          </p:nvPr>
        </p:nvSpPr>
        <p:spPr>
          <a:xfrm xmlns:a="http://schemas.openxmlformats.org/drawingml/2006/main">
            <a:off x="4797072"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0" name="텍스트 개체 틀 4">
            <a:extLst xmlns:a="http://schemas.openxmlformats.org/drawingml/2006/main">
              <a:ext uri="{FF2B5EF4-FFF2-40B4-BE49-F238E27FC236}">
                <a16:creationId xmlns:a16="http://schemas.microsoft.com/office/drawing/2014/main" id="{C32FBD14-02D5-43BC-904D-9C055823AA97}"/>
              </a:ext>
            </a:extLst>
          </p:cNvPr>
          <p:cNvSpPr>
            <a:spLocks xmlns:a="http://schemas.openxmlformats.org/drawingml/2006/main" noGrp="1"/>
          </p:cNvSpPr>
          <p:nvPr>
            <p:ph type="body" idx="36" hasCustomPrompt="1"/>
          </p:nvPr>
        </p:nvSpPr>
        <p:spPr>
          <a:xfrm xmlns:a="http://schemas.openxmlformats.org/drawingml/2006/main">
            <a:off x="4665021"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21" name="텍스트 개체 틀 7">
            <a:extLst xmlns:a="http://schemas.openxmlformats.org/drawingml/2006/main">
              <a:ext uri="{FF2B5EF4-FFF2-40B4-BE49-F238E27FC236}">
                <a16:creationId xmlns:a16="http://schemas.microsoft.com/office/drawing/2014/main" id="{DDF7C163-B54E-46A0-90C7-9727F3E222A7}"/>
              </a:ext>
            </a:extLst>
          </p:cNvPr>
          <p:cNvSpPr>
            <a:spLocks xmlns:a="http://schemas.openxmlformats.org/drawingml/2006/main" noGrp="1"/>
          </p:cNvSpPr>
          <p:nvPr>
            <p:ph type="body" idx="37" hasCustomPrompt="1"/>
          </p:nvPr>
        </p:nvSpPr>
        <p:spPr>
          <a:xfrm xmlns:a="http://schemas.openxmlformats.org/drawingml/2006/main">
            <a:off x="4797072"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2" name="제목 3">
            <a:extLst xmlns:a="http://schemas.openxmlformats.org/drawingml/2006/main">
              <a:ext uri="{FF2B5EF4-FFF2-40B4-BE49-F238E27FC236}">
                <a16:creationId xmlns:a16="http://schemas.microsoft.com/office/drawing/2014/main" id="{F17102A1-0F4C-4ADC-87B2-9E9D1F7CC3D9}"/>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3" name="텍스트 개체 틀 4">
            <a:extLst xmlns:a="http://schemas.openxmlformats.org/drawingml/2006/main">
              <a:ext uri="{FF2B5EF4-FFF2-40B4-BE49-F238E27FC236}">
                <a16:creationId xmlns:a16="http://schemas.microsoft.com/office/drawing/2014/main" id="{89DAC209-1B81-4383-906F-C5584A721B06}"/>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4" name="텍스트 개체 틀 7">
            <a:extLst xmlns:a="http://schemas.openxmlformats.org/drawingml/2006/main">
              <a:ext uri="{FF2B5EF4-FFF2-40B4-BE49-F238E27FC236}">
                <a16:creationId xmlns:a16="http://schemas.microsoft.com/office/drawing/2014/main" id="{2D66C97D-4181-4FFC-B4E7-857EAB235260}"/>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Tree>
  </p:cSld>
</p:sldLayout>
</file>

<file path=ppt/slideLayouts/slideLayout9.xml><?xml version="1.0" encoding="utf-8"?>
<p:sldLayout xmlns:p="http://schemas.openxmlformats.org/presentationml/2006/main" preserve="1" userDrawn="1">
  <p:cSld name="사용자 지정 레이아웃">
    <p:spTree>
      <p:nvGrpSpPr>
        <p:cNvPr id="1" name=""/>
        <p:cNvGrpSpPr/>
        <p:nvPr/>
      </p:nvGrpSpPr>
      <p:grpSpPr>
        <a:xfrm xmlns:a="http://schemas.openxmlformats.org/drawingml/2006/main"/>
      </p:grpSpPr>
      <p:pic>
        <p:nvPicPr>
          <p:cNvPr id="22" name="그림 17"/>
          <p:cNvPicPr>
            <a:picLocks xmlns:a="http://schemas.openxmlformats.org/drawingml/2006/main" noChangeAspect="1"/>
          </p:cNvPicPr>
          <p:nvPr/>
        </p:nvPicPr>
        <p:blipFill>
          <a:blip xmlns:r="http://schemas.openxmlformats.org/officeDocument/2006/relationships" xmlns:a="http://schemas.openxmlformats.org/drawingml/2006/main" r:embed="R6a5808a03c9e4d8d"/>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19" name="TextBox 18">
            <a:extLst xmlns:a="http://schemas.openxmlformats.org/drawingml/2006/main">
              <a:ext uri="{FF2B5EF4-FFF2-40B4-BE49-F238E27FC236}">
                <a16:creationId xmlns:a16="http://schemas.microsoft.com/office/drawing/2014/main" id="{A0F5521F-2FC4-444D-88BC-178DCAB3E211}"/>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0" name="텍스트 개체 틀 7">
            <a:extLst xmlns:a="http://schemas.openxmlformats.org/drawingml/2006/main">
              <a:ext uri="{FF2B5EF4-FFF2-40B4-BE49-F238E27FC236}">
                <a16:creationId xmlns:a16="http://schemas.microsoft.com/office/drawing/2014/main" id="{2053E56B-628A-48D3-9C19-C8795FB85BBC}"/>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6" name="TextBox 5">
            <a:extLst xmlns:a="http://schemas.openxmlformats.org/drawingml/2006/main">
              <a:ext uri="{FF2B5EF4-FFF2-40B4-BE49-F238E27FC236}">
                <a16:creationId xmlns:a16="http://schemas.microsoft.com/office/drawing/2014/main" id="{7941998C-1DC8-4F4A-8FD1-8F47032F4C7C}"/>
              </a:ext>
            </a:extLst>
          </p:cNvPr>
          <p:cNvSpPr>
            <a:spLocks xmlns:a="http://schemas.openxmlformats.org/drawingml/2006/main" noGrp="1"/>
          </p:cNvSpPr>
          <p:nvPr/>
        </p:nvSpPr>
        <p:spPr>
          <a:xfrm xmlns:a="http://schemas.openxmlformats.org/drawingml/2006/main">
            <a:off x="2032484" y="1566135"/>
            <a:ext cx="5079031"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rgbClr val="1429A0"/>
                </a:solidFill>
                <a:latin typeface="+mn-ea"/>
                <a:ea typeface="+mn-ea"/>
                <a:cs typeface="+mn-ea"/>
              </a:rPr>
              <a:t>Thank</a:t>
            </a:r>
            <a:r>
              <a:rPr sz="5400" b="1">
                <a:solidFill>
                  <a:srgbClr val="1429A0"/>
                </a:solidFill>
                <a:latin typeface="+mn-ea"/>
                <a:ea typeface="+mn-ea"/>
                <a:cs typeface="+mn-ea"/>
              </a:rPr>
              <a:t> You.</a:t>
            </a:r>
            <a:endParaRPr sz="5400" b="1">
              <a:solidFill>
                <a:srgbClr val="1429A0"/>
              </a:solidFill>
              <a:latin typeface="+mn-ea"/>
              <a:ea typeface="+mn-ea"/>
              <a:cs typeface="+mn-ea"/>
            </a:endParaRPr>
          </a:p>
        </p:txBody>
      </p:sp>
      <p:sp>
        <p:nvSpPr>
          <p:cNvPr id="8" name="TextBox 7">
            <a:extLst xmlns:a="http://schemas.openxmlformats.org/drawingml/2006/main">
              <a:ext uri="{FF2B5EF4-FFF2-40B4-BE49-F238E27FC236}">
                <a16:creationId xmlns:a16="http://schemas.microsoft.com/office/drawing/2014/main" id="{046E994B-7880-48C9-B280-1DA59CF5CF5B}"/>
              </a:ext>
            </a:extLst>
          </p:cNvPr>
          <p:cNvSpPr>
            <a:spLocks xmlns:a="http://schemas.openxmlformats.org/drawingml/2006/main" noGrp="1"/>
          </p:cNvSpPr>
          <p:nvPr/>
        </p:nvSpPr>
        <p:spPr>
          <a:xfrm xmlns:a="http://schemas.openxmlformats.org/drawingml/2006/main">
            <a:off x="2362366" y="3013444"/>
            <a:ext cx="4256240" cy="7848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ctr">
              <a:lnSpc>
                <a:spcPct val="150000"/>
              </a:lnSpc>
              <a:buNone/>
            </a:pPr>
            <a:r>
              <a:rPr sz="1000" b="1">
                <a:solidFill>
                  <a:srgbClr val="000000"/>
                </a:solidFill>
                <a:latin typeface="+mn-ea"/>
                <a:ea typeface="+mn-ea"/>
                <a:cs typeface="+mn-ea"/>
              </a:rPr>
              <a:t>Vision.</a:t>
            </a:r>
            <a:r>
              <a:rPr sz="1000" b="1">
                <a:solidFill>
                  <a:srgbClr val="000000"/>
                </a:solidFill>
                <a:latin typeface="+mn-ea"/>
                <a:ea typeface="+mn-ea"/>
                <a:cs typeface="+mn-ea"/>
              </a:rPr>
              <a:t> </a:t>
            </a:r>
            <a:r>
              <a:rPr sz="1000" b="1">
                <a:solidFill>
                  <a:srgbClr val="000000"/>
                </a:solidFill>
                <a:latin typeface="+mn-ea"/>
                <a:ea typeface="+mn-ea"/>
                <a:cs typeface="+mn-ea"/>
              </a:rPr>
              <a:t>초일류 기술로 새로운 가능성을 열어가는 진정한 </a:t>
            </a:r>
            <a:r>
              <a:rPr sz="1000" b="1">
                <a:solidFill>
                  <a:srgbClr val="000000"/>
                </a:solidFill>
                <a:latin typeface="+mn-ea"/>
                <a:ea typeface="+mn-ea"/>
                <a:cs typeface="+mn-ea"/>
              </a:rPr>
              <a:t>1</a:t>
            </a:r>
            <a:r>
              <a:rPr sz="1000" b="1">
                <a:solidFill>
                  <a:srgbClr val="000000"/>
                </a:solidFill>
                <a:latin typeface="+mn-ea"/>
                <a:ea typeface="+mn-ea"/>
                <a:cs typeface="+mn-ea"/>
              </a:rPr>
              <a:t>등이 되자</a:t>
            </a:r>
            <a:r>
              <a:rPr sz="1000" b="1">
                <a:solidFill>
                  <a:srgbClr val="000000"/>
                </a:solidFill>
                <a:latin typeface="+mn-ea"/>
                <a:ea typeface="+mn-ea"/>
                <a:cs typeface="+mn-ea"/>
              </a:rPr>
              <a:t>.</a:t>
            </a:r>
          </a:p>
          <a:p xmlns:a="http://schemas.openxmlformats.org/drawingml/2006/main">
            <a:pPr marL="0" marR="0" lvl="0" indent="0" algn="ctr" defTabSz="457200">
              <a:lnSpc>
                <a:spcPct val="150000"/>
              </a:lnSpc>
              <a:spcBef>
                <a:spcPts val="0"/>
              </a:spcBef>
              <a:spcAft>
                <a:spcPts val="0"/>
              </a:spcAft>
              <a:buClrTx/>
              <a:buSzTx/>
              <a:buFontTx/>
              <a:buNone/>
            </a:pPr>
            <a:r>
              <a:rPr sz="1000" b="1">
                <a:solidFill>
                  <a:srgbClr val="000000"/>
                </a:solidFill>
                <a:latin typeface="+mn-ea"/>
                <a:ea typeface="+mn-ea"/>
                <a:cs typeface="+mn-ea"/>
              </a:rPr>
              <a:t>Mission.</a:t>
            </a:r>
            <a:r>
              <a:rPr sz="1000" b="1">
                <a:solidFill>
                  <a:srgbClr val="000000"/>
                </a:solidFill>
                <a:latin typeface="+mn-ea"/>
                <a:ea typeface="+mn-ea"/>
                <a:cs typeface="+mn-ea"/>
              </a:rPr>
              <a:t> </a:t>
            </a:r>
            <a:r>
              <a:rPr sz="1000" b="1">
                <a:solidFill>
                  <a:srgbClr val="000000"/>
                </a:solidFill>
                <a:latin typeface="+mn-ea"/>
                <a:ea typeface="+mn-ea"/>
                <a:cs typeface="+mn-ea"/>
              </a:rPr>
              <a:t>함께 지속 성장하는 </a:t>
            </a:r>
            <a:r>
              <a:rPr sz="1000" b="1">
                <a:solidFill>
                  <a:srgbClr val="000000"/>
                </a:solidFill>
                <a:latin typeface="+mn-ea"/>
                <a:ea typeface="+mn-ea"/>
                <a:cs typeface="+mn-ea"/>
              </a:rPr>
              <a:t>No.1 </a:t>
            </a:r>
            <a:r>
              <a:rPr sz="1000" b="1">
                <a:solidFill>
                  <a:srgbClr val="000000"/>
                </a:solidFill>
                <a:latin typeface="+mn-ea"/>
                <a:ea typeface="+mn-ea"/>
                <a:cs typeface="+mn-ea"/>
              </a:rPr>
              <a:t>메모리 솔루션 </a:t>
            </a:r>
            <a:r>
              <a:rPr sz="1000" b="1">
                <a:solidFill>
                  <a:srgbClr val="000000"/>
                </a:solidFill>
                <a:latin typeface="+mn-ea"/>
                <a:ea typeface="+mn-ea"/>
                <a:cs typeface="+mn-ea"/>
              </a:rPr>
              <a:t>Provider</a:t>
            </a:r>
            <a:r>
              <a:rPr sz="1000" b="1">
                <a:solidFill>
                  <a:srgbClr val="000000"/>
                </a:solidFill>
                <a:latin typeface="+mn-ea"/>
                <a:ea typeface="+mn-ea"/>
                <a:cs typeface="+mn-ea"/>
              </a:rPr>
              <a:t> </a:t>
            </a:r>
          </a:p>
          <a:p xmlns:a="http://schemas.openxmlformats.org/drawingml/2006/main">
            <a:pPr marL="0" indent="0" algn="ctr">
              <a:lnSpc>
                <a:spcPct val="150000"/>
              </a:lnSpc>
              <a:buNone/>
            </a:pPr>
            <a:r>
              <a:rPr sz="1000" b="1">
                <a:solidFill>
                  <a:srgbClr val="000000"/>
                </a:solidFill>
                <a:latin typeface="+mn-ea"/>
                <a:ea typeface="+mn-ea"/>
                <a:cs typeface="+mn-ea"/>
              </a:rPr>
              <a:t>Catchphrase. </a:t>
            </a:r>
            <a:r>
              <a:rPr sz="1000" b="1">
                <a:solidFill>
                  <a:srgbClr val="000000"/>
                </a:solidFill>
                <a:latin typeface="+mn-ea"/>
                <a:ea typeface="+mn-ea"/>
                <a:cs typeface="+mn-ea"/>
              </a:rPr>
              <a:t>함께 성장하는 행복한 메모리사업부</a:t>
            </a:r>
            <a:r>
              <a:rPr sz="1000" b="1">
                <a:solidFill>
                  <a:srgbClr val="000000"/>
                </a:solidFill>
                <a:latin typeface="+mn-ea"/>
                <a:ea typeface="+mn-ea"/>
                <a:cs typeface="+mn-ea"/>
              </a:rPr>
              <a:t> </a:t>
            </a:r>
            <a:endParaRPr sz="1000" b="1">
              <a:solidFill>
                <a:srgbClr val="000000"/>
              </a:solidFill>
              <a:latin typeface="+mn-ea"/>
              <a:ea typeface="+mn-ea"/>
              <a:cs typeface="+mn-ea"/>
            </a:endParaRPr>
          </a:p>
        </p:txBody>
      </p:sp>
      <p:sp>
        <p:nvSpPr>
          <p:cNvPr id="9" name="모서리가 둥근 직사각형 8">
            <a:extLst xmlns:a="http://schemas.openxmlformats.org/drawingml/2006/main">
              <a:ext uri="{FF2B5EF4-FFF2-40B4-BE49-F238E27FC236}">
                <a16:creationId xmlns:a16="http://schemas.microsoft.com/office/drawing/2014/main" id="{D87CB978-DF3F-4B16-8402-87000D6EE42B}"/>
              </a:ext>
            </a:extLst>
          </p:cNvPr>
          <p:cNvSpPr>
            <a:spLocks xmlns:a="http://schemas.openxmlformats.org/drawingml/2006/main" noGrp="1"/>
          </p:cNvSpPr>
          <p:nvPr/>
        </p:nvSpPr>
        <p:spPr>
          <a:xfrm xmlns:a="http://schemas.openxmlformats.org/drawingml/2006/main">
            <a:off x="2141935" y="2901245"/>
            <a:ext cx="4860131" cy="986003"/>
          </a:xfrm>
          <a:prstGeom xmlns:a="http://schemas.openxmlformats.org/drawingml/2006/main" prst="roundRect">
            <a:avLst>
              <a:gd name="adj" fmla="val 1617"/>
            </a:avLst>
          </a:prstGeom>
          <a:noFill xmlns:a="http://schemas.openxmlformats.org/drawingml/2006/main"/>
          <a:ln xmlns:a="http://schemas.openxmlformats.org/drawingml/2006/main" w="12700" cmpd="sng">
            <a:solidFill>
              <a:schemeClr val="bg1">
                <a:lumMod val="85000"/>
              </a:schemeClr>
            </a:solidFill>
            <a:prstDash val="solid"/>
          </a:ln>
        </p:spPr>
        <p:txBody>
          <a:bodyPr xmlns:a="http://schemas.openxmlformats.org/drawingml/2006/main" anchor="ctr"/>
          <a:lstStyle xmlns:a="http://schemas.openxmlformats.org/drawingml/2006/main">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xmlns:a="http://schemas.openxmlformats.org/drawingml/2006/main">
            <a:pPr algn="ctr" defTabSz="1219109">
              <a:spcBef>
                <a:spcPct val="0"/>
              </a:spcBef>
              <a:spcAft>
                <a:spcPct val="0"/>
              </a:spcAft>
              <a:buNone/>
            </a:pPr>
            <a:endParaRPr sz="2100" b="1">
              <a:solidFill>
                <a:prstClr val="white"/>
              </a:solidFill>
              <a:latin typeface="Arial"/>
              <a:ea typeface="Arial"/>
              <a:cs typeface="Arial"/>
            </a:endParaRPr>
          </a:p>
        </p:txBody>
      </p:sp>
      <p:sp>
        <p:nvSpPr>
          <p:cNvPr id="10" name="직사각형 9">
            <a:extLst xmlns:a="http://schemas.openxmlformats.org/drawingml/2006/main">
              <a:ext uri="{FF2B5EF4-FFF2-40B4-BE49-F238E27FC236}">
                <a16:creationId xmlns:a16="http://schemas.microsoft.com/office/drawing/2014/main" id="{6A4E72B2-91EF-4102-84DE-BF589B4AA0C5}"/>
              </a:ext>
            </a:extLst>
          </p:cNvPr>
          <p:cNvSpPr>
            <a:spLocks xmlns:a="http://schemas.openxmlformats.org/drawingml/2006/main" noGrp="1"/>
          </p:cNvSpPr>
          <p:nvPr/>
        </p:nvSpPr>
        <p:spPr>
          <a:xfrm xmlns:a="http://schemas.openxmlformats.org/drawingml/2006/main">
            <a:off x="3960300" y="2762743"/>
            <a:ext cx="1223413" cy="300082"/>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pPr marL="0" indent="0" algn="ctr">
              <a:lnSpc>
                <a:spcPct val="100000"/>
              </a:lnSpc>
              <a:spcAft>
                <a:spcPts val="600"/>
              </a:spcAft>
              <a:buNone/>
            </a:pPr>
            <a:r>
              <a:rPr sz="1350" b="1">
                <a:solidFill>
                  <a:srgbClr val="1429A0"/>
                </a:solidFill>
                <a:latin typeface="+mn-ea"/>
                <a:ea typeface="+mn-ea"/>
                <a:cs typeface="+mn-ea"/>
              </a:rPr>
              <a:t>메모리사업부</a:t>
            </a:r>
            <a:endParaRPr sz="1350" b="1">
              <a:solidFill>
                <a:srgbClr val="1429A0"/>
              </a:solidFill>
              <a:latin typeface="+mn-ea"/>
              <a:ea typeface="+mn-ea"/>
              <a:cs typeface="+mn-ea"/>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c88a8942b74f0d" /><Relationship Type="http://schemas.openxmlformats.org/officeDocument/2006/relationships/slideLayout" Target="/ppt/slideLayouts/slideLayout1.xml" Id="R98d20c1b463440e3" /><Relationship Type="http://schemas.openxmlformats.org/officeDocument/2006/relationships/slideLayout" Target="/ppt/slideLayouts/slideLayout2.xml" Id="Rbc5e256138444ea3" /><Relationship Type="http://schemas.openxmlformats.org/officeDocument/2006/relationships/slideLayout" Target="/ppt/slideLayouts/slideLayout3.xml" Id="R0a927a7ca3304129" /><Relationship Type="http://schemas.openxmlformats.org/officeDocument/2006/relationships/slideLayout" Target="/ppt/slideLayouts/slideLayout4.xml" Id="Redffad52dd06489a" /><Relationship Type="http://schemas.openxmlformats.org/officeDocument/2006/relationships/slideLayout" Target="/ppt/slideLayouts/slideLayout5.xml" Id="R20ecdaa226af4c39" /><Relationship Type="http://schemas.openxmlformats.org/officeDocument/2006/relationships/slideLayout" Target="/ppt/slideLayouts/slideLayout6.xml" Id="Rfe6fe0fb8e2f48be" /><Relationship Type="http://schemas.openxmlformats.org/officeDocument/2006/relationships/slideLayout" Target="/ppt/slideLayouts/slideLayout7.xml" Id="R6f1b7ed32b8744fe" /><Relationship Type="http://schemas.openxmlformats.org/officeDocument/2006/relationships/slideLayout" Target="/ppt/slideLayouts/slideLayout8.xml" Id="R3f4cd473d49c4db2" /><Relationship Type="http://schemas.openxmlformats.org/officeDocument/2006/relationships/slideLayout" Target="/ppt/slideLayouts/slideLayout9.xml" Id="R3f06a51546f2414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3B3046F-48E3-4765-8FF6-0FD0FD4F6B0E}"/>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Text Placeholder 2">
            <a:extLst xmlns:a="http://schemas.openxmlformats.org/drawingml/2006/main">
              <a:ext uri="{FF2B5EF4-FFF2-40B4-BE49-F238E27FC236}">
                <a16:creationId xmlns:a16="http://schemas.microsoft.com/office/drawing/2014/main" id="{B3BAC5BA-03D4-4EC7-8F25-BED6A3EE8317}"/>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Date Placeholder 3">
            <a:extLst xmlns:a="http://schemas.openxmlformats.org/drawingml/2006/main">
              <a:ext uri="{FF2B5EF4-FFF2-40B4-BE49-F238E27FC236}">
                <a16:creationId xmlns:a16="http://schemas.microsoft.com/office/drawing/2014/main" id="{39680451-51DB-4233-8EDE-226E4B15E570}"/>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DF5B824-CFD9-415D-BC40-A4FFF376D15F}"/>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EA03B9-B825-4CDF-B017-3FC5C0E33149}"/>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EF8A797C-E98E-4485-A668-DA619986C316}" type="slidenum">
              <a:t>‹#›</a:t>
            </a:fld>
            <a:endParaRPr/>
          </a:p>
        </p:txBody>
      </p:sp>
      <p:sp>
        <p:nvSpPr>
          <p:cNvPr id="7" name="TextBox 4">
            <a:extLst xmlns:a="http://schemas.openxmlformats.org/drawingml/2006/main">
              <a:ext uri="{FF2B5EF4-FFF2-40B4-BE49-F238E27FC236}">
                <a16:creationId xmlns:a16="http://schemas.microsoft.com/office/drawing/2014/main" id="{41A7EA3F-0D3E-40ED-ADB8-F4640829F909}"/>
              </a:ext>
            </a:extLst>
          </p:cNvPr>
          <p:cNvSpPr>
            <a:spLocks xmlns:a="http://schemas.openxmlformats.org/drawingml/2006/main" noGrp="1"/>
          </p:cNvSpPr>
          <p:nvPr/>
        </p:nvSpPr>
        <p:spPr>
          <a:xfrm xmlns:a="http://schemas.openxmlformats.org/drawingml/2006/main">
            <a:off x="4294823" y="4815579"/>
            <a:ext cx="554355" cy="230820"/>
          </a:xfrm>
          <a:prstGeom xmlns:a="http://schemas.openxmlformats.org/drawingml/2006/main" prst="rect">
            <a:avLst/>
          </a:prstGeom>
          <a:noFill xmlns:a="http://schemas.openxmlformats.org/drawingml/2006/main"/>
        </p:spPr>
        <p:txBody>
          <a:bodyPr xmlns:a="http://schemas.openxmlformats.org/drawingml/2006/main" wrap="square" lIns="68570" tIns="34284" rIns="68570" bIns="34284">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/10</a:t>
            </a:r>
            <a:endParaRPr sz="1050" b="0">
              <a:solidFill>
                <a:schemeClr val="bg1">
                  <a:lumMod val="65000"/>
                </a:schemeClr>
              </a:solidFill>
              <a:latin typeface="+mj-lt"/>
              <a:ea typeface="+mj-lt"/>
              <a:cs typeface="+mj-lt"/>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d20c1b463440e3"/>
    <p:sldLayoutId xmlns:r="http://schemas.openxmlformats.org/officeDocument/2006/relationships" id="2147483650" r:id="Rbc5e256138444ea3"/>
    <p:sldLayoutId xmlns:r="http://schemas.openxmlformats.org/officeDocument/2006/relationships" id="2147483651" r:id="R0a927a7ca3304129"/>
    <p:sldLayoutId xmlns:r="http://schemas.openxmlformats.org/officeDocument/2006/relationships" id="2147483652" r:id="Redffad52dd06489a"/>
    <p:sldLayoutId xmlns:r="http://schemas.openxmlformats.org/officeDocument/2006/relationships" id="2147483653" r:id="R20ecdaa226af4c39"/>
    <p:sldLayoutId xmlns:r="http://schemas.openxmlformats.org/officeDocument/2006/relationships" id="2147483654" r:id="Rfe6fe0fb8e2f48be"/>
    <p:sldLayoutId xmlns:r="http://schemas.openxmlformats.org/officeDocument/2006/relationships" id="2147483655" r:id="R6f1b7ed32b8744fe"/>
    <p:sldLayoutId xmlns:r="http://schemas.openxmlformats.org/officeDocument/2006/relationships" id="2147483656" r:id="R3f4cd473d49c4db2"/>
    <p:sldLayoutId xmlns:r="http://schemas.openxmlformats.org/officeDocument/2006/relationships" id="2147483657" r:id="R3f06a51546f24140"/>
  </p:sldLayoutIdLst>
  <p:hf sldNum="0" hdr="0" dt="0"/>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af60ee64624e64" /><Relationship Type="http://schemas.openxmlformats.org/officeDocument/2006/relationships/notesSlide" Target="/ppt/notesSlides/notesSlide1.xml" Id="R20adebd2da1f4e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c858827b9e734c76" /><Relationship Type="http://schemas.openxmlformats.org/officeDocument/2006/relationships/notesSlide" Target="/ppt/notesSlides/notesSlide2.xml" Id="R54f0ff9933a242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01260dc21d8745ad" /><Relationship Type="http://schemas.openxmlformats.org/officeDocument/2006/relationships/image" Target="/ppt/media/image3.png" Id="Rfb57aa7df3ca43ca" /><Relationship Type="http://schemas.openxmlformats.org/officeDocument/2006/relationships/notesSlide" Target="/ppt/notesSlides/notesSlide3.xml" Id="R7ff2645db2314b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9f5f36fcf8b346e5" /><Relationship Type="http://schemas.openxmlformats.org/officeDocument/2006/relationships/image" Target="/ppt/media/image4.png" Id="Rb773a6e5e4984850" /><Relationship Type="http://schemas.openxmlformats.org/officeDocument/2006/relationships/notesSlide" Target="/ppt/notesSlides/notesSlide4.xml" Id="R89d90473de804b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65068996c39949d9" /><Relationship Type="http://schemas.openxmlformats.org/officeDocument/2006/relationships/image" Target="/ppt/media/image5.png" Id="Rc7a6655ff5464593" /><Relationship Type="http://schemas.openxmlformats.org/officeDocument/2006/relationships/notesSlide" Target="/ppt/notesSlides/notesSlide5.xml" Id="Ra03b28fa7b8d48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e7c4300ed8f3475c" /><Relationship Type="http://schemas.openxmlformats.org/officeDocument/2006/relationships/image" Target="/ppt/media/image6.png" Id="Rdb7c5b4a4c894364" /><Relationship Type="http://schemas.openxmlformats.org/officeDocument/2006/relationships/image" Target="/ppt/media/image7.png" Id="Re047361943cc4abe" /><Relationship Type="http://schemas.openxmlformats.org/officeDocument/2006/relationships/notesSlide" Target="/ppt/notesSlides/notesSlide6.xml" Id="Rd026348a156244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874c984cc9d741bf" /><Relationship Type="http://schemas.openxmlformats.org/officeDocument/2006/relationships/image" Target="/ppt/media/image8.png" Id="Ra6962c23fe66455c" /><Relationship Type="http://schemas.openxmlformats.org/officeDocument/2006/relationships/notesSlide" Target="/ppt/notesSlides/notesSlide7.xml" Id="Rf3ab46b1359c4d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ff95557d295b4ff8" /><Relationship Type="http://schemas.openxmlformats.org/officeDocument/2006/relationships/notesSlide" Target="/ppt/notesSlides/notesSlide8.xml" Id="R6845b2539e004b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2c1ae551ddbe414f" /><Relationship Type="http://schemas.openxmlformats.org/officeDocument/2006/relationships/image" Target="/ppt/media/image2.jpeg" Id="R380c63579e204287" /><Relationship Type="http://schemas.openxmlformats.org/officeDocument/2006/relationships/notesSlide" Target="/ppt/notesSlides/notesSlide9.xml" Id="R84863b5097e544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9.xml" Id="R2ee4b21823ff48c0" /><Relationship Type="http://schemas.openxmlformats.org/officeDocument/2006/relationships/notesSlide" Target="/ppt/notesSlides/notesSlide10.xml" Id="R27d4ae7330b3479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DB5A2854-1546-40E8-934D-B8FC484569E2}"/>
              </a:ext>
            </a:extLst>
          </p:cNvPr>
          <p:cNvSpPr>
            <a:spLocks xmlns:a="http://schemas.openxmlformats.org/drawingml/2006/main" noGrp="1"/>
          </p:cNvSpPr>
          <p:nvPr/>
        </p:nvSpPr>
        <p:spPr>
          <a:xfrm xmlns:a="http://schemas.openxmlformats.org/drawingml/2006/main">
            <a:off x="447675" y="990600"/>
            <a:ext cx="8001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3000"/>
              </a:lnSpc>
              <a:buNone/>
              <a:defRPr sz="3450" b="1">
                <a:solidFill>
                  <a:srgbClr val="000000"/>
                </a:solidFill>
                <a:latin typeface="맑은 고딕"/>
                <a:ea typeface="맑은 고딕"/>
                <a:cs typeface="맑은 고딕"/>
              </a:defRPr>
            </a:pPr>
            <a:r>
              <a:rPr sz="3450" b="1">
                <a:solidFill>
                  <a:srgbClr val="000000"/>
                </a:solidFill>
                <a:latin typeface="맑은 고딕"/>
                <a:ea typeface="맑은 고딕"/>
                <a:cs typeface="맑은 고딕"/>
              </a:rPr>
              <a:t>Extreme Laser Lift-Off 기반</a:t>
            </a:r>
          </a:p>
          <a:p xmlns:a="http://schemas.openxmlformats.org/drawingml/2006/main">
            <a:pPr algn="l">
              <a:lnSpc>
                <a:spcPct val="103000"/>
              </a:lnSpc>
              <a:buNone/>
              <a:defRPr sz="3450" b="1">
                <a:solidFill>
                  <a:srgbClr val="000000"/>
                </a:solidFill>
                <a:latin typeface="맑은 고딕"/>
                <a:ea typeface="맑은 고딕"/>
                <a:cs typeface="맑은 고딕"/>
              </a:defRPr>
            </a:pPr>
            <a:r>
              <a:rPr sz="3450" b="1">
                <a:solidFill>
                  <a:srgbClr val="000000"/>
                </a:solidFill>
                <a:latin typeface="맑은 고딕"/>
                <a:ea typeface="맑은 고딕"/>
                <a:cs typeface="맑은 고딕"/>
              </a:rPr>
              <a:t>Device Layer Transfer</a:t>
            </a:r>
          </a:p>
        </p:txBody>
      </p:sp>
      <p:sp>
        <p:nvSpPr>
          <p:cNvPr id="2" name="cover-metadata">
            <a:extLst xmlns:a="http://schemas.openxmlformats.org/drawingml/2006/main">
              <a:ext uri="{FF2B5EF4-FFF2-40B4-BE49-F238E27FC236}">
                <a16:creationId xmlns:a16="http://schemas.microsoft.com/office/drawing/2014/main" id="{EE5AF23C-030D-498E-A0C4-9644CDDAAB18}"/>
              </a:ext>
            </a:extLst>
          </p:cNvPr>
          <p:cNvSpPr>
            <a:spLocks xmlns:a="http://schemas.openxmlformats.org/drawingml/2006/main" noGrp="1"/>
          </p:cNvSpPr>
          <p:nvPr/>
        </p:nvSpPr>
        <p:spPr>
          <a:xfrm xmlns:a="http://schemas.openxmlformats.org/drawingml/2006/main">
            <a:off x="447675" y="2590800"/>
            <a:ext cx="609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24000"/>
              </a:lnSpc>
              <a:buNone/>
              <a:defRPr sz="1598">
                <a:solidFill>
                  <a:srgbClr val="000000"/>
                </a:solidFill>
                <a:latin typeface="맑은 고딕"/>
                <a:ea typeface="맑은 고딕"/>
                <a:cs typeface="맑은 고딕"/>
              </a:defRPr>
            </a:pPr>
            <a:r>
              <a:rPr sz="1598">
                <a:solidFill>
                  <a:srgbClr val="000000"/>
                </a:solidFill>
                <a:latin typeface="맑은 고딕"/>
                <a:ea typeface="맑은 고딕"/>
                <a:cs typeface="맑은 고딕"/>
              </a:rPr>
              <a:t>US12322656B2 Patent Review · 2025</a:t>
            </a:r>
          </a:p>
          <a:p xmlns:a="http://schemas.openxmlformats.org/drawingml/2006/main">
            <a:pPr algn="l">
              <a:lnSpc>
                <a:spcPct val="124000"/>
              </a:lnSpc>
              <a:buNone/>
              <a:defRPr sz="1598">
                <a:solidFill>
                  <a:srgbClr val="000000"/>
                </a:solidFill>
                <a:latin typeface="맑은 고딕"/>
                <a:ea typeface="맑은 고딕"/>
                <a:cs typeface="맑은 고딕"/>
              </a:defRPr>
            </a:pPr>
            <a:r>
              <a:rPr sz="1598">
                <a:solidFill>
                  <a:srgbClr val="000000"/>
                </a:solidFill>
                <a:latin typeface="맑은 고딕"/>
                <a:ea typeface="맑은 고딕"/>
                <a:cs typeface="맑은 고딕"/>
              </a:rPr>
              <a:t>Tokyo Electron Limited</a:t>
            </a:r>
          </a:p>
          <a:p xmlns:a="http://schemas.openxmlformats.org/drawingml/2006/main">
            <a:pPr algn="l">
              <a:lnSpc>
                <a:spcPct val="124000"/>
              </a:lnSpc>
              <a:buNone/>
              <a:defRPr sz="1598">
                <a:solidFill>
                  <a:srgbClr val="000000"/>
                </a:solidFill>
                <a:latin typeface="맑은 고딕"/>
                <a:ea typeface="맑은 고딕"/>
                <a:cs typeface="맑은 고딕"/>
              </a:defRPr>
            </a:pPr>
            <a:r>
              <a:rPr sz="1598">
                <a:solidFill>
                  <a:srgbClr val="000000"/>
                </a:solidFill>
                <a:latin typeface="맑은 고딕"/>
                <a:ea typeface="맑은 고딕"/>
                <a:cs typeface="맑은 고딕"/>
              </a:rPr>
              <a:t>반도체 설비 광학기술 전문가 대상</a:t>
            </a:r>
          </a:p>
        </p:txBody>
      </p:sp>
    </p:spTree>
    <p:extLst>
      <p:ext uri="{BB962C8B-B14F-4D97-AF65-F5344CB8AC3E}">
        <p14:creationId xmlns:p14="http://schemas.microsoft.com/office/powerpoint/2010/main" val="21036185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B2D1801-3CFF-4150-A315-E327E083548C}"/>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US12322656B2 기술 검토 요약</a:t>
            </a:r>
          </a:p>
        </p:txBody>
      </p:sp>
      <p:sp>
        <p:nvSpPr>
          <p:cNvPr id="2" name="main-message">
            <a:extLst xmlns:a="http://schemas.openxmlformats.org/drawingml/2006/main">
              <a:ext uri="{FF2B5EF4-FFF2-40B4-BE49-F238E27FC236}">
                <a16:creationId xmlns:a16="http://schemas.microsoft.com/office/drawing/2014/main" id="{FA5C4FC5-B544-47C8-94AF-92AAC9423033}"/>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특허의 본질은 </a:t>
            </a:r>
            <a:r>
              <a:rPr sz="1500" b="1">
                <a:solidFill>
                  <a:srgbClr val="0000FF"/>
                </a:solidFill>
                <a:latin typeface="맑은 고딕"/>
                <a:ea typeface="맑은 고딕"/>
                <a:cs typeface="맑은 고딕"/>
              </a:rPr>
              <a:t>선택 흡수·균일 조사·통합 설비</a:t>
            </a:r>
            <a:r>
              <a:rPr sz="1500" b="1">
                <a:solidFill>
                  <a:srgbClr val="000000"/>
                </a:solidFill>
                <a:latin typeface="맑은 고딕"/>
                <a:ea typeface="맑은 고딕"/>
                <a:cs typeface="맑은 고딕"/>
              </a:rPr>
              <a:t>의 결합</a:t>
            </a:r>
          </a:p>
        </p:txBody>
      </p:sp>
      <p:graphicFrame>
        <p:nvGraphicFramePr>
          <p:cNvPr id="9" name="summary-goal"/>
          <p:cNvGraphicFramePr/>
          <p:nvPr/>
        </p:nvGraphicFramePr>
        <p:xfrm>
          <a:off xmlns:a="http://schemas.openxmlformats.org/drawingml/2006/main" x="400050" y="1400175"/>
          <a:ext xmlns:a="http://schemas.openxmlformats.org/drawingml/2006/main" cx="4029075" cy="1381125"/>
        </p:xfrm>
        <a:graphic xmlns:a="http://schemas.openxmlformats.org/drawingml/2006/main">
          <a:graphicData uri="http://schemas.openxmlformats.org/drawingml/2006/table">
            <a:tbl>
              <a:tblPr>
                <a:solidFill>
                  <a:srgbClr val="FFFFFF"/>
                </a:solidFill>
              </a:tblPr>
              <a:tblGrid>
                <a:gridCol w="4029075"/>
              </a:tblGrid>
              <a:tr h="323850">
                <a:tc>
                  <a:txBody>
                    <a:bodyPr wrap="square" lIns="47625" tIns="19050" rIns="47625" bIns="19050">
                      <a:noAutofit/>
                    </a:bodyPr>
                    <a:lstStyle/>
                    <a:p>
                      <a:pPr algn="ctr">
                        <a:lnSpc>
                          <a:spcPct val="108000"/>
                        </a:lnSpc>
                        <a:buNone/>
                      </a:pPr>
                      <a:r>
                        <a:rPr sz="1298" b="1">
                          <a:solidFill>
                            <a:srgbClr val="000000"/>
                          </a:solidFill>
                          <a:latin typeface="맑은 고딕"/>
                          <a:ea typeface="맑은 고딕"/>
                          <a:cs typeface="맑은 고딕"/>
                        </a:rPr>
                        <a:t>기술 목적</a:t>
                      </a:r>
                    </a:p>
                  </a:txBody>
                  <a:tcPr marL="91440" marR="91440" marT="45720" marB="45720" anchor="ctr">
                    <a:solidFill>
                      <a:srgbClr val="EBF0FF"/>
                    </a:solidFill>
                  </a:tcPr>
                </a:tc>
              </a:tr>
              <a:tr h="1057275">
                <a:tc>
                  <a:txBody>
                    <a:bodyPr wrap="square" lIns="85725" tIns="47625" rIns="66675" bIns="38100">
                      <a:noAutofit/>
                    </a:bodyPr>
                    <a:lstStyle/>
                    <a:p>
                      <a:pPr algn="l">
                        <a:lnSpc>
                          <a:spcPct val="108000"/>
                        </a:lnSpc>
                        <a:spcAft>
                          <a:spcPts val="3"/>
                        </a:spcAft>
                        <a:buNone/>
                      </a:pPr>
                      <a:r>
                        <a:rPr sz="1102" b="0">
                          <a:solidFill>
                            <a:srgbClr val="000000"/>
                          </a:solidFill>
                          <a:latin typeface="맑은 고딕"/>
                          <a:ea typeface="맑은 고딕"/>
                          <a:cs typeface="맑은 고딕"/>
                        </a:rPr>
                        <a:t>□ Bonded wafer의 상부 Si substrate 제거</a:t>
                      </a:r>
                    </a:p>
                    <a:p>
                      <a:pPr algn="l">
                        <a:lnSpc>
                          <a:spcPct val="108000"/>
                        </a:lnSpc>
                        <a:spcAft>
                          <a:spcPts val="0"/>
                        </a:spcAft>
                        <a:buNone/>
                      </a:pPr>
                      <a:r>
                        <a:rPr sz="1102" b="0">
                          <a:solidFill>
                            <a:srgbClr val="000000"/>
                          </a:solidFill>
                          <a:latin typeface="맑은 고딕"/>
                          <a:ea typeface="맑은 고딕"/>
                          <a:cs typeface="맑은 고딕"/>
                        </a:rPr>
                        <a:t>- Device layer를 하부 wafer에 보존·전사</a:t>
                      </a:r>
                    </a:p>
                  </a:txBody>
                  <a:tcPr marL="91440" marR="91440" marT="45720" marB="45720" anchor="ctr">
                    <a:solidFill>
                      <a:srgbClr val="FFFFFF"/>
                    </a:solidFill>
                  </a:tcPr>
                </a:tc>
              </a:tr>
            </a:tbl>
          </a:graphicData>
        </a:graphic>
      </p:graphicFrame>
      <p:graphicFrame>
        <p:nvGraphicFramePr>
          <p:cNvPr id="10" name="summary-optics"/>
          <p:cNvGraphicFramePr/>
          <p:nvPr/>
        </p:nvGraphicFramePr>
        <p:xfrm>
          <a:off xmlns:a="http://schemas.openxmlformats.org/drawingml/2006/main" x="4714875" y="1400175"/>
          <a:ext xmlns:a="http://schemas.openxmlformats.org/drawingml/2006/main" cx="4029075" cy="1381125"/>
        </p:xfrm>
        <a:graphic xmlns:a="http://schemas.openxmlformats.org/drawingml/2006/main">
          <a:graphicData uri="http://schemas.openxmlformats.org/drawingml/2006/table">
            <a:tbl>
              <a:tblPr>
                <a:solidFill>
                  <a:srgbClr val="FFFFFF"/>
                </a:solidFill>
              </a:tblPr>
              <a:tblGrid>
                <a:gridCol w="4029075"/>
              </a:tblGrid>
              <a:tr h="323850">
                <a:tc>
                  <a:txBody>
                    <a:bodyPr wrap="square" lIns="47625" tIns="19050" rIns="47625" bIns="19050">
                      <a:noAutofit/>
                    </a:bodyPr>
                    <a:lstStyle/>
                    <a:p>
                      <a:pPr algn="ctr">
                        <a:lnSpc>
                          <a:spcPct val="108000"/>
                        </a:lnSpc>
                        <a:buNone/>
                      </a:pPr>
                      <a:r>
                        <a:rPr sz="1298" b="1">
                          <a:solidFill>
                            <a:srgbClr val="000000"/>
                          </a:solidFill>
                          <a:latin typeface="맑은 고딕"/>
                          <a:ea typeface="맑은 고딕"/>
                          <a:cs typeface="맑은 고딕"/>
                        </a:rPr>
                        <a:t>광학 원리</a:t>
                      </a:r>
                    </a:p>
                  </a:txBody>
                  <a:tcPr marL="91440" marR="91440" marT="45720" marB="45720" anchor="ctr">
                    <a:solidFill>
                      <a:srgbClr val="EBF0FF"/>
                    </a:solidFill>
                  </a:tcPr>
                </a:tc>
              </a:tr>
              <a:tr h="1057275">
                <a:tc>
                  <a:txBody>
                    <a:bodyPr wrap="square" lIns="85725" tIns="47625" rIns="66675" bIns="38100">
                      <a:noAutofit/>
                    </a:bodyPr>
                    <a:lstStyle/>
                    <a:p>
                      <a:pPr algn="l">
                        <a:lnSpc>
                          <a:spcPct val="108000"/>
                        </a:lnSpc>
                        <a:spcAft>
                          <a:spcPts val="3"/>
                        </a:spcAft>
                        <a:buNone/>
                      </a:pPr>
                      <a:r>
                        <a:rPr sz="1102" b="0">
                          <a:solidFill>
                            <a:srgbClr val="000000"/>
                          </a:solidFill>
                          <a:latin typeface="맑은 고딕"/>
                          <a:ea typeface="맑은 고딕"/>
                          <a:cs typeface="맑은 고딕"/>
                        </a:rPr>
                        <a:t>□ 8.9–11 µm pulsed CO₂ laser</a:t>
                      </a:r>
                    </a:p>
                    <a:p>
                      <a:pPr algn="l">
                        <a:lnSpc>
                          <a:spcPct val="108000"/>
                        </a:lnSpc>
                        <a:spcAft>
                          <a:spcPts val="0"/>
                        </a:spcAft>
                        <a:buNone/>
                      </a:pPr>
                      <a:r>
                        <a:rPr sz="1102" b="0">
                          <a:solidFill>
                            <a:srgbClr val="000000"/>
                          </a:solidFill>
                          <a:latin typeface="맑은 고딕"/>
                          <a:ea typeface="맑은 고딕"/>
                          <a:cs typeface="맑은 고딕"/>
                        </a:rPr>
                        <a:t>- Si 후면 투과 → buried layer 선택 흡수</a:t>
                      </a:r>
                    </a:p>
                  </a:txBody>
                  <a:tcPr marL="91440" marR="91440" marT="45720" marB="45720" anchor="ctr">
                    <a:solidFill>
                      <a:srgbClr val="FFFFFF"/>
                    </a:solidFill>
                  </a:tcPr>
                </a:tc>
              </a:tr>
            </a:tbl>
          </a:graphicData>
        </a:graphic>
      </p:graphicFrame>
      <p:graphicFrame>
        <p:nvGraphicFramePr>
          <p:cNvPr id="11" name="summary-claims"/>
          <p:cNvGraphicFramePr/>
          <p:nvPr/>
        </p:nvGraphicFramePr>
        <p:xfrm>
          <a:off xmlns:a="http://schemas.openxmlformats.org/drawingml/2006/main" x="400050" y="3009900"/>
          <a:ext xmlns:a="http://schemas.openxmlformats.org/drawingml/2006/main" cx="4029075" cy="1381125"/>
        </p:xfrm>
        <a:graphic xmlns:a="http://schemas.openxmlformats.org/drawingml/2006/main">
          <a:graphicData uri="http://schemas.openxmlformats.org/drawingml/2006/table">
            <a:tbl>
              <a:tblPr>
                <a:solidFill>
                  <a:srgbClr val="FFFFFF"/>
                </a:solidFill>
              </a:tblPr>
              <a:tblGrid>
                <a:gridCol w="4029075"/>
              </a:tblGrid>
              <a:tr h="323850">
                <a:tc>
                  <a:txBody>
                    <a:bodyPr wrap="square" lIns="47625" tIns="19050" rIns="47625" bIns="19050">
                      <a:noAutofit/>
                    </a:bodyPr>
                    <a:lstStyle/>
                    <a:p>
                      <a:pPr algn="ctr">
                        <a:lnSpc>
                          <a:spcPct val="108000"/>
                        </a:lnSpc>
                        <a:buNone/>
                      </a:pPr>
                      <a:r>
                        <a:rPr sz="1298" b="1">
                          <a:solidFill>
                            <a:srgbClr val="000000"/>
                          </a:solidFill>
                          <a:latin typeface="맑은 고딕"/>
                          <a:ea typeface="맑은 고딕"/>
                          <a:cs typeface="맑은 고딕"/>
                        </a:rPr>
                        <a:t>청구 범위</a:t>
                      </a:r>
                    </a:p>
                  </a:txBody>
                  <a:tcPr marL="91440" marR="91440" marT="45720" marB="45720" anchor="ctr">
                    <a:solidFill>
                      <a:srgbClr val="EBF0FF"/>
                    </a:solidFill>
                  </a:tcPr>
                </a:tc>
              </a:tr>
              <a:tr h="1057275">
                <a:tc>
                  <a:txBody>
                    <a:bodyPr wrap="square" lIns="85725" tIns="47625" rIns="66675" bIns="38100">
                      <a:noAutofit/>
                    </a:bodyPr>
                    <a:lstStyle/>
                    <a:p>
                      <a:pPr algn="l">
                        <a:lnSpc>
                          <a:spcPct val="108000"/>
                        </a:lnSpc>
                        <a:spcAft>
                          <a:spcPts val="3"/>
                        </a:spcAft>
                        <a:buNone/>
                      </a:pPr>
                      <a:r>
                        <a:rPr sz="1102" b="0">
                          <a:solidFill>
                            <a:srgbClr val="000000"/>
                          </a:solidFill>
                          <a:latin typeface="맑은 고딕"/>
                          <a:ea typeface="맑은 고딕"/>
                          <a:cs typeface="맑은 고딕"/>
                        </a:rPr>
                        <a:t>□ 외주부 회전 조사 + 중심부 정지 scan</a:t>
                      </a:r>
                    </a:p>
                    <a:p>
                      <a:pPr algn="l">
                        <a:lnSpc>
                          <a:spcPct val="108000"/>
                        </a:lnSpc>
                        <a:spcAft>
                          <a:spcPts val="0"/>
                        </a:spcAft>
                        <a:buNone/>
                      </a:pPr>
                      <a:r>
                        <a:rPr sz="1102" b="0">
                          <a:solidFill>
                            <a:srgbClr val="000000"/>
                          </a:solidFill>
                          <a:latin typeface="맑은 고딕"/>
                          <a:ea typeface="맑은 고딕"/>
                          <a:cs typeface="맑은 고딕"/>
                        </a:rPr>
                        <a:t>- AOM pulse picking·energy density 제어</a:t>
                      </a:r>
                    </a:p>
                  </a:txBody>
                  <a:tcPr marL="91440" marR="91440" marT="45720" marB="45720" anchor="ctr">
                    <a:solidFill>
                      <a:srgbClr val="FFFFFF"/>
                    </a:solidFill>
                  </a:tcPr>
                </a:tc>
              </a:tr>
            </a:tbl>
          </a:graphicData>
        </a:graphic>
      </p:graphicFrame>
      <p:graphicFrame>
        <p:nvGraphicFramePr>
          <p:cNvPr id="12" name="summary-tool"/>
          <p:cNvGraphicFramePr/>
          <p:nvPr/>
        </p:nvGraphicFramePr>
        <p:xfrm>
          <a:off xmlns:a="http://schemas.openxmlformats.org/drawingml/2006/main" x="4714875" y="3009900"/>
          <a:ext xmlns:a="http://schemas.openxmlformats.org/drawingml/2006/main" cx="4029075" cy="1381125"/>
        </p:xfrm>
        <a:graphic xmlns:a="http://schemas.openxmlformats.org/drawingml/2006/main">
          <a:graphicData uri="http://schemas.openxmlformats.org/drawingml/2006/table">
            <a:tbl>
              <a:tblPr>
                <a:solidFill>
                  <a:srgbClr val="FFFFFF"/>
                </a:solidFill>
              </a:tblPr>
              <a:tblGrid>
                <a:gridCol w="4029075"/>
              </a:tblGrid>
              <a:tr h="323850">
                <a:tc>
                  <a:txBody>
                    <a:bodyPr wrap="square" lIns="47625" tIns="19050" rIns="47625" bIns="19050">
                      <a:noAutofit/>
                    </a:bodyPr>
                    <a:lstStyle/>
                    <a:p>
                      <a:pPr algn="ctr">
                        <a:lnSpc>
                          <a:spcPct val="108000"/>
                        </a:lnSpc>
                        <a:buNone/>
                      </a:pPr>
                      <a:r>
                        <a:rPr sz="1298" b="1">
                          <a:solidFill>
                            <a:srgbClr val="000000"/>
                          </a:solidFill>
                          <a:latin typeface="맑은 고딕"/>
                          <a:ea typeface="맑은 고딕"/>
                          <a:cs typeface="맑은 고딕"/>
                        </a:rPr>
                        <a:t>설비적 의미</a:t>
                      </a:r>
                    </a:p>
                  </a:txBody>
                  <a:tcPr marL="91440" marR="91440" marT="45720" marB="45720" anchor="ctr">
                    <a:solidFill>
                      <a:srgbClr val="EBF0FF"/>
                    </a:solidFill>
                  </a:tcPr>
                </a:tc>
              </a:tr>
              <a:tr h="1057275">
                <a:tc>
                  <a:txBody>
                    <a:bodyPr wrap="square" lIns="85725" tIns="47625" rIns="66675" bIns="38100">
                      <a:noAutofit/>
                    </a:bodyPr>
                    <a:lstStyle/>
                    <a:p>
                      <a:pPr algn="l">
                        <a:lnSpc>
                          <a:spcPct val="108000"/>
                        </a:lnSpc>
                        <a:spcAft>
                          <a:spcPts val="3"/>
                        </a:spcAft>
                        <a:buNone/>
                      </a:pPr>
                      <a:r>
                        <a:rPr sz="1102" b="0">
                          <a:solidFill>
                            <a:srgbClr val="000000"/>
                          </a:solidFill>
                          <a:latin typeface="맑은 고딕"/>
                          <a:ea typeface="맑은 고딕"/>
                          <a:cs typeface="맑은 고딕"/>
                        </a:rPr>
                        <a:t>□ Grinding/etch 중심 thinning의 비접촉 대안</a:t>
                      </a:r>
                    </a:p>
                    <a:p>
                      <a:pPr algn="l">
                        <a:lnSpc>
                          <a:spcPct val="108000"/>
                        </a:lnSpc>
                        <a:spcAft>
                          <a:spcPts val="0"/>
                        </a:spcAft>
                        <a:buNone/>
                      </a:pPr>
                      <a:r>
                        <a:rPr sz="1102" b="0">
                          <a:solidFill>
                            <a:srgbClr val="000000"/>
                          </a:solidFill>
                          <a:latin typeface="맑은 고딕"/>
                          <a:ea typeface="맑은 고딕"/>
                          <a:cs typeface="맑은 고딕"/>
                        </a:rPr>
                        <a:t>- Irradiation·separation·cleaning 통합 가능성</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104863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B3617C25-D432-4F8B-B2E3-70ED4E5C5CBA}"/>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3D Integration이 Wafer Removal을 재정의</a:t>
            </a:r>
          </a:p>
        </p:txBody>
      </p:sp>
      <p:sp>
        <p:nvSpPr>
          <p:cNvPr id="2" name="main-message">
            <a:extLst xmlns:a="http://schemas.openxmlformats.org/drawingml/2006/main">
              <a:ext uri="{FF2B5EF4-FFF2-40B4-BE49-F238E27FC236}">
                <a16:creationId xmlns:a16="http://schemas.microsoft.com/office/drawing/2014/main" id="{F3B3E267-9418-45B8-A0ED-7E98D163147A}"/>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Grinding 기반 thinning의 </a:t>
            </a:r>
            <a:r>
              <a:rPr sz="1500" b="1">
                <a:solidFill>
                  <a:srgbClr val="0000FF"/>
                </a:solidFill>
                <a:latin typeface="맑은 고딕"/>
                <a:ea typeface="맑은 고딕"/>
                <a:cs typeface="맑은 고딕"/>
              </a:rPr>
              <a:t>기계적·수율 부담</a:t>
            </a:r>
            <a:r>
              <a:rPr sz="1500" b="1">
                <a:solidFill>
                  <a:srgbClr val="000000"/>
                </a:solidFill>
                <a:latin typeface="맑은 고딕"/>
                <a:ea typeface="맑은 고딕"/>
                <a:cs typeface="맑은 고딕"/>
              </a:rPr>
              <a:t>을 비접촉 방식으로 전환</a:t>
            </a:r>
          </a:p>
        </p:txBody>
      </p:sp>
      <p:sp>
        <p:nvSpPr>
          <p:cNvPr id="3" name="tel-comparison-frame">
            <a:extLst xmlns:a="http://schemas.openxmlformats.org/drawingml/2006/main">
              <a:ext uri="{FF2B5EF4-FFF2-40B4-BE49-F238E27FC236}">
                <a16:creationId xmlns:a16="http://schemas.microsoft.com/office/drawing/2014/main" id="{6413E68D-DFBB-457D-BCA2-08173F8456CF}"/>
              </a:ext>
            </a:extLst>
          </p:cNvPr>
          <p:cNvSpPr>
            <a:spLocks xmlns:a="http://schemas.openxmlformats.org/drawingml/2006/main" noGrp="1"/>
          </p:cNvSpPr>
          <p:nvPr/>
        </p:nvSpPr>
        <p:spPr>
          <a:xfrm xmlns:a="http://schemas.openxmlformats.org/drawingml/2006/main">
            <a:off x="390525" y="1371600"/>
            <a:ext cx="8362950" cy="2257425"/>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57aa7df3ca43ca"/>
          <a:stretch xmlns:a="http://schemas.openxmlformats.org/drawingml/2006/main"/>
        </p:blipFill>
        <p:spPr>
          <a:xfrm xmlns:a="http://schemas.openxmlformats.org/drawingml/2006/main">
            <a:off x="1757163" y="1381125"/>
            <a:ext cx="5629674" cy="2238375"/>
          </a:xfrm>
          <a:prstGeom xmlns:a="http://schemas.openxmlformats.org/drawingml/2006/main" prst="rect">
            <a:avLst/>
          </a:prstGeom>
        </p:spPr>
      </p:pic>
      <p:sp>
        <p:nvSpPr>
          <p:cNvPr id="5" name="tel-comparison-caption">
            <a:extLst xmlns:a="http://schemas.openxmlformats.org/drawingml/2006/main">
              <a:ext uri="{FF2B5EF4-FFF2-40B4-BE49-F238E27FC236}">
                <a16:creationId xmlns:a16="http://schemas.microsoft.com/office/drawing/2014/main" id="{1BE6A826-3A71-4DFB-8053-AD80FEAA802F}"/>
              </a:ext>
            </a:extLst>
          </p:cNvPr>
          <p:cNvSpPr>
            <a:spLocks xmlns:a="http://schemas.openxmlformats.org/drawingml/2006/main" noGrp="1"/>
          </p:cNvSpPr>
          <p:nvPr/>
        </p:nvSpPr>
        <p:spPr>
          <a:xfrm xmlns:a="http://schemas.openxmlformats.org/drawingml/2006/main">
            <a:off x="400050" y="3638550"/>
            <a:ext cx="834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TEL 공식 XLO 개발 자료 · Conventional process와 XLO process 비교</a:t>
            </a:r>
          </a:p>
        </p:txBody>
      </p:sp>
      <p:sp>
        <p:nvSpPr>
          <p:cNvPr id="6" name="bg-0">
            <a:extLst xmlns:a="http://schemas.openxmlformats.org/drawingml/2006/main">
              <a:ext uri="{FF2B5EF4-FFF2-40B4-BE49-F238E27FC236}">
                <a16:creationId xmlns:a16="http://schemas.microsoft.com/office/drawing/2014/main" id="{5DED91FB-6AAB-44F4-898B-1526D246D752}"/>
              </a:ext>
            </a:extLst>
          </p:cNvPr>
          <p:cNvSpPr>
            <a:spLocks xmlns:a="http://schemas.openxmlformats.org/drawingml/2006/main" noGrp="1"/>
          </p:cNvSpPr>
          <p:nvPr/>
        </p:nvSpPr>
        <p:spPr>
          <a:xfrm xmlns:a="http://schemas.openxmlformats.org/drawingml/2006/main">
            <a:off x="400050" y="3876675"/>
            <a:ext cx="25908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bgbar-0">
            <a:extLst xmlns:a="http://schemas.openxmlformats.org/drawingml/2006/main">
              <a:ext uri="{FF2B5EF4-FFF2-40B4-BE49-F238E27FC236}">
                <a16:creationId xmlns:a16="http://schemas.microsoft.com/office/drawing/2014/main" id="{25910FD6-2E39-4A04-A69C-4A11A4CBA799}"/>
              </a:ext>
            </a:extLst>
          </p:cNvPr>
          <p:cNvSpPr>
            <a:spLocks xmlns:a="http://schemas.openxmlformats.org/drawingml/2006/main" noGrp="1"/>
          </p:cNvSpPr>
          <p:nvPr/>
        </p:nvSpPr>
        <p:spPr>
          <a:xfrm xmlns:a="http://schemas.openxmlformats.org/drawingml/2006/main">
            <a:off x="400050" y="3876675"/>
            <a:ext cx="47625" cy="685800"/>
          </a:xfrm>
          <a:prstGeom xmlns:a="http://schemas.openxmlformats.org/drawingml/2006/main" prst="rect">
            <a:avLst/>
          </a:prstGeom>
          <a:solidFill xmlns:a="http://schemas.openxmlformats.org/drawingml/2006/main">
            <a:srgbClr val="1429A0"/>
          </a:solidFill>
          <a:ln xmlns:a="http://schemas.openxmlformats.org/drawingml/2006/main" w="0">
            <a:solidFill>
              <a:srgbClr val="1429A0"/>
            </a:solidFill>
            <a:prstDash val="solid"/>
          </a:ln>
        </p:spPr>
      </p:sp>
      <p:sp>
        <p:nvSpPr>
          <p:cNvPr id="8" name="bghead-0">
            <a:extLst xmlns:a="http://schemas.openxmlformats.org/drawingml/2006/main">
              <a:ext uri="{FF2B5EF4-FFF2-40B4-BE49-F238E27FC236}">
                <a16:creationId xmlns:a16="http://schemas.microsoft.com/office/drawing/2014/main" id="{53A2A6BD-4770-406A-BAAC-ADD07E80A688}"/>
              </a:ext>
            </a:extLst>
          </p:cNvPr>
          <p:cNvSpPr>
            <a:spLocks xmlns:a="http://schemas.openxmlformats.org/drawingml/2006/main" noGrp="1"/>
          </p:cNvSpPr>
          <p:nvPr/>
        </p:nvSpPr>
        <p:spPr>
          <a:xfrm xmlns:a="http://schemas.openxmlformats.org/drawingml/2006/main">
            <a:off x="533400" y="3943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Mechanical stress</a:t>
            </a:r>
          </a:p>
        </p:txBody>
      </p:sp>
      <p:sp>
        <p:nvSpPr>
          <p:cNvPr id="9" name="bgbody-0">
            <a:extLst xmlns:a="http://schemas.openxmlformats.org/drawingml/2006/main">
              <a:ext uri="{FF2B5EF4-FFF2-40B4-BE49-F238E27FC236}">
                <a16:creationId xmlns:a16="http://schemas.microsoft.com/office/drawing/2014/main" id="{09BB61E5-FC82-44A9-B1E6-220399885A51}"/>
              </a:ext>
            </a:extLst>
          </p:cNvPr>
          <p:cNvSpPr>
            <a:spLocks xmlns:a="http://schemas.openxmlformats.org/drawingml/2006/main" noGrp="1"/>
          </p:cNvSpPr>
          <p:nvPr/>
        </p:nvSpPr>
        <p:spPr>
          <a:xfrm xmlns:a="http://schemas.openxmlformats.org/drawingml/2006/main">
            <a:off x="533400" y="4171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Grinding·polishing이 박막 device와 bonding interface에 하중 부여</a:t>
            </a:r>
          </a:p>
        </p:txBody>
      </p:sp>
      <p:sp>
        <p:nvSpPr>
          <p:cNvPr id="10" name="bg-1">
            <a:extLst xmlns:a="http://schemas.openxmlformats.org/drawingml/2006/main">
              <a:ext uri="{FF2B5EF4-FFF2-40B4-BE49-F238E27FC236}">
                <a16:creationId xmlns:a16="http://schemas.microsoft.com/office/drawing/2014/main" id="{1AA5D292-1CAF-4CBB-A6BF-3DA3D48ED941}"/>
              </a:ext>
            </a:extLst>
          </p:cNvPr>
          <p:cNvSpPr>
            <a:spLocks xmlns:a="http://schemas.openxmlformats.org/drawingml/2006/main" noGrp="1"/>
          </p:cNvSpPr>
          <p:nvPr/>
        </p:nvSpPr>
        <p:spPr>
          <a:xfrm xmlns:a="http://schemas.openxmlformats.org/drawingml/2006/main">
            <a:off x="3181350" y="3876675"/>
            <a:ext cx="25908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1" name="bgbar-1">
            <a:extLst xmlns:a="http://schemas.openxmlformats.org/drawingml/2006/main">
              <a:ext uri="{FF2B5EF4-FFF2-40B4-BE49-F238E27FC236}">
                <a16:creationId xmlns:a16="http://schemas.microsoft.com/office/drawing/2014/main" id="{8C862091-64DA-4BE4-AB26-57FE8A70EE7D}"/>
              </a:ext>
            </a:extLst>
          </p:cNvPr>
          <p:cNvSpPr>
            <a:spLocks xmlns:a="http://schemas.openxmlformats.org/drawingml/2006/main" noGrp="1"/>
          </p:cNvSpPr>
          <p:nvPr/>
        </p:nvSpPr>
        <p:spPr>
          <a:xfrm xmlns:a="http://schemas.openxmlformats.org/drawingml/2006/main">
            <a:off x="3181350" y="3876675"/>
            <a:ext cx="47625" cy="685800"/>
          </a:xfrm>
          <a:prstGeom xmlns:a="http://schemas.openxmlformats.org/drawingml/2006/main" prst="rect">
            <a:avLst/>
          </a:prstGeom>
          <a:solidFill xmlns:a="http://schemas.openxmlformats.org/drawingml/2006/main">
            <a:srgbClr val="1429A0"/>
          </a:solidFill>
          <a:ln xmlns:a="http://schemas.openxmlformats.org/drawingml/2006/main" w="0">
            <a:solidFill>
              <a:srgbClr val="1429A0"/>
            </a:solidFill>
            <a:prstDash val="solid"/>
          </a:ln>
        </p:spPr>
      </p:sp>
      <p:sp>
        <p:nvSpPr>
          <p:cNvPr id="12" name="bghead-1">
            <a:extLst xmlns:a="http://schemas.openxmlformats.org/drawingml/2006/main">
              <a:ext uri="{FF2B5EF4-FFF2-40B4-BE49-F238E27FC236}">
                <a16:creationId xmlns:a16="http://schemas.microsoft.com/office/drawing/2014/main" id="{9C125176-41D1-486F-BBBB-18DD41687811}"/>
              </a:ext>
            </a:extLst>
          </p:cNvPr>
          <p:cNvSpPr>
            <a:spLocks xmlns:a="http://schemas.openxmlformats.org/drawingml/2006/main" noGrp="1"/>
          </p:cNvSpPr>
          <p:nvPr/>
        </p:nvSpPr>
        <p:spPr>
          <a:xfrm xmlns:a="http://schemas.openxmlformats.org/drawingml/2006/main">
            <a:off x="3314700" y="3943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Edge / yield loss</a:t>
            </a:r>
          </a:p>
        </p:txBody>
      </p:sp>
      <p:sp>
        <p:nvSpPr>
          <p:cNvPr id="13" name="bgbody-1">
            <a:extLst xmlns:a="http://schemas.openxmlformats.org/drawingml/2006/main">
              <a:ext uri="{FF2B5EF4-FFF2-40B4-BE49-F238E27FC236}">
                <a16:creationId xmlns:a16="http://schemas.microsoft.com/office/drawing/2014/main" id="{7D777110-CA93-4F70-9F4D-30D55DD1F34B}"/>
              </a:ext>
            </a:extLst>
          </p:cNvPr>
          <p:cNvSpPr>
            <a:spLocks xmlns:a="http://schemas.openxmlformats.org/drawingml/2006/main" noGrp="1"/>
          </p:cNvSpPr>
          <p:nvPr/>
        </p:nvSpPr>
        <p:spPr>
          <a:xfrm xmlns:a="http://schemas.openxmlformats.org/drawingml/2006/main">
            <a:off x="3314700" y="4171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Edge trimming·crack·delamination 위험과 donor wafer 재사용 제약</a:t>
            </a:r>
          </a:p>
        </p:txBody>
      </p:sp>
      <p:sp>
        <p:nvSpPr>
          <p:cNvPr id="14" name="bg-2">
            <a:extLst xmlns:a="http://schemas.openxmlformats.org/drawingml/2006/main">
              <a:ext uri="{FF2B5EF4-FFF2-40B4-BE49-F238E27FC236}">
                <a16:creationId xmlns:a16="http://schemas.microsoft.com/office/drawing/2014/main" id="{1996BF03-E8B2-4CB5-B6F1-5575961BF2FD}"/>
              </a:ext>
            </a:extLst>
          </p:cNvPr>
          <p:cNvSpPr>
            <a:spLocks xmlns:a="http://schemas.openxmlformats.org/drawingml/2006/main" noGrp="1"/>
          </p:cNvSpPr>
          <p:nvPr/>
        </p:nvSpPr>
        <p:spPr>
          <a:xfrm xmlns:a="http://schemas.openxmlformats.org/drawingml/2006/main">
            <a:off x="5962650" y="3876675"/>
            <a:ext cx="25908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5" name="bgbar-2">
            <a:extLst xmlns:a="http://schemas.openxmlformats.org/drawingml/2006/main">
              <a:ext uri="{FF2B5EF4-FFF2-40B4-BE49-F238E27FC236}">
                <a16:creationId xmlns:a16="http://schemas.microsoft.com/office/drawing/2014/main" id="{939F3A90-7246-4601-8FF9-B304DB81A657}"/>
              </a:ext>
            </a:extLst>
          </p:cNvPr>
          <p:cNvSpPr>
            <a:spLocks xmlns:a="http://schemas.openxmlformats.org/drawingml/2006/main" noGrp="1"/>
          </p:cNvSpPr>
          <p:nvPr/>
        </p:nvSpPr>
        <p:spPr>
          <a:xfrm xmlns:a="http://schemas.openxmlformats.org/drawingml/2006/main">
            <a:off x="5962650" y="3876675"/>
            <a:ext cx="47625" cy="685800"/>
          </a:xfrm>
          <a:prstGeom xmlns:a="http://schemas.openxmlformats.org/drawingml/2006/main" prst="rect">
            <a:avLst/>
          </a:prstGeom>
          <a:solidFill xmlns:a="http://schemas.openxmlformats.org/drawingml/2006/main">
            <a:srgbClr val="1429A0"/>
          </a:solidFill>
          <a:ln xmlns:a="http://schemas.openxmlformats.org/drawingml/2006/main" w="0">
            <a:solidFill>
              <a:srgbClr val="1429A0"/>
            </a:solidFill>
            <a:prstDash val="solid"/>
          </a:ln>
        </p:spPr>
      </p:sp>
      <p:sp>
        <p:nvSpPr>
          <p:cNvPr id="16" name="bghead-2">
            <a:extLst xmlns:a="http://schemas.openxmlformats.org/drawingml/2006/main">
              <a:ext uri="{FF2B5EF4-FFF2-40B4-BE49-F238E27FC236}">
                <a16:creationId xmlns:a16="http://schemas.microsoft.com/office/drawing/2014/main" id="{9A23FAC4-4C71-4480-8F33-71C693FE1189}"/>
              </a:ext>
            </a:extLst>
          </p:cNvPr>
          <p:cNvSpPr>
            <a:spLocks xmlns:a="http://schemas.openxmlformats.org/drawingml/2006/main" noGrp="1"/>
          </p:cNvSpPr>
          <p:nvPr/>
        </p:nvSpPr>
        <p:spPr>
          <a:xfrm xmlns:a="http://schemas.openxmlformats.org/drawingml/2006/main">
            <a:off x="6096000" y="3943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Complex wet flow</a:t>
            </a:r>
          </a:p>
        </p:txBody>
      </p:sp>
      <p:sp>
        <p:nvSpPr>
          <p:cNvPr id="17" name="bgbody-2">
            <a:extLst xmlns:a="http://schemas.openxmlformats.org/drawingml/2006/main">
              <a:ext uri="{FF2B5EF4-FFF2-40B4-BE49-F238E27FC236}">
                <a16:creationId xmlns:a16="http://schemas.microsoft.com/office/drawing/2014/main" id="{39991FE1-4779-4AB0-9D23-73322A53F0D2}"/>
              </a:ext>
            </a:extLst>
          </p:cNvPr>
          <p:cNvSpPr>
            <a:spLocks xmlns:a="http://schemas.openxmlformats.org/drawingml/2006/main" noGrp="1"/>
          </p:cNvSpPr>
          <p:nvPr/>
        </p:nvSpPr>
        <p:spPr>
          <a:xfrm xmlns:a="http://schemas.openxmlformats.org/drawingml/2006/main">
            <a:off x="6096000" y="4171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다단 chemical etch와 세정이 물·chemical·footprint를 확대</a:t>
            </a:r>
          </a:p>
        </p:txBody>
      </p:sp>
    </p:spTree>
    <p:extLst>
      <p:ext uri="{BB962C8B-B14F-4D97-AF65-F5344CB8AC3E}">
        <p14:creationId xmlns:p14="http://schemas.microsoft.com/office/powerpoint/2010/main" val="20104863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A674C8FB-23C8-43E5-88CF-D261328CBB18}"/>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FIR Pulse로 Buried Absorption Layer를 선택 분리</a:t>
            </a:r>
          </a:p>
        </p:txBody>
      </p:sp>
      <p:sp>
        <p:nvSpPr>
          <p:cNvPr id="2" name="main-message">
            <a:extLst xmlns:a="http://schemas.openxmlformats.org/drawingml/2006/main">
              <a:ext uri="{FF2B5EF4-FFF2-40B4-BE49-F238E27FC236}">
                <a16:creationId xmlns:a16="http://schemas.microsoft.com/office/drawing/2014/main" id="{2FCC96EB-1C01-4DA7-8A04-72FE1C3191A7}"/>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Si 후면 투과와 </a:t>
            </a:r>
            <a:r>
              <a:rPr sz="1500" b="1">
                <a:solidFill>
                  <a:srgbClr val="0000FF"/>
                </a:solidFill>
                <a:latin typeface="맑은 고딕"/>
                <a:ea typeface="맑은 고딕"/>
                <a:cs typeface="맑은 고딕"/>
              </a:rPr>
              <a:t>buried absorption layer</a:t>
            </a:r>
            <a:r>
              <a:rPr sz="1500" b="1">
                <a:solidFill>
                  <a:srgbClr val="000000"/>
                </a:solidFill>
                <a:latin typeface="맑은 고딕"/>
                <a:ea typeface="맑은 고딕"/>
                <a:cs typeface="맑은 고딕"/>
              </a:rPr>
              <a:t>를 이용해 device layer 손상을 억제</a:t>
            </a:r>
          </a:p>
        </p:txBody>
      </p:sp>
      <p:sp>
        <p:nvSpPr>
          <p:cNvPr id="3" name="stack-frame">
            <a:extLst xmlns:a="http://schemas.openxmlformats.org/drawingml/2006/main">
              <a:ext uri="{FF2B5EF4-FFF2-40B4-BE49-F238E27FC236}">
                <a16:creationId xmlns:a16="http://schemas.microsoft.com/office/drawing/2014/main" id="{740252B2-3460-4FC0-A922-B6915243D6A9}"/>
              </a:ext>
            </a:extLst>
          </p:cNvPr>
          <p:cNvSpPr>
            <a:spLocks xmlns:a="http://schemas.openxmlformats.org/drawingml/2006/main" noGrp="1"/>
          </p:cNvSpPr>
          <p:nvPr/>
        </p:nvSpPr>
        <p:spPr>
          <a:xfrm xmlns:a="http://schemas.openxmlformats.org/drawingml/2006/main">
            <a:off x="390525" y="1371600"/>
            <a:ext cx="4257675"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773a6e5e4984850"/>
          <a:stretch xmlns:a="http://schemas.openxmlformats.org/drawingml/2006/main"/>
        </p:blipFill>
        <p:spPr>
          <a:xfrm xmlns:a="http://schemas.openxmlformats.org/drawingml/2006/main">
            <a:off x="918582" y="1381125"/>
            <a:ext cx="3201560" cy="2362200"/>
          </a:xfrm>
          <a:prstGeom xmlns:a="http://schemas.openxmlformats.org/drawingml/2006/main" prst="rect">
            <a:avLst/>
          </a:prstGeom>
        </p:spPr>
      </p:pic>
      <p:sp>
        <p:nvSpPr>
          <p:cNvPr id="5" name="stack-caption">
            <a:extLst xmlns:a="http://schemas.openxmlformats.org/drawingml/2006/main">
              <a:ext uri="{FF2B5EF4-FFF2-40B4-BE49-F238E27FC236}">
                <a16:creationId xmlns:a16="http://schemas.microsoft.com/office/drawing/2014/main" id="{AA592218-DA5D-474B-8064-1011D07E1D46}"/>
              </a:ext>
            </a:extLst>
          </p:cNvPr>
          <p:cNvSpPr>
            <a:spLocks xmlns:a="http://schemas.openxmlformats.org/drawingml/2006/main" noGrp="1"/>
          </p:cNvSpPr>
          <p:nvPr/>
        </p:nvSpPr>
        <p:spPr>
          <a:xfrm xmlns:a="http://schemas.openxmlformats.org/drawingml/2006/main">
            <a:off x="400050" y="3762375"/>
            <a:ext cx="423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Patent Fig. 2 · Bonded wafer stack</a:t>
            </a:r>
          </a:p>
        </p:txBody>
      </p:sp>
      <p:sp>
        <p:nvSpPr>
          <p:cNvPr id="6" name="concept-0">
            <a:extLst xmlns:a="http://schemas.openxmlformats.org/drawingml/2006/main">
              <a:ext uri="{FF2B5EF4-FFF2-40B4-BE49-F238E27FC236}">
                <a16:creationId xmlns:a16="http://schemas.microsoft.com/office/drawing/2014/main" id="{E026BD22-02A6-46E1-9601-69BC0174CDE8}"/>
              </a:ext>
            </a:extLst>
          </p:cNvPr>
          <p:cNvSpPr>
            <a:spLocks xmlns:a="http://schemas.openxmlformats.org/drawingml/2006/main" noGrp="1"/>
          </p:cNvSpPr>
          <p:nvPr/>
        </p:nvSpPr>
        <p:spPr>
          <a:xfrm xmlns:a="http://schemas.openxmlformats.org/drawingml/2006/main">
            <a:off x="5095875" y="1419225"/>
            <a:ext cx="36480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1429A0"/>
            </a:solidFill>
            <a:prstDash val="solid"/>
          </a:ln>
        </p:spPr>
      </p:sp>
      <p:sp>
        <p:nvSpPr>
          <p:cNvPr id="7" name="concept-h-0">
            <a:extLst xmlns:a="http://schemas.openxmlformats.org/drawingml/2006/main">
              <a:ext uri="{FF2B5EF4-FFF2-40B4-BE49-F238E27FC236}">
                <a16:creationId xmlns:a16="http://schemas.microsoft.com/office/drawing/2014/main" id="{3CD80C26-298A-49F5-9982-8B004EBB688D}"/>
              </a:ext>
            </a:extLst>
          </p:cNvPr>
          <p:cNvSpPr>
            <a:spLocks xmlns:a="http://schemas.openxmlformats.org/drawingml/2006/main" noGrp="1"/>
          </p:cNvSpPr>
          <p:nvPr/>
        </p:nvSpPr>
        <p:spPr>
          <a:xfrm xmlns:a="http://schemas.openxmlformats.org/drawingml/2006/main">
            <a:off x="5219700" y="1504950"/>
            <a:ext cx="742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30" b="1">
                <a:solidFill>
                  <a:srgbClr val="000000"/>
                </a:solidFill>
                <a:latin typeface="맑은 고딕"/>
                <a:ea typeface="맑은 고딕"/>
                <a:cs typeface="맑은 고딕"/>
              </a:defRPr>
            </a:pPr>
            <a:r>
              <a:rPr sz="1230" b="1">
                <a:solidFill>
                  <a:srgbClr val="000000"/>
                </a:solidFill>
                <a:latin typeface="맑은 고딕"/>
                <a:ea typeface="맑은 고딕"/>
                <a:cs typeface="맑은 고딕"/>
              </a:rPr>
              <a:t>① 투과</a:t>
            </a:r>
          </a:p>
        </p:txBody>
      </p:sp>
      <p:sp>
        <p:nvSpPr>
          <p:cNvPr id="8" name="concept-b-0">
            <a:extLst xmlns:a="http://schemas.openxmlformats.org/drawingml/2006/main">
              <a:ext uri="{FF2B5EF4-FFF2-40B4-BE49-F238E27FC236}">
                <a16:creationId xmlns:a16="http://schemas.microsoft.com/office/drawing/2014/main" id="{F49D5272-3EFF-400B-8EB1-12D6611658F4}"/>
              </a:ext>
            </a:extLst>
          </p:cNvPr>
          <p:cNvSpPr>
            <a:spLocks xmlns:a="http://schemas.openxmlformats.org/drawingml/2006/main" noGrp="1"/>
          </p:cNvSpPr>
          <p:nvPr/>
        </p:nvSpPr>
        <p:spPr>
          <a:xfrm xmlns:a="http://schemas.openxmlformats.org/drawingml/2006/main">
            <a:off x="6048375" y="1485900"/>
            <a:ext cx="2571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W2 rear side에서 FIR pulse 입사</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Si substrate를 통과</a:t>
            </a:r>
          </a:p>
        </p:txBody>
      </p:sp>
      <p:sp>
        <p:nvSpPr>
          <p:cNvPr id="9" name="concept-1">
            <a:extLst xmlns:a="http://schemas.openxmlformats.org/drawingml/2006/main">
              <a:ext uri="{FF2B5EF4-FFF2-40B4-BE49-F238E27FC236}">
                <a16:creationId xmlns:a16="http://schemas.microsoft.com/office/drawing/2014/main" id="{26AF6E10-6340-4B19-9C81-345E4EE09759}"/>
              </a:ext>
            </a:extLst>
          </p:cNvPr>
          <p:cNvSpPr>
            <a:spLocks xmlns:a="http://schemas.openxmlformats.org/drawingml/2006/main" noGrp="1"/>
          </p:cNvSpPr>
          <p:nvPr/>
        </p:nvSpPr>
        <p:spPr>
          <a:xfrm xmlns:a="http://schemas.openxmlformats.org/drawingml/2006/main">
            <a:off x="5095875" y="2238375"/>
            <a:ext cx="3648075" cy="647700"/>
          </a:xfrm>
          <a:prstGeom xmlns:a="http://schemas.openxmlformats.org/drawingml/2006/main" prst="rect">
            <a:avLst/>
          </a:prstGeom>
          <a:solidFill xmlns:a="http://schemas.openxmlformats.org/drawingml/2006/main">
            <a:srgbClr val="EBF0FF"/>
          </a:solidFill>
          <a:ln xmlns:a="http://schemas.openxmlformats.org/drawingml/2006/main" w="9525">
            <a:solidFill>
              <a:srgbClr val="1429A0"/>
            </a:solidFill>
            <a:prstDash val="solid"/>
          </a:ln>
        </p:spPr>
      </p:sp>
      <p:sp>
        <p:nvSpPr>
          <p:cNvPr id="10" name="concept-h-1">
            <a:extLst xmlns:a="http://schemas.openxmlformats.org/drawingml/2006/main">
              <a:ext uri="{FF2B5EF4-FFF2-40B4-BE49-F238E27FC236}">
                <a16:creationId xmlns:a16="http://schemas.microsoft.com/office/drawing/2014/main" id="{D1DE7ECD-F037-4BA4-81F0-34D6EF77359E}"/>
              </a:ext>
            </a:extLst>
          </p:cNvPr>
          <p:cNvSpPr>
            <a:spLocks xmlns:a="http://schemas.openxmlformats.org/drawingml/2006/main" noGrp="1"/>
          </p:cNvSpPr>
          <p:nvPr/>
        </p:nvSpPr>
        <p:spPr>
          <a:xfrm xmlns:a="http://schemas.openxmlformats.org/drawingml/2006/main">
            <a:off x="5219700" y="2324100"/>
            <a:ext cx="742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30" b="1">
                <a:solidFill>
                  <a:srgbClr val="0000FF"/>
                </a:solidFill>
                <a:latin typeface="맑은 고딕"/>
                <a:ea typeface="맑은 고딕"/>
                <a:cs typeface="맑은 고딕"/>
              </a:defRPr>
            </a:pPr>
            <a:r>
              <a:rPr sz="1230" b="1">
                <a:solidFill>
                  <a:srgbClr val="0000FF"/>
                </a:solidFill>
                <a:latin typeface="맑은 고딕"/>
                <a:ea typeface="맑은 고딕"/>
                <a:cs typeface="맑은 고딕"/>
              </a:rPr>
              <a:t>② 흡수</a:t>
            </a:r>
          </a:p>
        </p:txBody>
      </p:sp>
      <p:sp>
        <p:nvSpPr>
          <p:cNvPr id="11" name="concept-b-1">
            <a:extLst xmlns:a="http://schemas.openxmlformats.org/drawingml/2006/main">
              <a:ext uri="{FF2B5EF4-FFF2-40B4-BE49-F238E27FC236}">
                <a16:creationId xmlns:a16="http://schemas.microsoft.com/office/drawing/2014/main" id="{0870FC20-A0AC-4137-97B0-CFAA271DA4B7}"/>
              </a:ext>
            </a:extLst>
          </p:cNvPr>
          <p:cNvSpPr>
            <a:spLocks xmlns:a="http://schemas.openxmlformats.org/drawingml/2006/main" noGrp="1"/>
          </p:cNvSpPr>
          <p:nvPr/>
        </p:nvSpPr>
        <p:spPr>
          <a:xfrm xmlns:a="http://schemas.openxmlformats.org/drawingml/2006/main">
            <a:off x="6048375" y="2305050"/>
            <a:ext cx="2571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SiO₂ 등 P layer에서 선택 흡수</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국부 변질·분리 계면 형성</a:t>
            </a:r>
          </a:p>
        </p:txBody>
      </p:sp>
      <p:sp>
        <p:nvSpPr>
          <p:cNvPr id="12" name="concept-2">
            <a:extLst xmlns:a="http://schemas.openxmlformats.org/drawingml/2006/main">
              <a:ext uri="{FF2B5EF4-FFF2-40B4-BE49-F238E27FC236}">
                <a16:creationId xmlns:a16="http://schemas.microsoft.com/office/drawing/2014/main" id="{3D79A1DF-4AAD-4DBC-A28D-ABF99014DEC8}"/>
              </a:ext>
            </a:extLst>
          </p:cNvPr>
          <p:cNvSpPr>
            <a:spLocks xmlns:a="http://schemas.openxmlformats.org/drawingml/2006/main" noGrp="1"/>
          </p:cNvSpPr>
          <p:nvPr/>
        </p:nvSpPr>
        <p:spPr>
          <a:xfrm xmlns:a="http://schemas.openxmlformats.org/drawingml/2006/main">
            <a:off x="5095875" y="3057525"/>
            <a:ext cx="36480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1429A0"/>
            </a:solidFill>
            <a:prstDash val="solid"/>
          </a:ln>
        </p:spPr>
      </p:sp>
      <p:sp>
        <p:nvSpPr>
          <p:cNvPr id="13" name="concept-h-2">
            <a:extLst xmlns:a="http://schemas.openxmlformats.org/drawingml/2006/main">
              <a:ext uri="{FF2B5EF4-FFF2-40B4-BE49-F238E27FC236}">
                <a16:creationId xmlns:a16="http://schemas.microsoft.com/office/drawing/2014/main" id="{E6D0D099-3EC3-4C83-8E2D-52E686F38067}"/>
              </a:ext>
            </a:extLst>
          </p:cNvPr>
          <p:cNvSpPr>
            <a:spLocks xmlns:a="http://schemas.openxmlformats.org/drawingml/2006/main" noGrp="1"/>
          </p:cNvSpPr>
          <p:nvPr/>
        </p:nvSpPr>
        <p:spPr>
          <a:xfrm xmlns:a="http://schemas.openxmlformats.org/drawingml/2006/main">
            <a:off x="5219700" y="3143250"/>
            <a:ext cx="742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30" b="1">
                <a:solidFill>
                  <a:srgbClr val="000000"/>
                </a:solidFill>
                <a:latin typeface="맑은 고딕"/>
                <a:ea typeface="맑은 고딕"/>
                <a:cs typeface="맑은 고딕"/>
              </a:defRPr>
            </a:pPr>
            <a:r>
              <a:rPr sz="1230" b="1">
                <a:solidFill>
                  <a:srgbClr val="000000"/>
                </a:solidFill>
                <a:latin typeface="맑은 고딕"/>
                <a:ea typeface="맑은 고딕"/>
                <a:cs typeface="맑은 고딕"/>
              </a:rPr>
              <a:t>③ 전사</a:t>
            </a:r>
          </a:p>
        </p:txBody>
      </p:sp>
      <p:sp>
        <p:nvSpPr>
          <p:cNvPr id="14" name="concept-b-2">
            <a:extLst xmlns:a="http://schemas.openxmlformats.org/drawingml/2006/main">
              <a:ext uri="{FF2B5EF4-FFF2-40B4-BE49-F238E27FC236}">
                <a16:creationId xmlns:a16="http://schemas.microsoft.com/office/drawing/2014/main" id="{263BFE1C-CB30-4247-9DCD-D097E5F95598}"/>
              </a:ext>
            </a:extLst>
          </p:cNvPr>
          <p:cNvSpPr>
            <a:spLocks xmlns:a="http://schemas.openxmlformats.org/drawingml/2006/main" noGrp="1"/>
          </p:cNvSpPr>
          <p:nvPr/>
        </p:nvSpPr>
        <p:spPr>
          <a:xfrm xmlns:a="http://schemas.openxmlformats.org/drawingml/2006/main">
            <a:off x="6048375" y="3124200"/>
            <a:ext cx="2571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W2 substrate 제거</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D2 device layer는 W1 측에 잔존</a:t>
            </a:r>
          </a:p>
        </p:txBody>
      </p:sp>
      <p:sp>
        <p:nvSpPr>
          <p:cNvPr id="15" name="concept-takeaway">
            <a:extLst xmlns:a="http://schemas.openxmlformats.org/drawingml/2006/main">
              <a:ext uri="{FF2B5EF4-FFF2-40B4-BE49-F238E27FC236}">
                <a16:creationId xmlns:a16="http://schemas.microsoft.com/office/drawing/2014/main" id="{8EA450E1-E951-4440-A6AA-586B0F93F3D6}"/>
              </a:ext>
            </a:extLst>
          </p:cNvPr>
          <p:cNvSpPr>
            <a:spLocks xmlns:a="http://schemas.openxmlformats.org/drawingml/2006/main" noGrp="1"/>
          </p:cNvSpPr>
          <p:nvPr/>
        </p:nvSpPr>
        <p:spPr>
          <a:xfrm xmlns:a="http://schemas.openxmlformats.org/drawingml/2006/main">
            <a:off x="400050" y="4010025"/>
            <a:ext cx="8343900" cy="504825"/>
          </a:xfrm>
          <a:prstGeom xmlns:a="http://schemas.openxmlformats.org/drawingml/2006/main" prst="rect">
            <a:avLst/>
          </a:prstGeom>
          <a:solidFill xmlns:a="http://schemas.openxmlformats.org/drawingml/2006/main">
            <a:srgbClr val="F6F8FF"/>
          </a:solidFill>
          <a:ln xmlns:a="http://schemas.openxmlformats.org/drawingml/2006/main" w="9525">
            <a:solidFill>
              <a:srgbClr val="1429A0"/>
            </a:solidFill>
            <a:prstDash val="solid"/>
          </a:ln>
        </p:spPr>
      </p:sp>
      <p:sp>
        <p:nvSpPr>
          <p:cNvPr id="16" name="concept-takeaway-text">
            <a:extLst xmlns:a="http://schemas.openxmlformats.org/drawingml/2006/main">
              <a:ext uri="{FF2B5EF4-FFF2-40B4-BE49-F238E27FC236}">
                <a16:creationId xmlns:a16="http://schemas.microsoft.com/office/drawing/2014/main" id="{2BE614CC-CEE2-4727-B003-019F33F90458}"/>
              </a:ext>
            </a:extLst>
          </p:cNvPr>
          <p:cNvSpPr>
            <a:spLocks xmlns:a="http://schemas.openxmlformats.org/drawingml/2006/main" noGrp="1"/>
          </p:cNvSpPr>
          <p:nvPr/>
        </p:nvSpPr>
        <p:spPr>
          <a:xfrm xmlns:a="http://schemas.openxmlformats.org/drawingml/2006/main">
            <a:off x="552450" y="4095750"/>
            <a:ext cx="8020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230">
                <a:solidFill>
                  <a:srgbClr val="000000"/>
                </a:solidFill>
                <a:latin typeface="맑은 고딕"/>
                <a:ea typeface="맑은 고딕"/>
                <a:cs typeface="맑은 고딕"/>
              </a:defRPr>
            </a:pPr>
            <a:r>
              <a:rPr sz="1300" b="1">
                <a:solidFill>
                  <a:srgbClr val="000000"/>
                </a:solidFill>
              </a:rPr>
              <a:t>설계 포인트  </a:t>
            </a:r>
            <a:r>
              <a:rPr sz="1300" b="1">
                <a:solidFill>
                  <a:srgbClr val="0000FF"/>
                </a:solidFill>
              </a:rPr>
              <a:t>광학 선택성</a:t>
            </a:r>
            <a:r>
              <a:rPr sz="1300" b="1">
                <a:solidFill>
                  <a:srgbClr val="000000"/>
                </a:solidFill>
              </a:rPr>
              <a:t>이 충분해야 bulk Si와 device layer의 열영향을 분리할 수 있음</a:t>
            </a:r>
          </a:p>
        </p:txBody>
      </p:sp>
    </p:spTree>
    <p:extLst>
      <p:ext uri="{BB962C8B-B14F-4D97-AF65-F5344CB8AC3E}">
        <p14:creationId xmlns:p14="http://schemas.microsoft.com/office/powerpoint/2010/main" val="20104863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2A295616-8618-48AF-AE39-ACE116CC8EFB}"/>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Peak Power로 Separation Threshold와 열영향을 분리</a:t>
            </a:r>
          </a:p>
        </p:txBody>
      </p:sp>
      <p:sp>
        <p:nvSpPr>
          <p:cNvPr id="2" name="main-message">
            <a:extLst xmlns:a="http://schemas.openxmlformats.org/drawingml/2006/main">
              <a:ext uri="{FF2B5EF4-FFF2-40B4-BE49-F238E27FC236}">
                <a16:creationId xmlns:a16="http://schemas.microsoft.com/office/drawing/2014/main" id="{DBB2D703-71D8-4882-A8AE-BDD94EE79C28}"/>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Pulsed CO₂ laser가 </a:t>
            </a:r>
            <a:r>
              <a:rPr sz="1500" b="1">
                <a:solidFill>
                  <a:srgbClr val="0000FF"/>
                </a:solidFill>
                <a:latin typeface="맑은 고딕"/>
                <a:ea typeface="맑은 고딕"/>
                <a:cs typeface="맑은 고딕"/>
              </a:rPr>
              <a:t>separation threshold와 thermal budget</a:t>
            </a:r>
            <a:r>
              <a:rPr sz="1500" b="1">
                <a:solidFill>
                  <a:srgbClr val="000000"/>
                </a:solidFill>
                <a:latin typeface="맑은 고딕"/>
                <a:ea typeface="맑은 고딕"/>
                <a:cs typeface="맑은 고딕"/>
              </a:rPr>
              <a:t>을 분리</a:t>
            </a:r>
          </a:p>
        </p:txBody>
      </p:sp>
      <p:sp>
        <p:nvSpPr>
          <p:cNvPr id="3" name="pulse-frame">
            <a:extLst xmlns:a="http://schemas.openxmlformats.org/drawingml/2006/main">
              <a:ext uri="{FF2B5EF4-FFF2-40B4-BE49-F238E27FC236}">
                <a16:creationId xmlns:a16="http://schemas.microsoft.com/office/drawing/2014/main" id="{DDB51AA5-1E8D-40FB-B20D-932B9551AD0D}"/>
              </a:ext>
            </a:extLst>
          </p:cNvPr>
          <p:cNvSpPr>
            <a:spLocks xmlns:a="http://schemas.openxmlformats.org/drawingml/2006/main" noGrp="1"/>
          </p:cNvSpPr>
          <p:nvPr/>
        </p:nvSpPr>
        <p:spPr>
          <a:xfrm xmlns:a="http://schemas.openxmlformats.org/drawingml/2006/main">
            <a:off x="390525" y="1428750"/>
            <a:ext cx="3848100" cy="1400175"/>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7a6655ff5464593"/>
          <a:stretch xmlns:a="http://schemas.openxmlformats.org/drawingml/2006/main"/>
        </p:blipFill>
        <p:spPr>
          <a:xfrm xmlns:a="http://schemas.openxmlformats.org/drawingml/2006/main">
            <a:off x="441576" y="1438275"/>
            <a:ext cx="3745999" cy="1381125"/>
          </a:xfrm>
          <a:prstGeom xmlns:a="http://schemas.openxmlformats.org/drawingml/2006/main" prst="rect">
            <a:avLst/>
          </a:prstGeom>
        </p:spPr>
      </p:pic>
      <p:sp>
        <p:nvSpPr>
          <p:cNvPr id="5" name="pulse-caption">
            <a:extLst xmlns:a="http://schemas.openxmlformats.org/drawingml/2006/main">
              <a:ext uri="{FF2B5EF4-FFF2-40B4-BE49-F238E27FC236}">
                <a16:creationId xmlns:a16="http://schemas.microsoft.com/office/drawing/2014/main" id="{820C0FC1-4959-422A-9616-801F09233FB5}"/>
              </a:ext>
            </a:extLst>
          </p:cNvPr>
          <p:cNvSpPr>
            <a:spLocks xmlns:a="http://schemas.openxmlformats.org/drawingml/2006/main" noGrp="1"/>
          </p:cNvSpPr>
          <p:nvPr/>
        </p:nvSpPr>
        <p:spPr>
          <a:xfrm xmlns:a="http://schemas.openxmlformats.org/drawingml/2006/main">
            <a:off x="400050" y="2838450"/>
            <a:ext cx="3829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Patent Fig. 1 · Pulse peak와 CW 평균 출력 개념</a:t>
            </a:r>
          </a:p>
        </p:txBody>
      </p:sp>
      <p:sp>
        <p:nvSpPr>
          <p:cNvPr id="6" name="layer-0">
            <a:extLst xmlns:a="http://schemas.openxmlformats.org/drawingml/2006/main">
              <a:ext uri="{FF2B5EF4-FFF2-40B4-BE49-F238E27FC236}">
                <a16:creationId xmlns:a16="http://schemas.microsoft.com/office/drawing/2014/main" id="{9ED4A7C3-4BB7-435B-9F74-ECAF49D3DD47}"/>
              </a:ext>
            </a:extLst>
          </p:cNvPr>
          <p:cNvSpPr>
            <a:spLocks xmlns:a="http://schemas.openxmlformats.org/drawingml/2006/main" noGrp="1"/>
          </p:cNvSpPr>
          <p:nvPr/>
        </p:nvSpPr>
        <p:spPr>
          <a:xfrm xmlns:a="http://schemas.openxmlformats.org/drawingml/2006/main">
            <a:off x="400050" y="3057525"/>
            <a:ext cx="38290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 name="layer-panel-detail-h-0">
            <a:extLst xmlns:a="http://schemas.openxmlformats.org/drawingml/2006/main">
              <a:ext uri="{FF2B5EF4-FFF2-40B4-BE49-F238E27FC236}">
                <a16:creationId xmlns:a16="http://schemas.microsoft.com/office/drawing/2014/main" id="{12D45358-0D47-4A9E-8966-8CE0436DCE32}"/>
              </a:ext>
            </a:extLst>
          </p:cNvPr>
          <p:cNvSpPr>
            <a:spLocks xmlns:a="http://schemas.openxmlformats.org/drawingml/2006/main" noGrp="1"/>
          </p:cNvSpPr>
          <p:nvPr/>
        </p:nvSpPr>
        <p:spPr>
          <a:xfrm xmlns:a="http://schemas.openxmlformats.org/drawingml/2006/main">
            <a:off x="485775" y="310515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W2: Si substrate</a:t>
            </a:r>
          </a:p>
        </p:txBody>
      </p:sp>
      <p:sp>
        <p:nvSpPr>
          <p:cNvPr id="8" name="layer-panel-detail-b-0">
            <a:extLst xmlns:a="http://schemas.openxmlformats.org/drawingml/2006/main">
              <a:ext uri="{FF2B5EF4-FFF2-40B4-BE49-F238E27FC236}">
                <a16:creationId xmlns:a16="http://schemas.microsoft.com/office/drawing/2014/main" id="{4487DB8A-1FD3-4424-A688-6A4D14498635}"/>
              </a:ext>
            </a:extLst>
          </p:cNvPr>
          <p:cNvSpPr>
            <a:spLocks xmlns:a="http://schemas.openxmlformats.org/drawingml/2006/main" noGrp="1"/>
          </p:cNvSpPr>
          <p:nvPr/>
        </p:nvSpPr>
        <p:spPr>
          <a:xfrm xmlns:a="http://schemas.openxmlformats.org/drawingml/2006/main">
            <a:off x="2124075" y="3105150"/>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lnSpc>
                <a:spcPct val="112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8.9–11 µm 투과 경로</a:t>
            </a:r>
          </a:p>
        </p:txBody>
      </p:sp>
      <p:sp>
        <p:nvSpPr>
          <p:cNvPr id="9" name="layer-1">
            <a:extLst xmlns:a="http://schemas.openxmlformats.org/drawingml/2006/main">
              <a:ext uri="{FF2B5EF4-FFF2-40B4-BE49-F238E27FC236}">
                <a16:creationId xmlns:a16="http://schemas.microsoft.com/office/drawing/2014/main" id="{CD407CD7-A1D7-457D-A4D6-9737C3AE98D2}"/>
              </a:ext>
            </a:extLst>
          </p:cNvPr>
          <p:cNvSpPr>
            <a:spLocks xmlns:a="http://schemas.openxmlformats.org/drawingml/2006/main" noGrp="1"/>
          </p:cNvSpPr>
          <p:nvPr/>
        </p:nvSpPr>
        <p:spPr>
          <a:xfrm xmlns:a="http://schemas.openxmlformats.org/drawingml/2006/main">
            <a:off x="400050" y="3429000"/>
            <a:ext cx="3829050" cy="3238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0" name="layer-panel-detail-h-1">
            <a:extLst xmlns:a="http://schemas.openxmlformats.org/drawingml/2006/main">
              <a:ext uri="{FF2B5EF4-FFF2-40B4-BE49-F238E27FC236}">
                <a16:creationId xmlns:a16="http://schemas.microsoft.com/office/drawing/2014/main" id="{6E77CDD7-0D30-4C68-B2AA-33D735BBA1EC}"/>
              </a:ext>
            </a:extLst>
          </p:cNvPr>
          <p:cNvSpPr>
            <a:spLocks xmlns:a="http://schemas.openxmlformats.org/drawingml/2006/main" noGrp="1"/>
          </p:cNvSpPr>
          <p:nvPr/>
        </p:nvSpPr>
        <p:spPr>
          <a:xfrm xmlns:a="http://schemas.openxmlformats.org/drawingml/2006/main">
            <a:off x="485775" y="347662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P: Absorption layer</a:t>
            </a:r>
          </a:p>
        </p:txBody>
      </p:sp>
      <p:sp>
        <p:nvSpPr>
          <p:cNvPr id="11" name="layer-panel-detail-b-1">
            <a:extLst xmlns:a="http://schemas.openxmlformats.org/drawingml/2006/main">
              <a:ext uri="{FF2B5EF4-FFF2-40B4-BE49-F238E27FC236}">
                <a16:creationId xmlns:a16="http://schemas.microsoft.com/office/drawing/2014/main" id="{DA288887-F8E2-4778-9846-3081FC34F58D}"/>
              </a:ext>
            </a:extLst>
          </p:cNvPr>
          <p:cNvSpPr>
            <a:spLocks xmlns:a="http://schemas.openxmlformats.org/drawingml/2006/main" noGrp="1"/>
          </p:cNvSpPr>
          <p:nvPr/>
        </p:nvSpPr>
        <p:spPr>
          <a:xfrm xmlns:a="http://schemas.openxmlformats.org/drawingml/2006/main">
            <a:off x="2124075" y="3476625"/>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lnSpc>
                <a:spcPct val="112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SiO₂ 등에서 에너지 집중</a:t>
            </a:r>
          </a:p>
        </p:txBody>
      </p:sp>
      <p:sp>
        <p:nvSpPr>
          <p:cNvPr id="12" name="layer-2">
            <a:extLst xmlns:a="http://schemas.openxmlformats.org/drawingml/2006/main">
              <a:ext uri="{FF2B5EF4-FFF2-40B4-BE49-F238E27FC236}">
                <a16:creationId xmlns:a16="http://schemas.microsoft.com/office/drawing/2014/main" id="{A6B971A9-D872-481D-A28E-8AE1E75ED381}"/>
              </a:ext>
            </a:extLst>
          </p:cNvPr>
          <p:cNvSpPr>
            <a:spLocks xmlns:a="http://schemas.openxmlformats.org/drawingml/2006/main" noGrp="1"/>
          </p:cNvSpPr>
          <p:nvPr/>
        </p:nvSpPr>
        <p:spPr>
          <a:xfrm xmlns:a="http://schemas.openxmlformats.org/drawingml/2006/main">
            <a:off x="400050" y="3800475"/>
            <a:ext cx="38290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 name="layer-panel-detail-h-2">
            <a:extLst xmlns:a="http://schemas.openxmlformats.org/drawingml/2006/main">
              <a:ext uri="{FF2B5EF4-FFF2-40B4-BE49-F238E27FC236}">
                <a16:creationId xmlns:a16="http://schemas.microsoft.com/office/drawing/2014/main" id="{0DA31449-3F52-4632-AD08-6FC44AE09ABB}"/>
              </a:ext>
            </a:extLst>
          </p:cNvPr>
          <p:cNvSpPr>
            <a:spLocks xmlns:a="http://schemas.openxmlformats.org/drawingml/2006/main" noGrp="1"/>
          </p:cNvSpPr>
          <p:nvPr/>
        </p:nvSpPr>
        <p:spPr>
          <a:xfrm xmlns:a="http://schemas.openxmlformats.org/drawingml/2006/main">
            <a:off x="485775" y="3848100"/>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D2 / F2</a:t>
            </a:r>
          </a:p>
        </p:txBody>
      </p:sp>
      <p:sp>
        <p:nvSpPr>
          <p:cNvPr id="14" name="layer-panel-detail-b-2">
            <a:extLst xmlns:a="http://schemas.openxmlformats.org/drawingml/2006/main">
              <a:ext uri="{FF2B5EF4-FFF2-40B4-BE49-F238E27FC236}">
                <a16:creationId xmlns:a16="http://schemas.microsoft.com/office/drawing/2014/main" id="{858988D4-A16C-42E8-B434-B67F7E06AEFC}"/>
              </a:ext>
            </a:extLst>
          </p:cNvPr>
          <p:cNvSpPr>
            <a:spLocks xmlns:a="http://schemas.openxmlformats.org/drawingml/2006/main" noGrp="1"/>
          </p:cNvSpPr>
          <p:nvPr/>
        </p:nvSpPr>
        <p:spPr>
          <a:xfrm xmlns:a="http://schemas.openxmlformats.org/drawingml/2006/main">
            <a:off x="2124075" y="3848100"/>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lnSpc>
                <a:spcPct val="112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Device·bonding layer 보호</a:t>
            </a:r>
          </a:p>
        </p:txBody>
      </p:sp>
      <p:sp>
        <p:nvSpPr>
          <p:cNvPr id="15" name="layer-3">
            <a:extLst xmlns:a="http://schemas.openxmlformats.org/drawingml/2006/main">
              <a:ext uri="{FF2B5EF4-FFF2-40B4-BE49-F238E27FC236}">
                <a16:creationId xmlns:a16="http://schemas.microsoft.com/office/drawing/2014/main" id="{8153E23C-AA5D-4236-BB4F-F5C028F1491F}"/>
              </a:ext>
            </a:extLst>
          </p:cNvPr>
          <p:cNvSpPr>
            <a:spLocks xmlns:a="http://schemas.openxmlformats.org/drawingml/2006/main" noGrp="1"/>
          </p:cNvSpPr>
          <p:nvPr/>
        </p:nvSpPr>
        <p:spPr>
          <a:xfrm xmlns:a="http://schemas.openxmlformats.org/drawingml/2006/main">
            <a:off x="400050" y="4171950"/>
            <a:ext cx="3829050" cy="323850"/>
          </a:xfrm>
          <a:prstGeom xmlns:a="http://schemas.openxmlformats.org/drawingml/2006/main" prst="rect">
            <a:avLst/>
          </a:prstGeom>
          <a:solidFill xmlns:a="http://schemas.openxmlformats.org/drawingml/2006/main">
            <a:srgbClr val="F6F8FF"/>
          </a:solidFill>
          <a:ln xmlns:a="http://schemas.openxmlformats.org/drawingml/2006/main" w="9525">
            <a:solidFill>
              <a:srgbClr val="000000"/>
            </a:solidFill>
            <a:prstDash val="solid"/>
          </a:ln>
        </p:spPr>
      </p:sp>
      <p:sp>
        <p:nvSpPr>
          <p:cNvPr id="16" name="layer-panel-detail-h-3">
            <a:extLst xmlns:a="http://schemas.openxmlformats.org/drawingml/2006/main">
              <a:ext uri="{FF2B5EF4-FFF2-40B4-BE49-F238E27FC236}">
                <a16:creationId xmlns:a16="http://schemas.microsoft.com/office/drawing/2014/main" id="{123BCA98-73D6-4C80-9D77-A82BBA8D62D0}"/>
              </a:ext>
            </a:extLst>
          </p:cNvPr>
          <p:cNvSpPr>
            <a:spLocks xmlns:a="http://schemas.openxmlformats.org/drawingml/2006/main" noGrp="1"/>
          </p:cNvSpPr>
          <p:nvPr/>
        </p:nvSpPr>
        <p:spPr>
          <a:xfrm xmlns:a="http://schemas.openxmlformats.org/drawingml/2006/main">
            <a:off x="485775" y="421957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W1 support wafer</a:t>
            </a:r>
          </a:p>
        </p:txBody>
      </p:sp>
      <p:sp>
        <p:nvSpPr>
          <p:cNvPr id="17" name="layer-panel-detail-b-3">
            <a:extLst xmlns:a="http://schemas.openxmlformats.org/drawingml/2006/main">
              <a:ext uri="{FF2B5EF4-FFF2-40B4-BE49-F238E27FC236}">
                <a16:creationId xmlns:a16="http://schemas.microsoft.com/office/drawing/2014/main" id="{A490FCDC-6227-4019-BD96-F83F2DDA88C0}"/>
              </a:ext>
            </a:extLst>
          </p:cNvPr>
          <p:cNvSpPr>
            <a:spLocks xmlns:a="http://schemas.openxmlformats.org/drawingml/2006/main" noGrp="1"/>
          </p:cNvSpPr>
          <p:nvPr/>
        </p:nvSpPr>
        <p:spPr>
          <a:xfrm xmlns:a="http://schemas.openxmlformats.org/drawingml/2006/main">
            <a:off x="2124075" y="4219575"/>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r">
              <a:lnSpc>
                <a:spcPct val="112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Transferred structure 지지</a:t>
            </a:r>
          </a:p>
        </p:txBody>
      </p:sp>
      <p:sp>
        <p:nvSpPr>
          <p:cNvPr id="18" name="badge-1">
            <a:extLst xmlns:a="http://schemas.openxmlformats.org/drawingml/2006/main">
              <a:ext uri="{FF2B5EF4-FFF2-40B4-BE49-F238E27FC236}">
                <a16:creationId xmlns:a16="http://schemas.microsoft.com/office/drawing/2014/main" id="{82488386-F654-4862-9185-0477A9794AB7}"/>
              </a:ext>
            </a:extLst>
          </p:cNvPr>
          <p:cNvSpPr>
            <a:spLocks xmlns:a="http://schemas.openxmlformats.org/drawingml/2006/main" noGrp="1"/>
          </p:cNvSpPr>
          <p:nvPr/>
        </p:nvSpPr>
        <p:spPr>
          <a:xfrm xmlns:a="http://schemas.openxmlformats.org/drawingml/2006/main">
            <a:off x="4686300" y="1533525"/>
            <a:ext cx="285750" cy="285750"/>
          </a:xfrm>
          <a:prstGeom xmlns:a="http://schemas.openxmlformats.org/drawingml/2006/main" prst="ellipse">
            <a:avLst/>
          </a:prstGeom>
          <a:solidFill xmlns:a="http://schemas.openxmlformats.org/drawingml/2006/main">
            <a:srgbClr val="0000FF"/>
          </a:solidFill>
          <a:ln xmlns:a="http://schemas.openxmlformats.org/drawingml/2006/main" w="0">
            <a:solidFill>
              <a:srgbClr val="0000FF"/>
            </a:solidFill>
            <a:prstDash val="solid"/>
          </a:ln>
        </p:spPr>
      </p:sp>
      <p:sp>
        <p:nvSpPr>
          <p:cNvPr id="19" name="badge-text-1">
            <a:extLst xmlns:a="http://schemas.openxmlformats.org/drawingml/2006/main">
              <a:ext uri="{FF2B5EF4-FFF2-40B4-BE49-F238E27FC236}">
                <a16:creationId xmlns:a16="http://schemas.microsoft.com/office/drawing/2014/main" id="{C58A8582-88D5-4498-A31C-B72C0470ABCE}"/>
              </a:ext>
            </a:extLst>
          </p:cNvPr>
          <p:cNvSpPr>
            <a:spLocks xmlns:a="http://schemas.openxmlformats.org/drawingml/2006/main" noGrp="1"/>
          </p:cNvSpPr>
          <p:nvPr/>
        </p:nvSpPr>
        <p:spPr>
          <a:xfrm xmlns:a="http://schemas.openxmlformats.org/drawingml/2006/main">
            <a:off x="4686300" y="15430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00" b="1">
                <a:solidFill>
                  <a:srgbClr val="FFFFFF"/>
                </a:solidFill>
                <a:latin typeface="맑은 고딕"/>
                <a:ea typeface="맑은 고딕"/>
                <a:cs typeface="맑은 고딕"/>
              </a:defRPr>
            </a:pPr>
            <a:r>
              <a:rPr sz="1200" b="1">
                <a:solidFill>
                  <a:srgbClr val="FFFFFF"/>
                </a:solidFill>
                <a:latin typeface="맑은 고딕"/>
                <a:ea typeface="맑은 고딕"/>
                <a:cs typeface="맑은 고딕"/>
              </a:rPr>
              <a:t>1</a:t>
            </a:r>
          </a:p>
        </p:txBody>
      </p:sp>
      <p:sp>
        <p:nvSpPr>
          <p:cNvPr id="20" name="mech-h-0">
            <a:extLst xmlns:a="http://schemas.openxmlformats.org/drawingml/2006/main">
              <a:ext uri="{FF2B5EF4-FFF2-40B4-BE49-F238E27FC236}">
                <a16:creationId xmlns:a16="http://schemas.microsoft.com/office/drawing/2014/main" id="{D33D817A-FBE7-4F58-8AE3-E48FB0FDE26B}"/>
              </a:ext>
            </a:extLst>
          </p:cNvPr>
          <p:cNvSpPr>
            <a:spLocks xmlns:a="http://schemas.openxmlformats.org/drawingml/2006/main" noGrp="1"/>
          </p:cNvSpPr>
          <p:nvPr/>
        </p:nvSpPr>
        <p:spPr>
          <a:xfrm xmlns:a="http://schemas.openxmlformats.org/drawingml/2006/main">
            <a:off x="5124450" y="14573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98" b="1">
                <a:solidFill>
                  <a:srgbClr val="000000"/>
                </a:solidFill>
                <a:latin typeface="맑은 고딕"/>
                <a:ea typeface="맑은 고딕"/>
                <a:cs typeface="맑은 고딕"/>
              </a:defRPr>
            </a:pPr>
            <a:r>
              <a:rPr sz="1298" b="1">
                <a:solidFill>
                  <a:srgbClr val="000000"/>
                </a:solidFill>
                <a:latin typeface="맑은 고딕"/>
                <a:ea typeface="맑은 고딕"/>
                <a:cs typeface="맑은 고딕"/>
              </a:rPr>
              <a:t>Spectral selectivity</a:t>
            </a:r>
          </a:p>
        </p:txBody>
      </p:sp>
      <p:sp>
        <p:nvSpPr>
          <p:cNvPr id="21" name="mech-b-0">
            <a:extLst xmlns:a="http://schemas.openxmlformats.org/drawingml/2006/main">
              <a:ext uri="{FF2B5EF4-FFF2-40B4-BE49-F238E27FC236}">
                <a16:creationId xmlns:a16="http://schemas.microsoft.com/office/drawing/2014/main" id="{7033AF7B-E98A-4930-824F-9C44BEF59C0F}"/>
              </a:ext>
            </a:extLst>
          </p:cNvPr>
          <p:cNvSpPr>
            <a:spLocks xmlns:a="http://schemas.openxmlformats.org/drawingml/2006/main" noGrp="1"/>
          </p:cNvSpPr>
          <p:nvPr/>
        </p:nvSpPr>
        <p:spPr>
          <a:xfrm xmlns:a="http://schemas.openxmlformats.org/drawingml/2006/main">
            <a:off x="5124450" y="1733550"/>
            <a:ext cx="347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λ = 8.9–11 µm</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Si transmission과 P absorption 동시 확보</a:t>
            </a:r>
          </a:p>
        </p:txBody>
      </p:sp>
      <p:sp>
        <p:nvSpPr>
          <p:cNvPr id="22" name="badge-2">
            <a:extLst xmlns:a="http://schemas.openxmlformats.org/drawingml/2006/main">
              <a:ext uri="{FF2B5EF4-FFF2-40B4-BE49-F238E27FC236}">
                <a16:creationId xmlns:a16="http://schemas.microsoft.com/office/drawing/2014/main" id="{FB5D4900-95DF-41AD-BBF3-4D473AC198CC}"/>
              </a:ext>
            </a:extLst>
          </p:cNvPr>
          <p:cNvSpPr>
            <a:spLocks xmlns:a="http://schemas.openxmlformats.org/drawingml/2006/main" noGrp="1"/>
          </p:cNvSpPr>
          <p:nvPr/>
        </p:nvSpPr>
        <p:spPr>
          <a:xfrm xmlns:a="http://schemas.openxmlformats.org/drawingml/2006/main">
            <a:off x="4686300" y="2524125"/>
            <a:ext cx="285750" cy="285750"/>
          </a:xfrm>
          <a:prstGeom xmlns:a="http://schemas.openxmlformats.org/drawingml/2006/main" prst="ellipse">
            <a:avLst/>
          </a:prstGeom>
          <a:solidFill xmlns:a="http://schemas.openxmlformats.org/drawingml/2006/main">
            <a:srgbClr val="0000FF"/>
          </a:solidFill>
          <a:ln xmlns:a="http://schemas.openxmlformats.org/drawingml/2006/main" w="0">
            <a:solidFill>
              <a:srgbClr val="0000FF"/>
            </a:solidFill>
            <a:prstDash val="solid"/>
          </a:ln>
        </p:spPr>
      </p:sp>
      <p:sp>
        <p:nvSpPr>
          <p:cNvPr id="23" name="badge-text-2">
            <a:extLst xmlns:a="http://schemas.openxmlformats.org/drawingml/2006/main">
              <a:ext uri="{FF2B5EF4-FFF2-40B4-BE49-F238E27FC236}">
                <a16:creationId xmlns:a16="http://schemas.microsoft.com/office/drawing/2014/main" id="{DD031FB1-2216-4549-A0DC-3509E2A8A215}"/>
              </a:ext>
            </a:extLst>
          </p:cNvPr>
          <p:cNvSpPr>
            <a:spLocks xmlns:a="http://schemas.openxmlformats.org/drawingml/2006/main" noGrp="1"/>
          </p:cNvSpPr>
          <p:nvPr/>
        </p:nvSpPr>
        <p:spPr>
          <a:xfrm xmlns:a="http://schemas.openxmlformats.org/drawingml/2006/main">
            <a:off x="4686300" y="25336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00" b="1">
                <a:solidFill>
                  <a:srgbClr val="FFFFFF"/>
                </a:solidFill>
                <a:latin typeface="맑은 고딕"/>
                <a:ea typeface="맑은 고딕"/>
                <a:cs typeface="맑은 고딕"/>
              </a:defRPr>
            </a:pPr>
            <a:r>
              <a:rPr sz="1200" b="1">
                <a:solidFill>
                  <a:srgbClr val="FFFFFF"/>
                </a:solidFill>
                <a:latin typeface="맑은 고딕"/>
                <a:ea typeface="맑은 고딕"/>
                <a:cs typeface="맑은 고딕"/>
              </a:rPr>
              <a:t>2</a:t>
            </a:r>
          </a:p>
        </p:txBody>
      </p:sp>
      <p:sp>
        <p:nvSpPr>
          <p:cNvPr id="24" name="mech-h-1">
            <a:extLst xmlns:a="http://schemas.openxmlformats.org/drawingml/2006/main">
              <a:ext uri="{FF2B5EF4-FFF2-40B4-BE49-F238E27FC236}">
                <a16:creationId xmlns:a16="http://schemas.microsoft.com/office/drawing/2014/main" id="{9C7F4DF5-2E5B-4EB6-83AA-C0FB34EF2410}"/>
              </a:ext>
            </a:extLst>
          </p:cNvPr>
          <p:cNvSpPr>
            <a:spLocks xmlns:a="http://schemas.openxmlformats.org/drawingml/2006/main" noGrp="1"/>
          </p:cNvSpPr>
          <p:nvPr/>
        </p:nvSpPr>
        <p:spPr>
          <a:xfrm xmlns:a="http://schemas.openxmlformats.org/drawingml/2006/main">
            <a:off x="5124450" y="24479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98" b="1">
                <a:solidFill>
                  <a:srgbClr val="0000FF"/>
                </a:solidFill>
                <a:latin typeface="맑은 고딕"/>
                <a:ea typeface="맑은 고딕"/>
                <a:cs typeface="맑은 고딕"/>
              </a:defRPr>
            </a:pPr>
            <a:r>
              <a:rPr sz="1298" b="1">
                <a:solidFill>
                  <a:srgbClr val="0000FF"/>
                </a:solidFill>
                <a:latin typeface="맑은 고딕"/>
                <a:ea typeface="맑은 고딕"/>
                <a:cs typeface="맑은 고딕"/>
              </a:rPr>
              <a:t>Peak-power threshold</a:t>
            </a:r>
          </a:p>
        </p:txBody>
      </p:sp>
      <p:sp>
        <p:nvSpPr>
          <p:cNvPr id="25" name="mech-b-1">
            <a:extLst xmlns:a="http://schemas.openxmlformats.org/drawingml/2006/main">
              <a:ext uri="{FF2B5EF4-FFF2-40B4-BE49-F238E27FC236}">
                <a16:creationId xmlns:a16="http://schemas.microsoft.com/office/drawing/2014/main" id="{251DC52C-D007-445D-8EE3-8FA430F9C08F}"/>
              </a:ext>
            </a:extLst>
          </p:cNvPr>
          <p:cNvSpPr>
            <a:spLocks xmlns:a="http://schemas.openxmlformats.org/drawingml/2006/main" noGrp="1"/>
          </p:cNvSpPr>
          <p:nvPr/>
        </p:nvSpPr>
        <p:spPr>
          <a:xfrm xmlns:a="http://schemas.openxmlformats.org/drawingml/2006/main">
            <a:off x="5124450" y="2724150"/>
            <a:ext cx="347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짧은 pulse의 높은 순간 출력으로</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변질 threshold를 선택적으로 초과</a:t>
            </a:r>
          </a:p>
        </p:txBody>
      </p:sp>
      <p:sp>
        <p:nvSpPr>
          <p:cNvPr id="26" name="badge-3">
            <a:extLst xmlns:a="http://schemas.openxmlformats.org/drawingml/2006/main">
              <a:ext uri="{FF2B5EF4-FFF2-40B4-BE49-F238E27FC236}">
                <a16:creationId xmlns:a16="http://schemas.microsoft.com/office/drawing/2014/main" id="{CA415B5E-4828-4EF2-8937-A215BFE48C64}"/>
              </a:ext>
            </a:extLst>
          </p:cNvPr>
          <p:cNvSpPr>
            <a:spLocks xmlns:a="http://schemas.openxmlformats.org/drawingml/2006/main" noGrp="1"/>
          </p:cNvSpPr>
          <p:nvPr/>
        </p:nvSpPr>
        <p:spPr>
          <a:xfrm xmlns:a="http://schemas.openxmlformats.org/drawingml/2006/main">
            <a:off x="4686300" y="3514725"/>
            <a:ext cx="285750" cy="285750"/>
          </a:xfrm>
          <a:prstGeom xmlns:a="http://schemas.openxmlformats.org/drawingml/2006/main" prst="ellipse">
            <a:avLst/>
          </a:prstGeom>
          <a:solidFill xmlns:a="http://schemas.openxmlformats.org/drawingml/2006/main">
            <a:srgbClr val="0000FF"/>
          </a:solidFill>
          <a:ln xmlns:a="http://schemas.openxmlformats.org/drawingml/2006/main" w="0">
            <a:solidFill>
              <a:srgbClr val="0000FF"/>
            </a:solidFill>
            <a:prstDash val="solid"/>
          </a:ln>
        </p:spPr>
      </p:sp>
      <p:sp>
        <p:nvSpPr>
          <p:cNvPr id="27" name="badge-text-3">
            <a:extLst xmlns:a="http://schemas.openxmlformats.org/drawingml/2006/main">
              <a:ext uri="{FF2B5EF4-FFF2-40B4-BE49-F238E27FC236}">
                <a16:creationId xmlns:a16="http://schemas.microsoft.com/office/drawing/2014/main" id="{6B873A76-FAF5-4447-866F-B7E7B28CEF0E}"/>
              </a:ext>
            </a:extLst>
          </p:cNvPr>
          <p:cNvSpPr>
            <a:spLocks xmlns:a="http://schemas.openxmlformats.org/drawingml/2006/main" noGrp="1"/>
          </p:cNvSpPr>
          <p:nvPr/>
        </p:nvSpPr>
        <p:spPr>
          <a:xfrm xmlns:a="http://schemas.openxmlformats.org/drawingml/2006/main">
            <a:off x="4686300" y="352425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00" b="1">
                <a:solidFill>
                  <a:srgbClr val="FFFFFF"/>
                </a:solidFill>
                <a:latin typeface="맑은 고딕"/>
                <a:ea typeface="맑은 고딕"/>
                <a:cs typeface="맑은 고딕"/>
              </a:defRPr>
            </a:pPr>
            <a:r>
              <a:rPr sz="1200" b="1">
                <a:solidFill>
                  <a:srgbClr val="FFFFFF"/>
                </a:solidFill>
                <a:latin typeface="맑은 고딕"/>
                <a:ea typeface="맑은 고딕"/>
                <a:cs typeface="맑은 고딕"/>
              </a:rPr>
              <a:t>3</a:t>
            </a:r>
          </a:p>
        </p:txBody>
      </p:sp>
      <p:sp>
        <p:nvSpPr>
          <p:cNvPr id="28" name="mech-h-2">
            <a:extLst xmlns:a="http://schemas.openxmlformats.org/drawingml/2006/main">
              <a:ext uri="{FF2B5EF4-FFF2-40B4-BE49-F238E27FC236}">
                <a16:creationId xmlns:a16="http://schemas.microsoft.com/office/drawing/2014/main" id="{739F82DC-E2DD-4416-8ACD-38BF0E3F2A24}"/>
              </a:ext>
            </a:extLst>
          </p:cNvPr>
          <p:cNvSpPr>
            <a:spLocks xmlns:a="http://schemas.openxmlformats.org/drawingml/2006/main" noGrp="1"/>
          </p:cNvSpPr>
          <p:nvPr/>
        </p:nvSpPr>
        <p:spPr>
          <a:xfrm xmlns:a="http://schemas.openxmlformats.org/drawingml/2006/main">
            <a:off x="5124450" y="34385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98" b="1">
                <a:solidFill>
                  <a:srgbClr val="000000"/>
                </a:solidFill>
                <a:latin typeface="맑은 고딕"/>
                <a:ea typeface="맑은 고딕"/>
                <a:cs typeface="맑은 고딕"/>
              </a:defRPr>
            </a:pPr>
            <a:r>
              <a:rPr sz="1298" b="1">
                <a:solidFill>
                  <a:srgbClr val="000000"/>
                </a:solidFill>
                <a:latin typeface="맑은 고딕"/>
                <a:ea typeface="맑은 고딕"/>
                <a:cs typeface="맑은 고딕"/>
              </a:rPr>
              <a:t>Thermal confinement</a:t>
            </a:r>
          </a:p>
        </p:txBody>
      </p:sp>
      <p:sp>
        <p:nvSpPr>
          <p:cNvPr id="29" name="mech-b-2">
            <a:extLst xmlns:a="http://schemas.openxmlformats.org/drawingml/2006/main">
              <a:ext uri="{FF2B5EF4-FFF2-40B4-BE49-F238E27FC236}">
                <a16:creationId xmlns:a16="http://schemas.microsoft.com/office/drawing/2014/main" id="{7E679EE2-EE47-45BC-A222-811E1BD349DB}"/>
              </a:ext>
            </a:extLst>
          </p:cNvPr>
          <p:cNvSpPr>
            <a:spLocks xmlns:a="http://schemas.openxmlformats.org/drawingml/2006/main" noGrp="1"/>
          </p:cNvSpPr>
          <p:nvPr/>
        </p:nvSpPr>
        <p:spPr>
          <a:xfrm xmlns:a="http://schemas.openxmlformats.org/drawingml/2006/main">
            <a:off x="5124450" y="3714750"/>
            <a:ext cx="347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CW 대비 주변층으로의 열확산을 제한</a:t>
            </a:r>
          </a:p>
          <a:p xmlns:a="http://schemas.openxmlformats.org/drawingml/2006/main">
            <a:pPr algn="l">
              <a:lnSpc>
                <a:spcPct val="104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device thermal budget 보호</a:t>
            </a:r>
          </a:p>
        </p:txBody>
      </p:sp>
      <p:sp>
        <p:nvSpPr>
          <p:cNvPr id="30" name="reflector-provenance">
            <a:extLst xmlns:a="http://schemas.openxmlformats.org/drawingml/2006/main">
              <a:ext uri="{FF2B5EF4-FFF2-40B4-BE49-F238E27FC236}">
                <a16:creationId xmlns:a16="http://schemas.microsoft.com/office/drawing/2014/main" id="{18273EBB-F4F6-49B6-BCB3-2EC3AB9607D3}"/>
              </a:ext>
            </a:extLst>
          </p:cNvPr>
          <p:cNvSpPr>
            <a:spLocks xmlns:a="http://schemas.openxmlformats.org/drawingml/2006/main" noGrp="1"/>
          </p:cNvSpPr>
          <p:nvPr/>
        </p:nvSpPr>
        <p:spPr>
          <a:xfrm xmlns:a="http://schemas.openxmlformats.org/drawingml/2006/main">
            <a:off x="4686300" y="4324350"/>
            <a:ext cx="3952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12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Optional: reflective film으로 device 측 투과광·열부하 저감 (Patent Fig. 29)</a:t>
            </a:r>
          </a:p>
        </p:txBody>
      </p:sp>
    </p:spTree>
    <p:extLst>
      <p:ext uri="{BB962C8B-B14F-4D97-AF65-F5344CB8AC3E}">
        <p14:creationId xmlns:p14="http://schemas.microsoft.com/office/powerpoint/2010/main" val="20104863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B151951C-C8CB-479B-BD9F-302EA0318CE0}"/>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반경별 Pulse Pitch를 일정하게 유지</a:t>
            </a:r>
          </a:p>
        </p:txBody>
      </p:sp>
      <p:sp>
        <p:nvSpPr>
          <p:cNvPr id="2" name="main-message">
            <a:extLst xmlns:a="http://schemas.openxmlformats.org/drawingml/2006/main">
              <a:ext uri="{FF2B5EF4-FFF2-40B4-BE49-F238E27FC236}">
                <a16:creationId xmlns:a16="http://schemas.microsoft.com/office/drawing/2014/main" id="{FA6F90FE-8770-4900-8292-0E851A6DC45A}"/>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회전속도·repetition rate·center scan을 결합해 </a:t>
            </a:r>
            <a:r>
              <a:rPr sz="1500" b="1">
                <a:solidFill>
                  <a:srgbClr val="0000FF"/>
                </a:solidFill>
                <a:latin typeface="맑은 고딕"/>
                <a:ea typeface="맑은 고딕"/>
                <a:cs typeface="맑은 고딕"/>
              </a:rPr>
              <a:t>조사 균일도</a:t>
            </a:r>
            <a:r>
              <a:rPr sz="1500" b="1">
                <a:solidFill>
                  <a:srgbClr val="000000"/>
                </a:solidFill>
                <a:latin typeface="맑은 고딕"/>
                <a:ea typeface="맑은 고딕"/>
                <a:cs typeface="맑은 고딕"/>
              </a:rPr>
              <a:t>를 확보</a:t>
            </a:r>
          </a:p>
        </p:txBody>
      </p:sp>
      <p:sp>
        <p:nvSpPr>
          <p:cNvPr id="3" name="spiral-frame">
            <a:extLst xmlns:a="http://schemas.openxmlformats.org/drawingml/2006/main">
              <a:ext uri="{FF2B5EF4-FFF2-40B4-BE49-F238E27FC236}">
                <a16:creationId xmlns:a16="http://schemas.microsoft.com/office/drawing/2014/main" id="{A22F48BD-6939-4A8C-8B93-28E1CAE5A8D5}"/>
              </a:ext>
            </a:extLst>
          </p:cNvPr>
          <p:cNvSpPr>
            <a:spLocks xmlns:a="http://schemas.openxmlformats.org/drawingml/2006/main" noGrp="1"/>
          </p:cNvSpPr>
          <p:nvPr/>
        </p:nvSpPr>
        <p:spPr>
          <a:xfrm xmlns:a="http://schemas.openxmlformats.org/drawingml/2006/main">
            <a:off x="390525" y="1362075"/>
            <a:ext cx="2590800" cy="3019425"/>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b7c5b4a4c894364"/>
          <a:stretch xmlns:a="http://schemas.openxmlformats.org/drawingml/2006/main"/>
        </p:blipFill>
        <p:spPr>
          <a:xfrm xmlns:a="http://schemas.openxmlformats.org/drawingml/2006/main">
            <a:off x="671221" y="1371600"/>
            <a:ext cx="2029408" cy="3000375"/>
          </a:xfrm>
          <a:prstGeom xmlns:a="http://schemas.openxmlformats.org/drawingml/2006/main" prst="rect">
            <a:avLst/>
          </a:prstGeom>
        </p:spPr>
      </p:pic>
      <p:sp>
        <p:nvSpPr>
          <p:cNvPr id="5" name="spiral-caption">
            <a:extLst xmlns:a="http://schemas.openxmlformats.org/drawingml/2006/main">
              <a:ext uri="{FF2B5EF4-FFF2-40B4-BE49-F238E27FC236}">
                <a16:creationId xmlns:a16="http://schemas.microsoft.com/office/drawing/2014/main" id="{8BF548DF-B690-4069-917E-DCFAD0C7AC6F}"/>
              </a:ext>
            </a:extLst>
          </p:cNvPr>
          <p:cNvSpPr>
            <a:spLocks xmlns:a="http://schemas.openxmlformats.org/drawingml/2006/main" noGrp="1"/>
          </p:cNvSpPr>
          <p:nvPr/>
        </p:nvSpPr>
        <p:spPr>
          <a:xfrm xmlns:a="http://schemas.openxmlformats.org/drawingml/2006/main">
            <a:off x="400050" y="4391025"/>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Patent Fig. 7 · 외주 회전/spiral 조사</a:t>
            </a:r>
          </a:p>
        </p:txBody>
      </p:sp>
      <p:sp>
        <p:nvSpPr>
          <p:cNvPr id="6" name="center-frame">
            <a:extLst xmlns:a="http://schemas.openxmlformats.org/drawingml/2006/main">
              <a:ext uri="{FF2B5EF4-FFF2-40B4-BE49-F238E27FC236}">
                <a16:creationId xmlns:a16="http://schemas.microsoft.com/office/drawing/2014/main" id="{19D685C5-F72A-43C3-A8C6-D0EC37BF61A7}"/>
              </a:ext>
            </a:extLst>
          </p:cNvPr>
          <p:cNvSpPr>
            <a:spLocks xmlns:a="http://schemas.openxmlformats.org/drawingml/2006/main" noGrp="1"/>
          </p:cNvSpPr>
          <p:nvPr/>
        </p:nvSpPr>
        <p:spPr>
          <a:xfrm xmlns:a="http://schemas.openxmlformats.org/drawingml/2006/main">
            <a:off x="6181725" y="1362075"/>
            <a:ext cx="2571750" cy="3019425"/>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047361943cc4abe"/>
          <a:stretch xmlns:a="http://schemas.openxmlformats.org/drawingml/2006/main"/>
        </p:blipFill>
        <p:spPr>
          <a:xfrm xmlns:a="http://schemas.openxmlformats.org/drawingml/2006/main">
            <a:off x="6462744" y="1371600"/>
            <a:ext cx="2009712" cy="3000375"/>
          </a:xfrm>
          <a:prstGeom xmlns:a="http://schemas.openxmlformats.org/drawingml/2006/main" prst="rect">
            <a:avLst/>
          </a:prstGeom>
        </p:spPr>
      </p:pic>
      <p:sp>
        <p:nvSpPr>
          <p:cNvPr id="8" name="center-caption">
            <a:extLst xmlns:a="http://schemas.openxmlformats.org/drawingml/2006/main">
              <a:ext uri="{FF2B5EF4-FFF2-40B4-BE49-F238E27FC236}">
                <a16:creationId xmlns:a16="http://schemas.microsoft.com/office/drawing/2014/main" id="{AC8F8F5A-A6CB-44F0-B167-11F3F3475B77}"/>
              </a:ext>
            </a:extLst>
          </p:cNvPr>
          <p:cNvSpPr>
            <a:spLocks xmlns:a="http://schemas.openxmlformats.org/drawingml/2006/main" noGrp="1"/>
          </p:cNvSpPr>
          <p:nvPr/>
        </p:nvSpPr>
        <p:spPr>
          <a:xfrm xmlns:a="http://schemas.openxmlformats.org/drawingml/2006/main">
            <a:off x="6191250" y="4391025"/>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Patent Figs. 17-18 · 중심부 정지/raster 조사</a:t>
            </a:r>
          </a:p>
        </p:txBody>
      </p:sp>
      <p:sp>
        <p:nvSpPr>
          <p:cNvPr id="9" name="flow-0">
            <a:extLst xmlns:a="http://schemas.openxmlformats.org/drawingml/2006/main">
              <a:ext uri="{FF2B5EF4-FFF2-40B4-BE49-F238E27FC236}">
                <a16:creationId xmlns:a16="http://schemas.microsoft.com/office/drawing/2014/main" id="{AF9005E7-C37F-478A-A4C7-D8E7D06FDB86}"/>
              </a:ext>
            </a:extLst>
          </p:cNvPr>
          <p:cNvSpPr>
            <a:spLocks xmlns:a="http://schemas.openxmlformats.org/drawingml/2006/main" noGrp="1"/>
          </p:cNvSpPr>
          <p:nvPr/>
        </p:nvSpPr>
        <p:spPr>
          <a:xfrm xmlns:a="http://schemas.openxmlformats.org/drawingml/2006/main">
            <a:off x="3333750" y="1447800"/>
            <a:ext cx="2476500" cy="523875"/>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1429A0"/>
            </a:solidFill>
            <a:prstDash val="solid"/>
          </a:ln>
        </p:spPr>
      </p:sp>
      <p:sp>
        <p:nvSpPr>
          <p:cNvPr id="10" name="flow-h-0">
            <a:extLst xmlns:a="http://schemas.openxmlformats.org/drawingml/2006/main">
              <a:ext uri="{FF2B5EF4-FFF2-40B4-BE49-F238E27FC236}">
                <a16:creationId xmlns:a16="http://schemas.microsoft.com/office/drawing/2014/main" id="{D5831439-FBD2-4E10-BEA9-F709905F8E7E}"/>
              </a:ext>
            </a:extLst>
          </p:cNvPr>
          <p:cNvSpPr>
            <a:spLocks xmlns:a="http://schemas.openxmlformats.org/drawingml/2006/main" noGrp="1"/>
          </p:cNvSpPr>
          <p:nvPr/>
        </p:nvSpPr>
        <p:spPr>
          <a:xfrm xmlns:a="http://schemas.openxmlformats.org/drawingml/2006/main">
            <a:off x="3429000" y="14954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Edge start</a:t>
            </a:r>
          </a:p>
        </p:txBody>
      </p:sp>
      <p:sp>
        <p:nvSpPr>
          <p:cNvPr id="11" name="flow-b-0">
            <a:extLst xmlns:a="http://schemas.openxmlformats.org/drawingml/2006/main">
              <a:ext uri="{FF2B5EF4-FFF2-40B4-BE49-F238E27FC236}">
                <a16:creationId xmlns:a16="http://schemas.microsoft.com/office/drawing/2014/main" id="{19854869-96E4-4DB6-BE3F-D652724A8821}"/>
              </a:ext>
            </a:extLst>
          </p:cNvPr>
          <p:cNvSpPr>
            <a:spLocks xmlns:a="http://schemas.openxmlformats.org/drawingml/2006/main" noGrp="1"/>
          </p:cNvSpPr>
          <p:nvPr/>
        </p:nvSpPr>
        <p:spPr>
          <a:xfrm xmlns:a="http://schemas.openxmlformats.org/drawingml/2006/main">
            <a:off x="3429000" y="17145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외주에서 조사 시작</a:t>
            </a:r>
          </a:p>
        </p:txBody>
      </p:sp>
      <p:sp>
        <p:nvSpPr>
          <p:cNvPr id="12" name="flow-arrow-0">
            <a:extLst xmlns:a="http://schemas.openxmlformats.org/drawingml/2006/main">
              <a:ext uri="{FF2B5EF4-FFF2-40B4-BE49-F238E27FC236}">
                <a16:creationId xmlns:a16="http://schemas.microsoft.com/office/drawing/2014/main" id="{798851DC-4DD4-49C5-8CF4-99C232C1BBAE}"/>
              </a:ext>
            </a:extLst>
          </p:cNvPr>
          <p:cNvSpPr>
            <a:spLocks xmlns:a="http://schemas.openxmlformats.org/drawingml/2006/main" noGrp="1"/>
          </p:cNvSpPr>
          <p:nvPr/>
        </p:nvSpPr>
        <p:spPr>
          <a:xfrm xmlns:a="http://schemas.openxmlformats.org/drawingml/2006/main">
            <a:off x="4467225" y="1990725"/>
            <a:ext cx="209550" cy="152400"/>
          </a:xfrm>
          <a:prstGeom xmlns:a="http://schemas.openxmlformats.org/drawingml/2006/main" prst="downArrow">
            <a:avLst/>
          </a:prstGeom>
          <a:solidFill xmlns:a="http://schemas.openxmlformats.org/drawingml/2006/main">
            <a:srgbClr val="EBF0FF"/>
          </a:solidFill>
          <a:ln xmlns:a="http://schemas.openxmlformats.org/drawingml/2006/main" w="9525">
            <a:solidFill>
              <a:srgbClr val="1429A0"/>
            </a:solidFill>
            <a:prstDash val="solid"/>
          </a:ln>
        </p:spPr>
      </p:sp>
      <p:sp>
        <p:nvSpPr>
          <p:cNvPr id="13" name="flow-1">
            <a:extLst xmlns:a="http://schemas.openxmlformats.org/drawingml/2006/main">
              <a:ext uri="{FF2B5EF4-FFF2-40B4-BE49-F238E27FC236}">
                <a16:creationId xmlns:a16="http://schemas.microsoft.com/office/drawing/2014/main" id="{A87B52E8-E0BA-4E99-B579-25DC8DA9ACE8}"/>
              </a:ext>
            </a:extLst>
          </p:cNvPr>
          <p:cNvSpPr>
            <a:spLocks xmlns:a="http://schemas.openxmlformats.org/drawingml/2006/main" noGrp="1"/>
          </p:cNvSpPr>
          <p:nvPr/>
        </p:nvSpPr>
        <p:spPr>
          <a:xfrm xmlns:a="http://schemas.openxmlformats.org/drawingml/2006/main">
            <a:off x="3333750" y="2171700"/>
            <a:ext cx="2476500" cy="523875"/>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1429A0"/>
            </a:solidFill>
            <a:prstDash val="solid"/>
          </a:ln>
        </p:spPr>
      </p:sp>
      <p:sp>
        <p:nvSpPr>
          <p:cNvPr id="14" name="flow-h-1">
            <a:extLst xmlns:a="http://schemas.openxmlformats.org/drawingml/2006/main">
              <a:ext uri="{FF2B5EF4-FFF2-40B4-BE49-F238E27FC236}">
                <a16:creationId xmlns:a16="http://schemas.microsoft.com/office/drawing/2014/main" id="{AA473093-C5FC-4CA9-B0FE-9FC83C7A1960}"/>
              </a:ext>
            </a:extLst>
          </p:cNvPr>
          <p:cNvSpPr>
            <a:spLocks xmlns:a="http://schemas.openxmlformats.org/drawingml/2006/main" noGrp="1"/>
          </p:cNvSpPr>
          <p:nvPr/>
        </p:nvSpPr>
        <p:spPr>
          <a:xfrm xmlns:a="http://schemas.openxmlformats.org/drawingml/2006/main">
            <a:off x="3429000" y="2219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Rotation / spiral</a:t>
            </a:r>
          </a:p>
        </p:txBody>
      </p:sp>
      <p:sp>
        <p:nvSpPr>
          <p:cNvPr id="15" name="flow-b-1">
            <a:extLst xmlns:a="http://schemas.openxmlformats.org/drawingml/2006/main">
              <a:ext uri="{FF2B5EF4-FFF2-40B4-BE49-F238E27FC236}">
                <a16:creationId xmlns:a16="http://schemas.microsoft.com/office/drawing/2014/main" id="{372BA3A9-1E91-4A75-95B7-281CD77C15DF}"/>
              </a:ext>
            </a:extLst>
          </p:cNvPr>
          <p:cNvSpPr>
            <a:spLocks xmlns:a="http://schemas.openxmlformats.org/drawingml/2006/main" noGrp="1"/>
          </p:cNvSpPr>
          <p:nvPr/>
        </p:nvSpPr>
        <p:spPr>
          <a:xfrm xmlns:a="http://schemas.openxmlformats.org/drawingml/2006/main">
            <a:off x="3429000" y="24384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반경 방향으로 궤적 이동</a:t>
            </a:r>
          </a:p>
        </p:txBody>
      </p:sp>
      <p:sp>
        <p:nvSpPr>
          <p:cNvPr id="16" name="flow-arrow-1">
            <a:extLst xmlns:a="http://schemas.openxmlformats.org/drawingml/2006/main">
              <a:ext uri="{FF2B5EF4-FFF2-40B4-BE49-F238E27FC236}">
                <a16:creationId xmlns:a16="http://schemas.microsoft.com/office/drawing/2014/main" id="{23612F19-22B1-499A-BCC9-B6A9CDDDA85B}"/>
              </a:ext>
            </a:extLst>
          </p:cNvPr>
          <p:cNvSpPr>
            <a:spLocks xmlns:a="http://schemas.openxmlformats.org/drawingml/2006/main" noGrp="1"/>
          </p:cNvSpPr>
          <p:nvPr/>
        </p:nvSpPr>
        <p:spPr>
          <a:xfrm xmlns:a="http://schemas.openxmlformats.org/drawingml/2006/main">
            <a:off x="4467225" y="2714625"/>
            <a:ext cx="209550" cy="152400"/>
          </a:xfrm>
          <a:prstGeom xmlns:a="http://schemas.openxmlformats.org/drawingml/2006/main" prst="downArrow">
            <a:avLst/>
          </a:prstGeom>
          <a:solidFill xmlns:a="http://schemas.openxmlformats.org/drawingml/2006/main">
            <a:srgbClr val="EBF0FF"/>
          </a:solidFill>
          <a:ln xmlns:a="http://schemas.openxmlformats.org/drawingml/2006/main" w="9525">
            <a:solidFill>
              <a:srgbClr val="1429A0"/>
            </a:solidFill>
            <a:prstDash val="solid"/>
          </a:ln>
        </p:spPr>
      </p:sp>
      <p:sp>
        <p:nvSpPr>
          <p:cNvPr id="17" name="flow-2">
            <a:extLst xmlns:a="http://schemas.openxmlformats.org/drawingml/2006/main">
              <a:ext uri="{FF2B5EF4-FFF2-40B4-BE49-F238E27FC236}">
                <a16:creationId xmlns:a16="http://schemas.microsoft.com/office/drawing/2014/main" id="{58D376C0-4C63-4AEF-A9CC-CCF4FD5B9B56}"/>
              </a:ext>
            </a:extLst>
          </p:cNvPr>
          <p:cNvSpPr>
            <a:spLocks xmlns:a="http://schemas.openxmlformats.org/drawingml/2006/main" noGrp="1"/>
          </p:cNvSpPr>
          <p:nvPr/>
        </p:nvSpPr>
        <p:spPr>
          <a:xfrm xmlns:a="http://schemas.openxmlformats.org/drawingml/2006/main">
            <a:off x="3333750" y="2895600"/>
            <a:ext cx="2476500" cy="523875"/>
          </a:xfrm>
          <a:prstGeom xmlns:a="http://schemas.openxmlformats.org/drawingml/2006/main" prst="roundRect">
            <a:avLst>
              <a:gd name="adj" fmla="val 14545"/>
            </a:avLst>
          </a:prstGeom>
          <a:solidFill xmlns:a="http://schemas.openxmlformats.org/drawingml/2006/main">
            <a:srgbClr val="EBF0FF"/>
          </a:solidFill>
          <a:ln xmlns:a="http://schemas.openxmlformats.org/drawingml/2006/main" w="9525">
            <a:solidFill>
              <a:srgbClr val="1429A0"/>
            </a:solidFill>
            <a:prstDash val="solid"/>
          </a:ln>
        </p:spPr>
      </p:sp>
      <p:sp>
        <p:nvSpPr>
          <p:cNvPr id="18" name="flow-h-2">
            <a:extLst xmlns:a="http://schemas.openxmlformats.org/drawingml/2006/main">
              <a:ext uri="{FF2B5EF4-FFF2-40B4-BE49-F238E27FC236}">
                <a16:creationId xmlns:a16="http://schemas.microsoft.com/office/drawing/2014/main" id="{347D732C-8E63-4B06-B7BC-A3D0A828D86F}"/>
              </a:ext>
            </a:extLst>
          </p:cNvPr>
          <p:cNvSpPr>
            <a:spLocks xmlns:a="http://schemas.openxmlformats.org/drawingml/2006/main" noGrp="1"/>
          </p:cNvSpPr>
          <p:nvPr/>
        </p:nvSpPr>
        <p:spPr>
          <a:xfrm xmlns:a="http://schemas.openxmlformats.org/drawingml/2006/main">
            <a:off x="3429000" y="29432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b="1">
                <a:solidFill>
                  <a:srgbClr val="0000FF"/>
                </a:solidFill>
                <a:latin typeface="맑은 고딕"/>
                <a:ea typeface="맑은 고딕"/>
                <a:cs typeface="맑은 고딕"/>
              </a:defRPr>
            </a:pPr>
            <a:r>
              <a:rPr sz="1200" b="1">
                <a:solidFill>
                  <a:srgbClr val="0000FF"/>
                </a:solidFill>
                <a:latin typeface="맑은 고딕"/>
                <a:ea typeface="맑은 고딕"/>
                <a:cs typeface="맑은 고딕"/>
              </a:rPr>
              <a:t>vₜ / f coordination</a:t>
            </a:r>
          </a:p>
        </p:txBody>
      </p:sp>
      <p:sp>
        <p:nvSpPr>
          <p:cNvPr id="19" name="flow-b-2">
            <a:extLst xmlns:a="http://schemas.openxmlformats.org/drawingml/2006/main">
              <a:ext uri="{FF2B5EF4-FFF2-40B4-BE49-F238E27FC236}">
                <a16:creationId xmlns:a16="http://schemas.microsoft.com/office/drawing/2014/main" id="{54984C80-B68C-4213-AFA0-9D45B91D9CD1}"/>
              </a:ext>
            </a:extLst>
          </p:cNvPr>
          <p:cNvSpPr>
            <a:spLocks xmlns:a="http://schemas.openxmlformats.org/drawingml/2006/main" noGrp="1"/>
          </p:cNvSpPr>
          <p:nvPr/>
        </p:nvSpPr>
        <p:spPr>
          <a:xfrm xmlns:a="http://schemas.openxmlformats.org/drawingml/2006/main">
            <a:off x="3429000" y="31623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접선속도와 반복률 동기화</a:t>
            </a:r>
          </a:p>
        </p:txBody>
      </p:sp>
      <p:sp>
        <p:nvSpPr>
          <p:cNvPr id="20" name="flow-arrow-2">
            <a:extLst xmlns:a="http://schemas.openxmlformats.org/drawingml/2006/main">
              <a:ext uri="{FF2B5EF4-FFF2-40B4-BE49-F238E27FC236}">
                <a16:creationId xmlns:a16="http://schemas.microsoft.com/office/drawing/2014/main" id="{E20A4624-29AC-411C-B20F-94133D459BD6}"/>
              </a:ext>
            </a:extLst>
          </p:cNvPr>
          <p:cNvSpPr>
            <a:spLocks xmlns:a="http://schemas.openxmlformats.org/drawingml/2006/main" noGrp="1"/>
          </p:cNvSpPr>
          <p:nvPr/>
        </p:nvSpPr>
        <p:spPr>
          <a:xfrm xmlns:a="http://schemas.openxmlformats.org/drawingml/2006/main">
            <a:off x="4467225" y="3438525"/>
            <a:ext cx="209550" cy="152400"/>
          </a:xfrm>
          <a:prstGeom xmlns:a="http://schemas.openxmlformats.org/drawingml/2006/main" prst="downArrow">
            <a:avLst/>
          </a:prstGeom>
          <a:solidFill xmlns:a="http://schemas.openxmlformats.org/drawingml/2006/main">
            <a:srgbClr val="EBF0FF"/>
          </a:solidFill>
          <a:ln xmlns:a="http://schemas.openxmlformats.org/drawingml/2006/main" w="9525">
            <a:solidFill>
              <a:srgbClr val="1429A0"/>
            </a:solidFill>
            <a:prstDash val="solid"/>
          </a:ln>
        </p:spPr>
      </p:sp>
      <p:sp>
        <p:nvSpPr>
          <p:cNvPr id="21" name="flow-3">
            <a:extLst xmlns:a="http://schemas.openxmlformats.org/drawingml/2006/main">
              <a:ext uri="{FF2B5EF4-FFF2-40B4-BE49-F238E27FC236}">
                <a16:creationId xmlns:a16="http://schemas.microsoft.com/office/drawing/2014/main" id="{115CCC7F-F3EF-4029-B048-993984A625E9}"/>
              </a:ext>
            </a:extLst>
          </p:cNvPr>
          <p:cNvSpPr>
            <a:spLocks xmlns:a="http://schemas.openxmlformats.org/drawingml/2006/main" noGrp="1"/>
          </p:cNvSpPr>
          <p:nvPr/>
        </p:nvSpPr>
        <p:spPr>
          <a:xfrm xmlns:a="http://schemas.openxmlformats.org/drawingml/2006/main">
            <a:off x="3333750" y="3619500"/>
            <a:ext cx="2476500" cy="523875"/>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1429A0"/>
            </a:solidFill>
            <a:prstDash val="solid"/>
          </a:ln>
        </p:spPr>
      </p:sp>
      <p:sp>
        <p:nvSpPr>
          <p:cNvPr id="22" name="flow-h-3">
            <a:extLst xmlns:a="http://schemas.openxmlformats.org/drawingml/2006/main">
              <a:ext uri="{FF2B5EF4-FFF2-40B4-BE49-F238E27FC236}">
                <a16:creationId xmlns:a16="http://schemas.microsoft.com/office/drawing/2014/main" id="{3CB0A5F8-9EED-4600-87DC-E7D4F1AB8926}"/>
              </a:ext>
            </a:extLst>
          </p:cNvPr>
          <p:cNvSpPr>
            <a:spLocks xmlns:a="http://schemas.openxmlformats.org/drawingml/2006/main" noGrp="1"/>
          </p:cNvSpPr>
          <p:nvPr/>
        </p:nvSpPr>
        <p:spPr>
          <a:xfrm xmlns:a="http://schemas.openxmlformats.org/drawingml/2006/main">
            <a:off x="3429000" y="36671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Center raster</a:t>
            </a:r>
          </a:p>
        </p:txBody>
      </p:sp>
      <p:sp>
        <p:nvSpPr>
          <p:cNvPr id="23" name="flow-b-3">
            <a:extLst xmlns:a="http://schemas.openxmlformats.org/drawingml/2006/main">
              <a:ext uri="{FF2B5EF4-FFF2-40B4-BE49-F238E27FC236}">
                <a16:creationId xmlns:a16="http://schemas.microsoft.com/office/drawing/2014/main" id="{2A2A976C-4F55-4731-91FD-A9B1B57A634D}"/>
              </a:ext>
            </a:extLst>
          </p:cNvPr>
          <p:cNvSpPr>
            <a:spLocks xmlns:a="http://schemas.openxmlformats.org/drawingml/2006/main" noGrp="1"/>
          </p:cNvSpPr>
          <p:nvPr/>
        </p:nvSpPr>
        <p:spPr>
          <a:xfrm xmlns:a="http://schemas.openxmlformats.org/drawingml/2006/main">
            <a:off x="3429000" y="3886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회전 정지 후 beam scan</a:t>
            </a:r>
          </a:p>
        </p:txBody>
      </p:sp>
      <p:sp>
        <p:nvSpPr>
          <p:cNvPr id="24" name="pitch">
            <a:extLst xmlns:a="http://schemas.openxmlformats.org/drawingml/2006/main">
              <a:ext uri="{FF2B5EF4-FFF2-40B4-BE49-F238E27FC236}">
                <a16:creationId xmlns:a16="http://schemas.microsoft.com/office/drawing/2014/main" id="{DEAEBE73-C45D-4C74-8D6D-E312D84D7772}"/>
              </a:ext>
            </a:extLst>
          </p:cNvPr>
          <p:cNvSpPr>
            <a:spLocks xmlns:a="http://schemas.openxmlformats.org/drawingml/2006/main" noGrp="1"/>
          </p:cNvSpPr>
          <p:nvPr/>
        </p:nvSpPr>
        <p:spPr>
          <a:xfrm xmlns:a="http://schemas.openxmlformats.org/drawingml/2006/main">
            <a:off x="3333750" y="43243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30">
                <a:solidFill>
                  <a:srgbClr val="000000"/>
                </a:solidFill>
                <a:latin typeface="맑은 고딕"/>
                <a:ea typeface="맑은 고딕"/>
                <a:cs typeface="맑은 고딕"/>
              </a:defRPr>
            </a:pPr>
            <a:r>
              <a:rPr sz="1200" b="1">
                <a:solidFill>
                  <a:srgbClr val="000000"/>
                </a:solidFill>
              </a:rPr>
              <a:t>Qualitative  </a:t>
            </a:r>
            <a:r>
              <a:rPr sz="1400" b="1">
                <a:solidFill>
                  <a:srgbClr val="0000FF"/>
                </a:solidFill>
              </a:rPr>
              <a:t>pitch ∝ vₜ / f</a:t>
            </a:r>
          </a:p>
        </p:txBody>
      </p:sp>
    </p:spTree>
    <p:extLst>
      <p:ext uri="{BB962C8B-B14F-4D97-AF65-F5344CB8AC3E}">
        <p14:creationId xmlns:p14="http://schemas.microsoft.com/office/powerpoint/2010/main" val="20104863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DBBFB6E4-A613-4E94-B9E7-B94485F241EF}"/>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AOM Pulse Picking으로 Pulse Shape를 유지</a:t>
            </a:r>
          </a:p>
        </p:txBody>
      </p:sp>
      <p:sp>
        <p:nvSpPr>
          <p:cNvPr id="2" name="main-message">
            <a:extLst xmlns:a="http://schemas.openxmlformats.org/drawingml/2006/main">
              <a:ext uri="{FF2B5EF4-FFF2-40B4-BE49-F238E27FC236}">
                <a16:creationId xmlns:a16="http://schemas.microsoft.com/office/drawing/2014/main" id="{41A6E28F-B3A7-46C6-9110-F6DF9BB3A4F8}"/>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Oscillator 변경 없이 </a:t>
            </a:r>
            <a:r>
              <a:rPr sz="1500" b="1">
                <a:solidFill>
                  <a:srgbClr val="0000FF"/>
                </a:solidFill>
                <a:latin typeface="맑은 고딕"/>
                <a:ea typeface="맑은 고딕"/>
                <a:cs typeface="맑은 고딕"/>
              </a:rPr>
              <a:t>pulse selection과 attenuation</a:t>
            </a:r>
            <a:r>
              <a:rPr sz="1500" b="1">
                <a:solidFill>
                  <a:srgbClr val="000000"/>
                </a:solidFill>
                <a:latin typeface="맑은 고딕"/>
                <a:ea typeface="맑은 고딕"/>
                <a:cs typeface="맑은 고딕"/>
              </a:rPr>
              <a:t>을 분리</a:t>
            </a:r>
          </a:p>
        </p:txBody>
      </p:sp>
      <p:sp>
        <p:nvSpPr>
          <p:cNvPr id="3" name="aom-patent-frame">
            <a:extLst xmlns:a="http://schemas.openxmlformats.org/drawingml/2006/main">
              <a:ext uri="{FF2B5EF4-FFF2-40B4-BE49-F238E27FC236}">
                <a16:creationId xmlns:a16="http://schemas.microsoft.com/office/drawing/2014/main" id="{A84997C0-BFDD-49A5-9F26-D44C95C41971}"/>
              </a:ext>
            </a:extLst>
          </p:cNvPr>
          <p:cNvSpPr>
            <a:spLocks xmlns:a="http://schemas.openxmlformats.org/drawingml/2006/main" noGrp="1"/>
          </p:cNvSpPr>
          <p:nvPr/>
        </p:nvSpPr>
        <p:spPr>
          <a:xfrm xmlns:a="http://schemas.openxmlformats.org/drawingml/2006/main">
            <a:off x="390525" y="1381125"/>
            <a:ext cx="3067050" cy="300990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6962c23fe66455c"/>
          <a:stretch xmlns:a="http://schemas.openxmlformats.org/drawingml/2006/main"/>
        </p:blipFill>
        <p:spPr>
          <a:xfrm xmlns:a="http://schemas.openxmlformats.org/drawingml/2006/main">
            <a:off x="824868" y="1390650"/>
            <a:ext cx="2198364" cy="2990850"/>
          </a:xfrm>
          <a:prstGeom xmlns:a="http://schemas.openxmlformats.org/drawingml/2006/main" prst="rect">
            <a:avLst/>
          </a:prstGeom>
        </p:spPr>
      </p:pic>
      <p:sp>
        <p:nvSpPr>
          <p:cNvPr id="5" name="aom-patent-caption">
            <a:extLst xmlns:a="http://schemas.openxmlformats.org/drawingml/2006/main">
              <a:ext uri="{FF2B5EF4-FFF2-40B4-BE49-F238E27FC236}">
                <a16:creationId xmlns:a16="http://schemas.microsoft.com/office/drawing/2014/main" id="{7DAA0D9F-8025-4265-869E-4997374E13C1}"/>
              </a:ext>
            </a:extLst>
          </p:cNvPr>
          <p:cNvSpPr>
            <a:spLocks xmlns:a="http://schemas.openxmlformats.org/drawingml/2006/main" noGrp="1"/>
          </p:cNvSpPr>
          <p:nvPr/>
        </p:nvSpPr>
        <p:spPr>
          <a:xfrm xmlns:a="http://schemas.openxmlformats.org/drawingml/2006/main">
            <a:off x="400050" y="44005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Patent Figs. 10-12 · AOM 광로와 pulse train</a:t>
            </a:r>
          </a:p>
        </p:txBody>
      </p:sp>
      <p:sp>
        <p:nvSpPr>
          <p:cNvPr id="6" name="arch-0">
            <a:extLst xmlns:a="http://schemas.openxmlformats.org/drawingml/2006/main">
              <a:ext uri="{FF2B5EF4-FFF2-40B4-BE49-F238E27FC236}">
                <a16:creationId xmlns:a16="http://schemas.microsoft.com/office/drawing/2014/main" id="{B7BF0DE5-B14D-4B8D-9466-24A95CA40264}"/>
              </a:ext>
            </a:extLst>
          </p:cNvPr>
          <p:cNvSpPr>
            <a:spLocks xmlns:a="http://schemas.openxmlformats.org/drawingml/2006/main" noGrp="1"/>
          </p:cNvSpPr>
          <p:nvPr/>
        </p:nvSpPr>
        <p:spPr>
          <a:xfrm xmlns:a="http://schemas.openxmlformats.org/drawingml/2006/main">
            <a:off x="3790950" y="1695450"/>
            <a:ext cx="819150" cy="885825"/>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1429A0"/>
            </a:solidFill>
            <a:prstDash val="solid"/>
          </a:ln>
        </p:spPr>
      </p:sp>
      <p:sp>
        <p:nvSpPr>
          <p:cNvPr id="7" name="arch-panel-detail-h-0">
            <a:extLst xmlns:a="http://schemas.openxmlformats.org/drawingml/2006/main">
              <a:ext uri="{FF2B5EF4-FFF2-40B4-BE49-F238E27FC236}">
                <a16:creationId xmlns:a16="http://schemas.microsoft.com/office/drawing/2014/main" id="{2F1D1599-10C7-46E5-ADCE-AD9FBC8D451A}"/>
              </a:ext>
            </a:extLst>
          </p:cNvPr>
          <p:cNvSpPr>
            <a:spLocks xmlns:a="http://schemas.openxmlformats.org/drawingml/2006/main" noGrp="1"/>
          </p:cNvSpPr>
          <p:nvPr/>
        </p:nvSpPr>
        <p:spPr>
          <a:xfrm xmlns:a="http://schemas.openxmlformats.org/drawingml/2006/main">
            <a:off x="3838575" y="17907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CO₂ Laser</a:t>
            </a:r>
          </a:p>
        </p:txBody>
      </p:sp>
      <p:sp>
        <p:nvSpPr>
          <p:cNvPr id="8" name="arch-panel-detail-b-0">
            <a:extLst xmlns:a="http://schemas.openxmlformats.org/drawingml/2006/main">
              <a:ext uri="{FF2B5EF4-FFF2-40B4-BE49-F238E27FC236}">
                <a16:creationId xmlns:a16="http://schemas.microsoft.com/office/drawing/2014/main" id="{D04679C3-5976-4861-BB2F-0361040314A8}"/>
              </a:ext>
            </a:extLst>
          </p:cNvPr>
          <p:cNvSpPr>
            <a:spLocks xmlns:a="http://schemas.openxmlformats.org/drawingml/2006/main" noGrp="1"/>
          </p:cNvSpPr>
          <p:nvPr/>
        </p:nvSpPr>
        <p:spPr>
          <a:xfrm xmlns:a="http://schemas.openxmlformats.org/drawingml/2006/main">
            <a:off x="3838575" y="20955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Fixed pulse</a:t>
            </a:r>
          </a:p>
        </p:txBody>
      </p:sp>
      <p:sp>
        <p:nvSpPr>
          <p:cNvPr id="9" name="arch-arrow-0">
            <a:extLst xmlns:a="http://schemas.openxmlformats.org/drawingml/2006/main">
              <a:ext uri="{FF2B5EF4-FFF2-40B4-BE49-F238E27FC236}">
                <a16:creationId xmlns:a16="http://schemas.microsoft.com/office/drawing/2014/main" id="{99BDAAC6-A5F9-4C78-AAE8-C4519C788539}"/>
              </a:ext>
            </a:extLst>
          </p:cNvPr>
          <p:cNvSpPr>
            <a:spLocks xmlns:a="http://schemas.openxmlformats.org/drawingml/2006/main" noGrp="1"/>
          </p:cNvSpPr>
          <p:nvPr/>
        </p:nvSpPr>
        <p:spPr>
          <a:xfrm xmlns:a="http://schemas.openxmlformats.org/drawingml/2006/main">
            <a:off x="4619625" y="2028825"/>
            <a:ext cx="142875" cy="190500"/>
          </a:xfrm>
          <a:prstGeom xmlns:a="http://schemas.openxmlformats.org/drawingml/2006/main" prst="rightArrow">
            <a:avLst/>
          </a:prstGeom>
          <a:solidFill xmlns:a="http://schemas.openxmlformats.org/drawingml/2006/main">
            <a:srgbClr val="EBF0FF"/>
          </a:solidFill>
          <a:ln xmlns:a="http://schemas.openxmlformats.org/drawingml/2006/main" w="9525">
            <a:solidFill>
              <a:srgbClr val="1429A0"/>
            </a:solidFill>
            <a:prstDash val="solid"/>
          </a:ln>
        </p:spPr>
      </p:sp>
      <p:sp>
        <p:nvSpPr>
          <p:cNvPr id="10" name="arch-1">
            <a:extLst xmlns:a="http://schemas.openxmlformats.org/drawingml/2006/main">
              <a:ext uri="{FF2B5EF4-FFF2-40B4-BE49-F238E27FC236}">
                <a16:creationId xmlns:a16="http://schemas.microsoft.com/office/drawing/2014/main" id="{18A5719E-B1EE-45B1-B180-019B71D74110}"/>
              </a:ext>
            </a:extLst>
          </p:cNvPr>
          <p:cNvSpPr>
            <a:spLocks xmlns:a="http://schemas.openxmlformats.org/drawingml/2006/main" noGrp="1"/>
          </p:cNvSpPr>
          <p:nvPr/>
        </p:nvSpPr>
        <p:spPr>
          <a:xfrm xmlns:a="http://schemas.openxmlformats.org/drawingml/2006/main">
            <a:off x="4772025" y="1695450"/>
            <a:ext cx="819150" cy="885825"/>
          </a:xfrm>
          <a:prstGeom xmlns:a="http://schemas.openxmlformats.org/drawingml/2006/main" prst="roundRect">
            <a:avLst>
              <a:gd name="adj" fmla="val 9302"/>
            </a:avLst>
          </a:prstGeom>
          <a:solidFill xmlns:a="http://schemas.openxmlformats.org/drawingml/2006/main">
            <a:srgbClr val="EBF0FF"/>
          </a:solidFill>
          <a:ln xmlns:a="http://schemas.openxmlformats.org/drawingml/2006/main" w="9525">
            <a:solidFill>
              <a:srgbClr val="1429A0"/>
            </a:solidFill>
            <a:prstDash val="solid"/>
          </a:ln>
        </p:spPr>
      </p:sp>
      <p:sp>
        <p:nvSpPr>
          <p:cNvPr id="11" name="arch-panel-detail-h-1">
            <a:extLst xmlns:a="http://schemas.openxmlformats.org/drawingml/2006/main">
              <a:ext uri="{FF2B5EF4-FFF2-40B4-BE49-F238E27FC236}">
                <a16:creationId xmlns:a16="http://schemas.microsoft.com/office/drawing/2014/main" id="{21C55B8E-E231-463D-8346-99AA995F6F9E}"/>
              </a:ext>
            </a:extLst>
          </p:cNvPr>
          <p:cNvSpPr>
            <a:spLocks xmlns:a="http://schemas.openxmlformats.org/drawingml/2006/main" noGrp="1"/>
          </p:cNvSpPr>
          <p:nvPr/>
        </p:nvSpPr>
        <p:spPr>
          <a:xfrm xmlns:a="http://schemas.openxmlformats.org/drawingml/2006/main">
            <a:off x="4819650" y="17907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102" b="1">
                <a:solidFill>
                  <a:srgbClr val="0000FF"/>
                </a:solidFill>
                <a:latin typeface="맑은 고딕"/>
                <a:ea typeface="맑은 고딕"/>
                <a:cs typeface="맑은 고딕"/>
              </a:defRPr>
            </a:pPr>
            <a:r>
              <a:rPr sz="1102" b="1">
                <a:solidFill>
                  <a:srgbClr val="0000FF"/>
                </a:solidFill>
                <a:latin typeface="맑은 고딕"/>
                <a:ea typeface="맑은 고딕"/>
                <a:cs typeface="맑은 고딕"/>
              </a:rPr>
              <a:t>AOM</a:t>
            </a:r>
          </a:p>
        </p:txBody>
      </p:sp>
      <p:sp>
        <p:nvSpPr>
          <p:cNvPr id="12" name="arch-panel-detail-b-1">
            <a:extLst xmlns:a="http://schemas.openxmlformats.org/drawingml/2006/main">
              <a:ext uri="{FF2B5EF4-FFF2-40B4-BE49-F238E27FC236}">
                <a16:creationId xmlns:a16="http://schemas.microsoft.com/office/drawing/2014/main" id="{6AB3346C-BD1A-478C-9693-B19E2522AB99}"/>
              </a:ext>
            </a:extLst>
          </p:cNvPr>
          <p:cNvSpPr>
            <a:spLocks xmlns:a="http://schemas.openxmlformats.org/drawingml/2006/main" noGrp="1"/>
          </p:cNvSpPr>
          <p:nvPr/>
        </p:nvSpPr>
        <p:spPr>
          <a:xfrm xmlns:a="http://schemas.openxmlformats.org/drawingml/2006/main">
            <a:off x="4819650" y="20955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Pick / dump</a:t>
            </a:r>
          </a:p>
        </p:txBody>
      </p:sp>
      <p:sp>
        <p:nvSpPr>
          <p:cNvPr id="13" name="arch-arrow-1">
            <a:extLst xmlns:a="http://schemas.openxmlformats.org/drawingml/2006/main">
              <a:ext uri="{FF2B5EF4-FFF2-40B4-BE49-F238E27FC236}">
                <a16:creationId xmlns:a16="http://schemas.microsoft.com/office/drawing/2014/main" id="{933AFAAE-FB67-432A-B8E4-E6ED1E845877}"/>
              </a:ext>
            </a:extLst>
          </p:cNvPr>
          <p:cNvSpPr>
            <a:spLocks xmlns:a="http://schemas.openxmlformats.org/drawingml/2006/main" noGrp="1"/>
          </p:cNvSpPr>
          <p:nvPr/>
        </p:nvSpPr>
        <p:spPr>
          <a:xfrm xmlns:a="http://schemas.openxmlformats.org/drawingml/2006/main">
            <a:off x="5600700" y="2028825"/>
            <a:ext cx="142875" cy="190500"/>
          </a:xfrm>
          <a:prstGeom xmlns:a="http://schemas.openxmlformats.org/drawingml/2006/main" prst="rightArrow">
            <a:avLst/>
          </a:prstGeom>
          <a:solidFill xmlns:a="http://schemas.openxmlformats.org/drawingml/2006/main">
            <a:srgbClr val="EBF0FF"/>
          </a:solidFill>
          <a:ln xmlns:a="http://schemas.openxmlformats.org/drawingml/2006/main" w="9525">
            <a:solidFill>
              <a:srgbClr val="1429A0"/>
            </a:solidFill>
            <a:prstDash val="solid"/>
          </a:ln>
        </p:spPr>
      </p:sp>
      <p:sp>
        <p:nvSpPr>
          <p:cNvPr id="14" name="arch-2">
            <a:extLst xmlns:a="http://schemas.openxmlformats.org/drawingml/2006/main">
              <a:ext uri="{FF2B5EF4-FFF2-40B4-BE49-F238E27FC236}">
                <a16:creationId xmlns:a16="http://schemas.microsoft.com/office/drawing/2014/main" id="{A176D8AD-2949-4123-82C7-6685D40819BB}"/>
              </a:ext>
            </a:extLst>
          </p:cNvPr>
          <p:cNvSpPr>
            <a:spLocks xmlns:a="http://schemas.openxmlformats.org/drawingml/2006/main" noGrp="1"/>
          </p:cNvSpPr>
          <p:nvPr/>
        </p:nvSpPr>
        <p:spPr>
          <a:xfrm xmlns:a="http://schemas.openxmlformats.org/drawingml/2006/main">
            <a:off x="5753100" y="1695450"/>
            <a:ext cx="819150" cy="885825"/>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1429A0"/>
            </a:solidFill>
            <a:prstDash val="solid"/>
          </a:ln>
        </p:spPr>
      </p:sp>
      <p:sp>
        <p:nvSpPr>
          <p:cNvPr id="15" name="arch-panel-detail-h-2">
            <a:extLst xmlns:a="http://schemas.openxmlformats.org/drawingml/2006/main">
              <a:ext uri="{FF2B5EF4-FFF2-40B4-BE49-F238E27FC236}">
                <a16:creationId xmlns:a16="http://schemas.microsoft.com/office/drawing/2014/main" id="{2349B090-DE0D-42D0-B2AE-3849AB098C27}"/>
              </a:ext>
            </a:extLst>
          </p:cNvPr>
          <p:cNvSpPr>
            <a:spLocks xmlns:a="http://schemas.openxmlformats.org/drawingml/2006/main" noGrp="1"/>
          </p:cNvSpPr>
          <p:nvPr/>
        </p:nvSpPr>
        <p:spPr>
          <a:xfrm xmlns:a="http://schemas.openxmlformats.org/drawingml/2006/main">
            <a:off x="5800725" y="17907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Atten.</a:t>
            </a:r>
          </a:p>
        </p:txBody>
      </p:sp>
      <p:sp>
        <p:nvSpPr>
          <p:cNvPr id="16" name="arch-panel-detail-b-2">
            <a:extLst xmlns:a="http://schemas.openxmlformats.org/drawingml/2006/main">
              <a:ext uri="{FF2B5EF4-FFF2-40B4-BE49-F238E27FC236}">
                <a16:creationId xmlns:a16="http://schemas.microsoft.com/office/drawing/2014/main" id="{8CD667D0-3C96-42FF-85F3-425603575F47}"/>
              </a:ext>
            </a:extLst>
          </p:cNvPr>
          <p:cNvSpPr>
            <a:spLocks xmlns:a="http://schemas.openxmlformats.org/drawingml/2006/main" noGrp="1"/>
          </p:cNvSpPr>
          <p:nvPr/>
        </p:nvSpPr>
        <p:spPr>
          <a:xfrm xmlns:a="http://schemas.openxmlformats.org/drawingml/2006/main">
            <a:off x="5800725" y="20955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Energy trim</a:t>
            </a:r>
          </a:p>
        </p:txBody>
      </p:sp>
      <p:sp>
        <p:nvSpPr>
          <p:cNvPr id="17" name="arch-arrow-2">
            <a:extLst xmlns:a="http://schemas.openxmlformats.org/drawingml/2006/main">
              <a:ext uri="{FF2B5EF4-FFF2-40B4-BE49-F238E27FC236}">
                <a16:creationId xmlns:a16="http://schemas.microsoft.com/office/drawing/2014/main" id="{15CE482D-BF2E-4F16-8678-865253126645}"/>
              </a:ext>
            </a:extLst>
          </p:cNvPr>
          <p:cNvSpPr>
            <a:spLocks xmlns:a="http://schemas.openxmlformats.org/drawingml/2006/main" noGrp="1"/>
          </p:cNvSpPr>
          <p:nvPr/>
        </p:nvSpPr>
        <p:spPr>
          <a:xfrm xmlns:a="http://schemas.openxmlformats.org/drawingml/2006/main">
            <a:off x="6581775" y="2028825"/>
            <a:ext cx="142875" cy="190500"/>
          </a:xfrm>
          <a:prstGeom xmlns:a="http://schemas.openxmlformats.org/drawingml/2006/main" prst="rightArrow">
            <a:avLst/>
          </a:prstGeom>
          <a:solidFill xmlns:a="http://schemas.openxmlformats.org/drawingml/2006/main">
            <a:srgbClr val="EBF0FF"/>
          </a:solidFill>
          <a:ln xmlns:a="http://schemas.openxmlformats.org/drawingml/2006/main" w="9525">
            <a:solidFill>
              <a:srgbClr val="1429A0"/>
            </a:solidFill>
            <a:prstDash val="solid"/>
          </a:ln>
        </p:spPr>
      </p:sp>
      <p:sp>
        <p:nvSpPr>
          <p:cNvPr id="18" name="arch-3">
            <a:extLst xmlns:a="http://schemas.openxmlformats.org/drawingml/2006/main">
              <a:ext uri="{FF2B5EF4-FFF2-40B4-BE49-F238E27FC236}">
                <a16:creationId xmlns:a16="http://schemas.microsoft.com/office/drawing/2014/main" id="{3802C1A3-9E0A-4E17-80B2-E038F02BC870}"/>
              </a:ext>
            </a:extLst>
          </p:cNvPr>
          <p:cNvSpPr>
            <a:spLocks xmlns:a="http://schemas.openxmlformats.org/drawingml/2006/main" noGrp="1"/>
          </p:cNvSpPr>
          <p:nvPr/>
        </p:nvSpPr>
        <p:spPr>
          <a:xfrm xmlns:a="http://schemas.openxmlformats.org/drawingml/2006/main">
            <a:off x="6734175" y="1695450"/>
            <a:ext cx="819150" cy="885825"/>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1429A0"/>
            </a:solidFill>
            <a:prstDash val="solid"/>
          </a:ln>
        </p:spPr>
      </p:sp>
      <p:sp>
        <p:nvSpPr>
          <p:cNvPr id="19" name="arch-panel-detail-h-3">
            <a:extLst xmlns:a="http://schemas.openxmlformats.org/drawingml/2006/main">
              <a:ext uri="{FF2B5EF4-FFF2-40B4-BE49-F238E27FC236}">
                <a16:creationId xmlns:a16="http://schemas.microsoft.com/office/drawing/2014/main" id="{966504E1-1964-46C1-9AFA-F0033132A570}"/>
              </a:ext>
            </a:extLst>
          </p:cNvPr>
          <p:cNvSpPr>
            <a:spLocks xmlns:a="http://schemas.openxmlformats.org/drawingml/2006/main" noGrp="1"/>
          </p:cNvSpPr>
          <p:nvPr/>
        </p:nvSpPr>
        <p:spPr>
          <a:xfrm xmlns:a="http://schemas.openxmlformats.org/drawingml/2006/main">
            <a:off x="6781800" y="17907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Galvano</a:t>
            </a:r>
          </a:p>
        </p:txBody>
      </p:sp>
      <p:sp>
        <p:nvSpPr>
          <p:cNvPr id="20" name="arch-panel-detail-b-3">
            <a:extLst xmlns:a="http://schemas.openxmlformats.org/drawingml/2006/main">
              <a:ext uri="{FF2B5EF4-FFF2-40B4-BE49-F238E27FC236}">
                <a16:creationId xmlns:a16="http://schemas.microsoft.com/office/drawing/2014/main" id="{2C63F23F-B98B-4DEA-9D96-3AFDC2D6D427}"/>
              </a:ext>
            </a:extLst>
          </p:cNvPr>
          <p:cNvSpPr>
            <a:spLocks xmlns:a="http://schemas.openxmlformats.org/drawingml/2006/main" noGrp="1"/>
          </p:cNvSpPr>
          <p:nvPr/>
        </p:nvSpPr>
        <p:spPr>
          <a:xfrm xmlns:a="http://schemas.openxmlformats.org/drawingml/2006/main">
            <a:off x="6781800" y="20955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fθ scan</a:t>
            </a:r>
          </a:p>
        </p:txBody>
      </p:sp>
      <p:sp>
        <p:nvSpPr>
          <p:cNvPr id="21" name="arch-arrow-3">
            <a:extLst xmlns:a="http://schemas.openxmlformats.org/drawingml/2006/main">
              <a:ext uri="{FF2B5EF4-FFF2-40B4-BE49-F238E27FC236}">
                <a16:creationId xmlns:a16="http://schemas.microsoft.com/office/drawing/2014/main" id="{32FA59BE-B4EA-4B98-9800-D09A46981B1B}"/>
              </a:ext>
            </a:extLst>
          </p:cNvPr>
          <p:cNvSpPr>
            <a:spLocks xmlns:a="http://schemas.openxmlformats.org/drawingml/2006/main" noGrp="1"/>
          </p:cNvSpPr>
          <p:nvPr/>
        </p:nvSpPr>
        <p:spPr>
          <a:xfrm xmlns:a="http://schemas.openxmlformats.org/drawingml/2006/main">
            <a:off x="7562850" y="2028825"/>
            <a:ext cx="142875" cy="190500"/>
          </a:xfrm>
          <a:prstGeom xmlns:a="http://schemas.openxmlformats.org/drawingml/2006/main" prst="rightArrow">
            <a:avLst/>
          </a:prstGeom>
          <a:solidFill xmlns:a="http://schemas.openxmlformats.org/drawingml/2006/main">
            <a:srgbClr val="EBF0FF"/>
          </a:solidFill>
          <a:ln xmlns:a="http://schemas.openxmlformats.org/drawingml/2006/main" w="9525">
            <a:solidFill>
              <a:srgbClr val="1429A0"/>
            </a:solidFill>
            <a:prstDash val="solid"/>
          </a:ln>
        </p:spPr>
      </p:sp>
      <p:sp>
        <p:nvSpPr>
          <p:cNvPr id="22" name="arch-4">
            <a:extLst xmlns:a="http://schemas.openxmlformats.org/drawingml/2006/main">
              <a:ext uri="{FF2B5EF4-FFF2-40B4-BE49-F238E27FC236}">
                <a16:creationId xmlns:a16="http://schemas.microsoft.com/office/drawing/2014/main" id="{7F02F6B3-7570-459D-B28C-1596AC6EA069}"/>
              </a:ext>
            </a:extLst>
          </p:cNvPr>
          <p:cNvSpPr>
            <a:spLocks xmlns:a="http://schemas.openxmlformats.org/drawingml/2006/main" noGrp="1"/>
          </p:cNvSpPr>
          <p:nvPr/>
        </p:nvSpPr>
        <p:spPr>
          <a:xfrm xmlns:a="http://schemas.openxmlformats.org/drawingml/2006/main">
            <a:off x="7715250" y="1695450"/>
            <a:ext cx="819150" cy="885825"/>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1429A0"/>
            </a:solidFill>
            <a:prstDash val="solid"/>
          </a:ln>
        </p:spPr>
      </p:sp>
      <p:sp>
        <p:nvSpPr>
          <p:cNvPr id="23" name="arch-panel-detail-h-4">
            <a:extLst xmlns:a="http://schemas.openxmlformats.org/drawingml/2006/main">
              <a:ext uri="{FF2B5EF4-FFF2-40B4-BE49-F238E27FC236}">
                <a16:creationId xmlns:a16="http://schemas.microsoft.com/office/drawing/2014/main" id="{CBB9D1FF-3AB4-4D9C-9244-E65F07511596}"/>
              </a:ext>
            </a:extLst>
          </p:cNvPr>
          <p:cNvSpPr>
            <a:spLocks xmlns:a="http://schemas.openxmlformats.org/drawingml/2006/main" noGrp="1"/>
          </p:cNvSpPr>
          <p:nvPr/>
        </p:nvSpPr>
        <p:spPr>
          <a:xfrm xmlns:a="http://schemas.openxmlformats.org/drawingml/2006/main">
            <a:off x="7762875" y="17907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102" b="1">
                <a:solidFill>
                  <a:srgbClr val="000000"/>
                </a:solidFill>
                <a:latin typeface="맑은 고딕"/>
                <a:ea typeface="맑은 고딕"/>
                <a:cs typeface="맑은 고딕"/>
              </a:defRPr>
            </a:pPr>
            <a:r>
              <a:rPr sz="1102" b="1">
                <a:solidFill>
                  <a:srgbClr val="000000"/>
                </a:solidFill>
                <a:latin typeface="맑은 고딕"/>
                <a:ea typeface="맑은 고딕"/>
                <a:cs typeface="맑은 고딕"/>
              </a:rPr>
              <a:t>Wafer</a:t>
            </a:r>
          </a:p>
        </p:txBody>
      </p:sp>
      <p:sp>
        <p:nvSpPr>
          <p:cNvPr id="24" name="arch-panel-detail-b-4">
            <a:extLst xmlns:a="http://schemas.openxmlformats.org/drawingml/2006/main">
              <a:ext uri="{FF2B5EF4-FFF2-40B4-BE49-F238E27FC236}">
                <a16:creationId xmlns:a16="http://schemas.microsoft.com/office/drawing/2014/main" id="{38A55231-D808-40F0-9254-CD59D607A2A5}"/>
              </a:ext>
            </a:extLst>
          </p:cNvPr>
          <p:cNvSpPr>
            <a:spLocks xmlns:a="http://schemas.openxmlformats.org/drawingml/2006/main" noGrp="1"/>
          </p:cNvSpPr>
          <p:nvPr/>
        </p:nvSpPr>
        <p:spPr>
          <a:xfrm xmlns:a="http://schemas.openxmlformats.org/drawingml/2006/main">
            <a:off x="7762875" y="20955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102">
                <a:solidFill>
                  <a:srgbClr val="000000"/>
                </a:solidFill>
                <a:latin typeface="맑은 고딕"/>
                <a:ea typeface="맑은 고딕"/>
                <a:cs typeface="맑은 고딕"/>
              </a:defRPr>
            </a:pPr>
            <a:r>
              <a:rPr sz="1102">
                <a:solidFill>
                  <a:srgbClr val="000000"/>
                </a:solidFill>
                <a:latin typeface="맑은 고딕"/>
                <a:ea typeface="맑은 고딕"/>
                <a:cs typeface="맑은 고딕"/>
              </a:rPr>
              <a:t>P-layer</a:t>
            </a:r>
          </a:p>
        </p:txBody>
      </p:sp>
      <p:sp>
        <p:nvSpPr>
          <p:cNvPr id="25" name="example">
            <a:extLst xmlns:a="http://schemas.openxmlformats.org/drawingml/2006/main">
              <a:ext uri="{FF2B5EF4-FFF2-40B4-BE49-F238E27FC236}">
                <a16:creationId xmlns:a16="http://schemas.microsoft.com/office/drawing/2014/main" id="{694807F2-3F50-4416-B611-9E2FDFDD0009}"/>
              </a:ext>
            </a:extLst>
          </p:cNvPr>
          <p:cNvSpPr>
            <a:spLocks xmlns:a="http://schemas.openxmlformats.org/drawingml/2006/main" noGrp="1"/>
          </p:cNvSpPr>
          <p:nvPr/>
        </p:nvSpPr>
        <p:spPr>
          <a:xfrm xmlns:a="http://schemas.openxmlformats.org/drawingml/2006/main">
            <a:off x="3790950" y="3000375"/>
            <a:ext cx="4762500" cy="1133475"/>
          </a:xfrm>
          <a:prstGeom xmlns:a="http://schemas.openxmlformats.org/drawingml/2006/main" prst="rect">
            <a:avLst/>
          </a:prstGeom>
          <a:solidFill xmlns:a="http://schemas.openxmlformats.org/drawingml/2006/main">
            <a:srgbClr val="F6F8FF"/>
          </a:solidFill>
          <a:ln xmlns:a="http://schemas.openxmlformats.org/drawingml/2006/main" w="9525">
            <a:solidFill>
              <a:srgbClr val="D9D9D9"/>
            </a:solidFill>
            <a:prstDash val="solid"/>
          </a:ln>
        </p:spPr>
      </p:sp>
      <p:sp>
        <p:nvSpPr>
          <p:cNvPr id="26" name="example-head">
            <a:extLst xmlns:a="http://schemas.openxmlformats.org/drawingml/2006/main">
              <a:ext uri="{FF2B5EF4-FFF2-40B4-BE49-F238E27FC236}">
                <a16:creationId xmlns:a16="http://schemas.microsoft.com/office/drawing/2014/main" id="{BABD00FD-5CB8-4BC4-8CB0-7E769F1B02DD}"/>
              </a:ext>
            </a:extLst>
          </p:cNvPr>
          <p:cNvSpPr>
            <a:spLocks xmlns:a="http://schemas.openxmlformats.org/drawingml/2006/main" noGrp="1"/>
          </p:cNvSpPr>
          <p:nvPr/>
        </p:nvSpPr>
        <p:spPr>
          <a:xfrm xmlns:a="http://schemas.openxmlformats.org/drawingml/2006/main">
            <a:off x="3943350" y="3105150"/>
            <a:ext cx="445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Patent numerical example — pulse energy 유지</a:t>
            </a:r>
          </a:p>
        </p:txBody>
      </p:sp>
      <p:sp>
        <p:nvSpPr>
          <p:cNvPr id="27" name="example-lines">
            <a:extLst xmlns:a="http://schemas.openxmlformats.org/drawingml/2006/main">
              <a:ext uri="{FF2B5EF4-FFF2-40B4-BE49-F238E27FC236}">
                <a16:creationId xmlns:a16="http://schemas.microsoft.com/office/drawing/2014/main" id="{45DAAB46-A567-4A13-9D0C-85BB847C3DF6}"/>
              </a:ext>
            </a:extLst>
          </p:cNvPr>
          <p:cNvSpPr>
            <a:spLocks xmlns:a="http://schemas.openxmlformats.org/drawingml/2006/main" noGrp="1"/>
          </p:cNvSpPr>
          <p:nvPr/>
        </p:nvSpPr>
        <p:spPr>
          <a:xfrm xmlns:a="http://schemas.openxmlformats.org/drawingml/2006/main">
            <a:off x="3943350" y="3371850"/>
            <a:ext cx="4457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30">
                <a:solidFill>
                  <a:srgbClr val="000000"/>
                </a:solidFill>
                <a:latin typeface="맑은 고딕"/>
                <a:ea typeface="맑은 고딕"/>
                <a:cs typeface="맑은 고딕"/>
              </a:defRPr>
            </a:pPr>
            <a:r>
              <a:rPr sz="1200" b="1">
                <a:solidFill>
                  <a:srgbClr val="000000"/>
                </a:solidFill>
              </a:rPr>
              <a:t>Outer  </a:t>
            </a:r>
            <a:r>
              <a:rPr sz="1400" b="1">
                <a:solidFill>
                  <a:srgbClr val="0000FF"/>
                </a:solidFill>
              </a:rPr>
              <a:t>100 kHz / 40 W → 400 µJ</a:t>
            </a:r>
          </a:p>
          <a:p xmlns:a="http://schemas.openxmlformats.org/drawingml/2006/main">
            <a:pPr algn="ctr">
              <a:defRPr sz="1230">
                <a:solidFill>
                  <a:srgbClr val="000000"/>
                </a:solidFill>
                <a:latin typeface="맑은 고딕"/>
                <a:ea typeface="맑은 고딕"/>
                <a:cs typeface="맑은 고딕"/>
              </a:defRPr>
            </a:pPr>
            <a:r>
              <a:rPr sz="1200" b="1">
                <a:solidFill>
                  <a:srgbClr val="000000"/>
                </a:solidFill>
              </a:rPr>
              <a:t>Inner  </a:t>
            </a:r>
            <a:r>
              <a:rPr sz="1400" b="1">
                <a:solidFill>
                  <a:srgbClr val="0000FF"/>
                </a:solidFill>
              </a:rPr>
              <a:t>50 kHz / 20 W → 400 µJ</a:t>
            </a:r>
          </a:p>
        </p:txBody>
      </p:sp>
      <p:sp>
        <p:nvSpPr>
          <p:cNvPr id="28" name="example-panel-detail">
            <a:extLst xmlns:a="http://schemas.openxmlformats.org/drawingml/2006/main">
              <a:ext uri="{FF2B5EF4-FFF2-40B4-BE49-F238E27FC236}">
                <a16:creationId xmlns:a16="http://schemas.microsoft.com/office/drawing/2014/main" id="{D8C1CD32-478F-4D61-B430-7023563B5548}"/>
              </a:ext>
            </a:extLst>
          </p:cNvPr>
          <p:cNvSpPr>
            <a:spLocks xmlns:a="http://schemas.openxmlformats.org/drawingml/2006/main" noGrp="1"/>
          </p:cNvSpPr>
          <p:nvPr/>
        </p:nvSpPr>
        <p:spPr>
          <a:xfrm xmlns:a="http://schemas.openxmlformats.org/drawingml/2006/main">
            <a:off x="3790950" y="42481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12000"/>
              </a:lnSpc>
              <a:buNone/>
              <a:defRPr sz="1102">
                <a:solidFill>
                  <a:srgbClr val="666666"/>
                </a:solidFill>
                <a:latin typeface="맑은 고딕"/>
                <a:ea typeface="맑은 고딕"/>
                <a:cs typeface="맑은 고딕"/>
              </a:defRPr>
            </a:pPr>
            <a:r>
              <a:rPr sz="1102">
                <a:solidFill>
                  <a:srgbClr val="666666"/>
                </a:solidFill>
                <a:latin typeface="맑은 고딕"/>
                <a:ea typeface="맑은 고딕"/>
                <a:cs typeface="맑은 고딕"/>
              </a:rPr>
              <a:t>AOM이 불필요 pulse를 dump path로 보내 oscillator pulse waveform을 유지</a:t>
            </a:r>
          </a:p>
        </p:txBody>
      </p:sp>
    </p:spTree>
    <p:extLst>
      <p:ext uri="{BB962C8B-B14F-4D97-AF65-F5344CB8AC3E}">
        <p14:creationId xmlns:p14="http://schemas.microsoft.com/office/powerpoint/2010/main" val="32632532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00D4C052-C77C-4022-819F-41E1C7AA22F7}"/>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독립항은 Scan, 종속항은 Optical Control을 방어</a:t>
            </a:r>
          </a:p>
        </p:txBody>
      </p:sp>
      <p:sp>
        <p:nvSpPr>
          <p:cNvPr id="2" name="main-message">
            <a:extLst xmlns:a="http://schemas.openxmlformats.org/drawingml/2006/main">
              <a:ext uri="{FF2B5EF4-FFF2-40B4-BE49-F238E27FC236}">
                <a16:creationId xmlns:a16="http://schemas.microsoft.com/office/drawing/2014/main" id="{1DCE2630-61D2-4770-B838-8926A5A99298}"/>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Wafer motion·beam scan·pulse control의 </a:t>
            </a:r>
            <a:r>
              <a:rPr sz="1500" b="1">
                <a:solidFill>
                  <a:srgbClr val="0000FF"/>
                </a:solidFill>
                <a:latin typeface="맑은 고딕"/>
                <a:ea typeface="맑은 고딕"/>
                <a:cs typeface="맑은 고딕"/>
              </a:rPr>
              <a:t>결합 청구</a:t>
            </a:r>
            <a:r>
              <a:rPr sz="1500" b="1">
                <a:solidFill>
                  <a:srgbClr val="000000"/>
                </a:solidFill>
                <a:latin typeface="맑은 고딕"/>
                <a:ea typeface="맑은 고딕"/>
                <a:cs typeface="맑은 고딕"/>
              </a:rPr>
              <a:t>가 권리 범위를 형성</a:t>
            </a:r>
          </a:p>
        </p:txBody>
      </p:sp>
      <p:sp>
        <p:nvSpPr>
          <p:cNvPr id="3" name="claim-0">
            <a:extLst xmlns:a="http://schemas.openxmlformats.org/drawingml/2006/main">
              <a:ext uri="{FF2B5EF4-FFF2-40B4-BE49-F238E27FC236}">
                <a16:creationId xmlns:a16="http://schemas.microsoft.com/office/drawing/2014/main" id="{704B7F19-57AF-4613-8E7C-65A698945604}"/>
              </a:ext>
            </a:extLst>
          </p:cNvPr>
          <p:cNvSpPr>
            <a:spLocks xmlns:a="http://schemas.openxmlformats.org/drawingml/2006/main" noGrp="1"/>
          </p:cNvSpPr>
          <p:nvPr/>
        </p:nvSpPr>
        <p:spPr>
          <a:xfrm xmlns:a="http://schemas.openxmlformats.org/drawingml/2006/main">
            <a:off x="400050" y="1409700"/>
            <a:ext cx="25908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 name="claim-head-bg-0">
            <a:extLst xmlns:a="http://schemas.openxmlformats.org/drawingml/2006/main">
              <a:ext uri="{FF2B5EF4-FFF2-40B4-BE49-F238E27FC236}">
                <a16:creationId xmlns:a16="http://schemas.microsoft.com/office/drawing/2014/main" id="{AFA7B067-E2D3-4E72-B2A3-E29F8D424A9C}"/>
              </a:ext>
            </a:extLst>
          </p:cNvPr>
          <p:cNvSpPr>
            <a:spLocks xmlns:a="http://schemas.openxmlformats.org/drawingml/2006/main" noGrp="1"/>
          </p:cNvSpPr>
          <p:nvPr/>
        </p:nvSpPr>
        <p:spPr>
          <a:xfrm xmlns:a="http://schemas.openxmlformats.org/drawingml/2006/main">
            <a:off x="400050" y="1409700"/>
            <a:ext cx="2590800" cy="4572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5" name="claim-head-0">
            <a:extLst xmlns:a="http://schemas.openxmlformats.org/drawingml/2006/main">
              <a:ext uri="{FF2B5EF4-FFF2-40B4-BE49-F238E27FC236}">
                <a16:creationId xmlns:a16="http://schemas.microsoft.com/office/drawing/2014/main" id="{065CA990-C9A0-4AA2-B72E-6A341F6A4EDC}"/>
              </a:ext>
            </a:extLst>
          </p:cNvPr>
          <p:cNvSpPr>
            <a:spLocks xmlns:a="http://schemas.openxmlformats.org/drawingml/2006/main" noGrp="1"/>
          </p:cNvSpPr>
          <p:nvPr/>
        </p:nvSpPr>
        <p:spPr>
          <a:xfrm xmlns:a="http://schemas.openxmlformats.org/drawingml/2006/main">
            <a:off x="476250" y="1495425"/>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30" b="1">
                <a:solidFill>
                  <a:srgbClr val="000000"/>
                </a:solidFill>
                <a:latin typeface="맑은 고딕"/>
                <a:ea typeface="맑은 고딕"/>
                <a:cs typeface="맑은 고딕"/>
              </a:defRPr>
            </a:pPr>
            <a:r>
              <a:rPr sz="1230" b="1">
                <a:solidFill>
                  <a:srgbClr val="000000"/>
                </a:solidFill>
                <a:latin typeface="맑은 고딕"/>
                <a:ea typeface="맑은 고딕"/>
                <a:cs typeface="맑은 고딕"/>
              </a:rPr>
              <a:t>Method · Claim 1</a:t>
            </a:r>
          </a:p>
        </p:txBody>
      </p:sp>
      <p:sp>
        <p:nvSpPr>
          <p:cNvPr id="6" name="claim-body-0">
            <a:extLst xmlns:a="http://schemas.openxmlformats.org/drawingml/2006/main">
              <a:ext uri="{FF2B5EF4-FFF2-40B4-BE49-F238E27FC236}">
                <a16:creationId xmlns:a16="http://schemas.microsoft.com/office/drawing/2014/main" id="{BBCCAA6D-F6A9-493E-B3C2-B83DA808DF96}"/>
              </a:ext>
            </a:extLst>
          </p:cNvPr>
          <p:cNvSpPr>
            <a:spLocks xmlns:a="http://schemas.openxmlformats.org/drawingml/2006/main" noGrp="1"/>
          </p:cNvSpPr>
          <p:nvPr/>
        </p:nvSpPr>
        <p:spPr>
          <a:xfrm xmlns:a="http://schemas.openxmlformats.org/drawingml/2006/main">
            <a:off x="533400" y="2009775"/>
            <a:ext cx="23241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Bonded substrate rear-side irradiation</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Outer region: rotate substrate</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Center region: stop rotation + scan beam</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Absorption layer에서 separation</a:t>
            </a:r>
          </a:p>
        </p:txBody>
      </p:sp>
      <p:sp>
        <p:nvSpPr>
          <p:cNvPr id="7" name="claim-1">
            <a:extLst xmlns:a="http://schemas.openxmlformats.org/drawingml/2006/main">
              <a:ext uri="{FF2B5EF4-FFF2-40B4-BE49-F238E27FC236}">
                <a16:creationId xmlns:a16="http://schemas.microsoft.com/office/drawing/2014/main" id="{539E670D-136F-4162-86E3-1456E389038B}"/>
              </a:ext>
            </a:extLst>
          </p:cNvPr>
          <p:cNvSpPr>
            <a:spLocks xmlns:a="http://schemas.openxmlformats.org/drawingml/2006/main" noGrp="1"/>
          </p:cNvSpPr>
          <p:nvPr/>
        </p:nvSpPr>
        <p:spPr>
          <a:xfrm xmlns:a="http://schemas.openxmlformats.org/drawingml/2006/main">
            <a:off x="3181350" y="1409700"/>
            <a:ext cx="25908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 name="claim-head-bg-1">
            <a:extLst xmlns:a="http://schemas.openxmlformats.org/drawingml/2006/main">
              <a:ext uri="{FF2B5EF4-FFF2-40B4-BE49-F238E27FC236}">
                <a16:creationId xmlns:a16="http://schemas.microsoft.com/office/drawing/2014/main" id="{CED9719D-BF1A-4CF0-ADAA-52E5C5543A2A}"/>
              </a:ext>
            </a:extLst>
          </p:cNvPr>
          <p:cNvSpPr>
            <a:spLocks xmlns:a="http://schemas.openxmlformats.org/drawingml/2006/main" noGrp="1"/>
          </p:cNvSpPr>
          <p:nvPr/>
        </p:nvSpPr>
        <p:spPr>
          <a:xfrm xmlns:a="http://schemas.openxmlformats.org/drawingml/2006/main">
            <a:off x="3181350" y="1409700"/>
            <a:ext cx="2590800" cy="4572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9" name="claim-head-1">
            <a:extLst xmlns:a="http://schemas.openxmlformats.org/drawingml/2006/main">
              <a:ext uri="{FF2B5EF4-FFF2-40B4-BE49-F238E27FC236}">
                <a16:creationId xmlns:a16="http://schemas.microsoft.com/office/drawing/2014/main" id="{654E1514-2C14-4883-A4CE-087D865C02FF}"/>
              </a:ext>
            </a:extLst>
          </p:cNvPr>
          <p:cNvSpPr>
            <a:spLocks xmlns:a="http://schemas.openxmlformats.org/drawingml/2006/main" noGrp="1"/>
          </p:cNvSpPr>
          <p:nvPr/>
        </p:nvSpPr>
        <p:spPr>
          <a:xfrm xmlns:a="http://schemas.openxmlformats.org/drawingml/2006/main">
            <a:off x="3257550" y="1495425"/>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30" b="1">
                <a:solidFill>
                  <a:srgbClr val="000000"/>
                </a:solidFill>
                <a:latin typeface="맑은 고딕"/>
                <a:ea typeface="맑은 고딕"/>
                <a:cs typeface="맑은 고딕"/>
              </a:defRPr>
            </a:pPr>
            <a:r>
              <a:rPr sz="1230" b="1">
                <a:solidFill>
                  <a:srgbClr val="000000"/>
                </a:solidFill>
                <a:latin typeface="맑은 고딕"/>
                <a:ea typeface="맑은 고딕"/>
                <a:cs typeface="맑은 고딕"/>
              </a:rPr>
              <a:t>Apparatus · Claim 14</a:t>
            </a:r>
          </a:p>
        </p:txBody>
      </p:sp>
      <p:sp>
        <p:nvSpPr>
          <p:cNvPr id="10" name="claim-body-1">
            <a:extLst xmlns:a="http://schemas.openxmlformats.org/drawingml/2006/main">
              <a:ext uri="{FF2B5EF4-FFF2-40B4-BE49-F238E27FC236}">
                <a16:creationId xmlns:a16="http://schemas.microsoft.com/office/drawing/2014/main" id="{F8C05B44-8C66-459C-9DC5-03B8AC54C9AE}"/>
              </a:ext>
            </a:extLst>
          </p:cNvPr>
          <p:cNvSpPr>
            <a:spLocks xmlns:a="http://schemas.openxmlformats.org/drawingml/2006/main" noGrp="1"/>
          </p:cNvSpPr>
          <p:nvPr/>
        </p:nvSpPr>
        <p:spPr>
          <a:xfrm xmlns:a="http://schemas.openxmlformats.org/drawingml/2006/main">
            <a:off x="3314700" y="2009775"/>
            <a:ext cx="23241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Laser source + irradiation unit</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Holding/rotating mechanism</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Beam scanning mechanism</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Controller가 두 영역의 동작을 전환</a:t>
            </a:r>
          </a:p>
        </p:txBody>
      </p:sp>
      <p:sp>
        <p:nvSpPr>
          <p:cNvPr id="11" name="claim-2">
            <a:extLst xmlns:a="http://schemas.openxmlformats.org/drawingml/2006/main">
              <a:ext uri="{FF2B5EF4-FFF2-40B4-BE49-F238E27FC236}">
                <a16:creationId xmlns:a16="http://schemas.microsoft.com/office/drawing/2014/main" id="{E07DBD02-CC98-49E4-AAAF-E69871738CE0}"/>
              </a:ext>
            </a:extLst>
          </p:cNvPr>
          <p:cNvSpPr>
            <a:spLocks xmlns:a="http://schemas.openxmlformats.org/drawingml/2006/main" noGrp="1"/>
          </p:cNvSpPr>
          <p:nvPr/>
        </p:nvSpPr>
        <p:spPr>
          <a:xfrm xmlns:a="http://schemas.openxmlformats.org/drawingml/2006/main">
            <a:off x="5962650" y="1409700"/>
            <a:ext cx="25908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 name="claim-head-bg-2">
            <a:extLst xmlns:a="http://schemas.openxmlformats.org/drawingml/2006/main">
              <a:ext uri="{FF2B5EF4-FFF2-40B4-BE49-F238E27FC236}">
                <a16:creationId xmlns:a16="http://schemas.microsoft.com/office/drawing/2014/main" id="{6FBAE780-17BB-45BD-A977-5C462D0F6353}"/>
              </a:ext>
            </a:extLst>
          </p:cNvPr>
          <p:cNvSpPr>
            <a:spLocks xmlns:a="http://schemas.openxmlformats.org/drawingml/2006/main" noGrp="1"/>
          </p:cNvSpPr>
          <p:nvPr/>
        </p:nvSpPr>
        <p:spPr>
          <a:xfrm xmlns:a="http://schemas.openxmlformats.org/drawingml/2006/main">
            <a:off x="5962650" y="1409700"/>
            <a:ext cx="2590800" cy="4572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3" name="claim-head-2">
            <a:extLst xmlns:a="http://schemas.openxmlformats.org/drawingml/2006/main">
              <a:ext uri="{FF2B5EF4-FFF2-40B4-BE49-F238E27FC236}">
                <a16:creationId xmlns:a16="http://schemas.microsoft.com/office/drawing/2014/main" id="{C8D1B3C1-2964-4937-9283-1EF437ADB5ED}"/>
              </a:ext>
            </a:extLst>
          </p:cNvPr>
          <p:cNvSpPr>
            <a:spLocks xmlns:a="http://schemas.openxmlformats.org/drawingml/2006/main" noGrp="1"/>
          </p:cNvSpPr>
          <p:nvPr/>
        </p:nvSpPr>
        <p:spPr>
          <a:xfrm xmlns:a="http://schemas.openxmlformats.org/drawingml/2006/main">
            <a:off x="6038850" y="1495425"/>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12000"/>
              </a:lnSpc>
              <a:buNone/>
              <a:defRPr sz="1230" b="1">
                <a:solidFill>
                  <a:srgbClr val="000000"/>
                </a:solidFill>
                <a:latin typeface="맑은 고딕"/>
                <a:ea typeface="맑은 고딕"/>
                <a:cs typeface="맑은 고딕"/>
              </a:defRPr>
            </a:pPr>
            <a:r>
              <a:rPr sz="1230" b="1">
                <a:solidFill>
                  <a:srgbClr val="000000"/>
                </a:solidFill>
                <a:latin typeface="맑은 고딕"/>
                <a:ea typeface="맑은 고딕"/>
                <a:cs typeface="맑은 고딕"/>
              </a:rPr>
              <a:t>Dependent claim clusters</a:t>
            </a:r>
          </a:p>
        </p:txBody>
      </p:sp>
      <p:sp>
        <p:nvSpPr>
          <p:cNvPr id="14" name="claim-body-2">
            <a:extLst xmlns:a="http://schemas.openxmlformats.org/drawingml/2006/main">
              <a:ext uri="{FF2B5EF4-FFF2-40B4-BE49-F238E27FC236}">
                <a16:creationId xmlns:a16="http://schemas.microsoft.com/office/drawing/2014/main" id="{C0E3AFA9-47B3-44EF-AFB9-9EA583854A8F}"/>
              </a:ext>
            </a:extLst>
          </p:cNvPr>
          <p:cNvSpPr>
            <a:spLocks xmlns:a="http://schemas.openxmlformats.org/drawingml/2006/main" noGrp="1"/>
          </p:cNvSpPr>
          <p:nvPr/>
        </p:nvSpPr>
        <p:spPr>
          <a:xfrm xmlns:a="http://schemas.openxmlformats.org/drawingml/2006/main">
            <a:off x="6096000" y="2009775"/>
            <a:ext cx="23241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λ 8.9–11 µm / pulsed laser</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AOM pulse selection·attenuation</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Speed / repetition-rate coordination</a:t>
            </a:r>
          </a:p>
          <a:p xmlns:a="http://schemas.openxmlformats.org/drawingml/2006/main">
            <a:pPr algn="l">
              <a:lnSpc>
                <a:spcPct val="118000"/>
              </a:lnSpc>
              <a:buNone/>
              <a:defRPr sz="1200">
                <a:solidFill>
                  <a:srgbClr val="000000"/>
                </a:solidFill>
                <a:latin typeface="맑은 고딕"/>
                <a:ea typeface="맑은 고딕"/>
                <a:cs typeface="맑은 고딕"/>
              </a:defRPr>
            </a:pPr>
            <a:r>
              <a:rPr sz="1200">
                <a:solidFill>
                  <a:srgbClr val="000000"/>
                </a:solidFill>
                <a:latin typeface="맑은 고딕"/>
                <a:ea typeface="맑은 고딕"/>
                <a:cs typeface="맑은 고딕"/>
              </a:rPr>
              <a:t>- Reflective film·scan patterns·energy density</a:t>
            </a:r>
          </a:p>
        </p:txBody>
      </p:sp>
      <p:sp>
        <p:nvSpPr>
          <p:cNvPr id="15" name="claim-interpretation">
            <a:extLst xmlns:a="http://schemas.openxmlformats.org/drawingml/2006/main">
              <a:ext uri="{FF2B5EF4-FFF2-40B4-BE49-F238E27FC236}">
                <a16:creationId xmlns:a16="http://schemas.microsoft.com/office/drawing/2014/main" id="{A178302D-A0D4-4B1B-A9BD-86DA5B21B6AD}"/>
              </a:ext>
            </a:extLst>
          </p:cNvPr>
          <p:cNvSpPr>
            <a:spLocks xmlns:a="http://schemas.openxmlformats.org/drawingml/2006/main" noGrp="1"/>
          </p:cNvSpPr>
          <p:nvPr/>
        </p:nvSpPr>
        <p:spPr>
          <a:xfrm xmlns:a="http://schemas.openxmlformats.org/drawingml/2006/main">
            <a:off x="400050" y="4286250"/>
            <a:ext cx="8343900" cy="295275"/>
          </a:xfrm>
          <a:prstGeom xmlns:a="http://schemas.openxmlformats.org/drawingml/2006/main" prst="rect">
            <a:avLst/>
          </a:prstGeom>
          <a:solidFill xmlns:a="http://schemas.openxmlformats.org/drawingml/2006/main">
            <a:srgbClr val="F6F8FF"/>
          </a:solidFill>
          <a:ln xmlns:a="http://schemas.openxmlformats.org/drawingml/2006/main" w="9525">
            <a:solidFill>
              <a:srgbClr val="1429A0"/>
            </a:solidFill>
            <a:prstDash val="solid"/>
          </a:ln>
        </p:spPr>
      </p:sp>
      <p:sp>
        <p:nvSpPr>
          <p:cNvPr id="16" name="claim-interpretation-text">
            <a:extLst xmlns:a="http://schemas.openxmlformats.org/drawingml/2006/main">
              <a:ext uri="{FF2B5EF4-FFF2-40B4-BE49-F238E27FC236}">
                <a16:creationId xmlns:a16="http://schemas.microsoft.com/office/drawing/2014/main" id="{9B9AB538-885C-4797-86F3-AD8168A1AC50}"/>
              </a:ext>
            </a:extLst>
          </p:cNvPr>
          <p:cNvSpPr>
            <a:spLocks xmlns:a="http://schemas.openxmlformats.org/drawingml/2006/main" noGrp="1"/>
          </p:cNvSpPr>
          <p:nvPr/>
        </p:nvSpPr>
        <p:spPr>
          <a:xfrm xmlns:a="http://schemas.openxmlformats.org/drawingml/2006/main">
            <a:off x="533400" y="4324350"/>
            <a:ext cx="807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defRPr sz="1230">
                <a:solidFill>
                  <a:srgbClr val="000000"/>
                </a:solidFill>
                <a:latin typeface="맑은 고딕"/>
                <a:ea typeface="맑은 고딕"/>
                <a:cs typeface="맑은 고딕"/>
              </a:defRPr>
            </a:pPr>
            <a:r>
              <a:rPr sz="1200" b="1">
                <a:solidFill>
                  <a:srgbClr val="000000"/>
                </a:solidFill>
              </a:rPr>
              <a:t>검토 포인트  </a:t>
            </a:r>
            <a:r>
              <a:rPr sz="1300" b="1">
                <a:solidFill>
                  <a:srgbClr val="0000FF"/>
                </a:solidFill>
              </a:rPr>
              <a:t>중심부 scan 전환</a:t>
            </a:r>
            <a:r>
              <a:rPr sz="1200" b="1">
                <a:solidFill>
                  <a:srgbClr val="000000"/>
                </a:solidFill>
              </a:rPr>
              <a:t>과 pulse control의 조합이 차별화 축 — 법적 판단은 별도 claim construction 필요</a:t>
            </a:r>
          </a:p>
        </p:txBody>
      </p:sp>
    </p:spTree>
    <p:extLst>
      <p:ext uri="{BB962C8B-B14F-4D97-AF65-F5344CB8AC3E}">
        <p14:creationId xmlns:p14="http://schemas.microsoft.com/office/powerpoint/2010/main" val="25288344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B6F133F-1BC5-473B-858B-B479DAB5D025}"/>
              </a:ext>
            </a:extLst>
          </p:cNvPr>
          <p:cNvSpPr>
            <a:spLocks xmlns:a="http://schemas.openxmlformats.org/drawingml/2006/main" noGrp="1"/>
          </p:cNvSpPr>
          <p:nvPr/>
        </p:nvSpPr>
        <p:spPr>
          <a:xfrm xmlns:a="http://schemas.openxmlformats.org/drawingml/2006/main">
            <a:off x="228600" y="152400"/>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0000"/>
              </a:lnSpc>
              <a:buNone/>
              <a:defRPr sz="1800" b="1">
                <a:solidFill>
                  <a:srgbClr val="000000"/>
                </a:solidFill>
                <a:latin typeface="맑은 고딕"/>
                <a:ea typeface="맑은 고딕"/>
                <a:cs typeface="맑은 고딕"/>
              </a:defRPr>
            </a:pPr>
            <a:r>
              <a:rPr sz="1800" b="1">
                <a:solidFill>
                  <a:srgbClr val="000000"/>
                </a:solidFill>
                <a:latin typeface="맑은 고딕"/>
                <a:ea typeface="맑은 고딕"/>
                <a:cs typeface="맑은 고딕"/>
              </a:rPr>
              <a:t>양산성은 Optics × Wafer Mechanics 동시 최적화</a:t>
            </a:r>
          </a:p>
        </p:txBody>
      </p:sp>
      <p:sp>
        <p:nvSpPr>
          <p:cNvPr id="2" name="main-message">
            <a:extLst xmlns:a="http://schemas.openxmlformats.org/drawingml/2006/main">
              <a:ext uri="{FF2B5EF4-FFF2-40B4-BE49-F238E27FC236}">
                <a16:creationId xmlns:a16="http://schemas.microsoft.com/office/drawing/2014/main" id="{893F8A85-26FF-40CA-860F-8B3054692F9D}"/>
              </a:ext>
            </a:extLst>
          </p:cNvPr>
          <p:cNvSpPr>
            <a:spLocks xmlns:a="http://schemas.openxmlformats.org/drawingml/2006/main" noGrp="1"/>
          </p:cNvSpPr>
          <p:nvPr/>
        </p:nvSpPr>
        <p:spPr>
          <a:xfrm xmlns:a="http://schemas.openxmlformats.org/drawingml/2006/main">
            <a:off x="352425" y="781050"/>
            <a:ext cx="840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공개 제품 맥락과 </a:t>
            </a:r>
            <a:r>
              <a:rPr sz="1500" b="1">
                <a:solidFill>
                  <a:srgbClr val="0000FF"/>
                </a:solidFill>
                <a:latin typeface="맑은 고딕"/>
                <a:ea typeface="맑은 고딕"/>
                <a:cs typeface="맑은 고딕"/>
              </a:rPr>
              <a:t>실제 검증 변수</a:t>
            </a:r>
            <a:r>
              <a:rPr sz="1500" b="1">
                <a:solidFill>
                  <a:srgbClr val="000000"/>
                </a:solidFill>
                <a:latin typeface="맑은 고딕"/>
                <a:ea typeface="맑은 고딕"/>
                <a:cs typeface="맑은 고딕"/>
              </a:rPr>
              <a:t>를 구분해 평가</a:t>
            </a:r>
          </a:p>
        </p:txBody>
      </p:sp>
      <p:graphicFrame>
        <p:nvGraphicFramePr>
          <p:cNvPr id="12" name=""/>
          <p:cNvGraphicFramePr/>
          <p:nvPr/>
        </p:nvGraphicFramePr>
        <p:xfrm>
          <a:off xmlns:a="http://schemas.openxmlformats.org/drawingml/2006/main" x="400050" y="1390650"/>
          <a:ext xmlns:a="http://schemas.openxmlformats.org/drawingml/2006/main" cx="6191250" cy="2905125"/>
        </p:xfrm>
        <a:graphic xmlns:a="http://schemas.openxmlformats.org/drawingml/2006/main">
          <a:graphicData uri="http://schemas.openxmlformats.org/drawingml/2006/table">
            <a:tbl>
              <a:tblPr>
                <a:solidFill>
                  <a:srgbClr val="FFFFFF"/>
                </a:solidFill>
              </a:tblPr>
              <a:tblGrid>
                <a:gridCol w="1381125"/>
                <a:gridCol w="2247900"/>
                <a:gridCol w="2562225"/>
              </a:tblGrid>
              <a:tr h="371475">
                <a:tc>
                  <a:txBody>
                    <a:bodyPr wrap="square" lIns="47625" tIns="28575" rIns="47625" bIns="28575">
                      <a:noAutofit/>
                    </a:bodyPr>
                    <a:lstStyle/>
                    <a:p>
                      <a:pPr algn="ctr">
                        <a:lnSpc>
                          <a:spcPct val="108000"/>
                        </a:lnSpc>
                        <a:buNone/>
                      </a:pPr>
                      <a:r>
                        <a:rPr sz="1200" b="1">
                          <a:solidFill>
                            <a:srgbClr val="000000"/>
                          </a:solidFill>
                          <a:latin typeface="맑은 고딕"/>
                          <a:ea typeface="맑은 고딕"/>
                          <a:cs typeface="맑은 고딕"/>
                        </a:rPr>
                        <a:t>검증 영역</a:t>
                      </a:r>
                    </a:p>
                  </a:txBody>
                  <a:tcPr marL="91440" marR="91440" marT="45720" marB="45720" anchor="ctr">
                    <a:solidFill>
                      <a:srgbClr val="EBF0FF"/>
                    </a:solidFill>
                  </a:tcPr>
                </a:tc>
                <a:tc>
                  <a:txBody>
                    <a:bodyPr wrap="square" lIns="47625" tIns="28575" rIns="47625" bIns="28575">
                      <a:noAutofit/>
                    </a:bodyPr>
                    <a:lstStyle/>
                    <a:p>
                      <a:pPr algn="ctr">
                        <a:lnSpc>
                          <a:spcPct val="108000"/>
                        </a:lnSpc>
                        <a:buNone/>
                      </a:pPr>
                      <a:r>
                        <a:rPr sz="1200" b="1">
                          <a:solidFill>
                            <a:srgbClr val="000000"/>
                          </a:solidFill>
                          <a:latin typeface="맑은 고딕"/>
                          <a:ea typeface="맑은 고딕"/>
                          <a:cs typeface="맑은 고딕"/>
                        </a:rPr>
                        <a:t>주요 Failure Mode</a:t>
                      </a:r>
                    </a:p>
                  </a:txBody>
                  <a:tcPr marL="91440" marR="91440" marT="45720" marB="45720" anchor="ctr">
                    <a:solidFill>
                      <a:srgbClr val="EBF0FF"/>
                    </a:solidFill>
                  </a:tcPr>
                </a:tc>
                <a:tc>
                  <a:txBody>
                    <a:bodyPr wrap="square" lIns="47625" tIns="28575" rIns="47625" bIns="28575">
                      <a:noAutofit/>
                    </a:bodyPr>
                    <a:lstStyle/>
                    <a:p>
                      <a:pPr algn="ctr">
                        <a:lnSpc>
                          <a:spcPct val="108000"/>
                        </a:lnSpc>
                        <a:buNone/>
                      </a:pPr>
                      <a:r>
                        <a:rPr sz="1200" b="1">
                          <a:solidFill>
                            <a:srgbClr val="000000"/>
                          </a:solidFill>
                          <a:latin typeface="맑은 고딕"/>
                          <a:ea typeface="맑은 고딕"/>
                          <a:cs typeface="맑은 고딕"/>
                        </a:rPr>
                        <a:t>설비 대응 / 계측</a:t>
                      </a:r>
                    </a:p>
                  </a:txBody>
                  <a:tcPr marL="91440" marR="91440" marT="45720" marB="45720" anchor="ctr">
                    <a:solidFill>
                      <a:srgbClr val="EBF0FF"/>
                    </a:solidFill>
                  </a:tcPr>
                </a:tc>
              </a:tr>
              <a:tr h="506730">
                <a:tc>
                  <a:txBody>
                    <a:bodyPr wrap="square" lIns="47625" tIns="28575" rIns="47625" bIns="28575">
                      <a:noAutofit/>
                    </a:bodyPr>
                    <a:lstStyle/>
                    <a:p>
                      <a:pPr algn="ctr">
                        <a:lnSpc>
                          <a:spcPct val="108000"/>
                        </a:lnSpc>
                        <a:buNone/>
                      </a:pPr>
                      <a:r>
                        <a:rPr sz="1102" b="1">
                          <a:solidFill>
                            <a:srgbClr val="000000"/>
                          </a:solidFill>
                          <a:latin typeface="맑은 고딕"/>
                          <a:ea typeface="맑은 고딕"/>
                          <a:cs typeface="맑은 고딕"/>
                        </a:rPr>
                        <a:t>Spectrum / material</a:t>
                      </a:r>
                    </a:p>
                  </a:txBody>
                  <a:tcPr marL="91440" marR="91440" marT="45720" marB="45720" anchor="ctr">
                    <a:solidFill>
                      <a:srgbClr val="EBF0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Si·oxide 조성별 투과·흡수 편차</a:t>
                      </a:r>
                    </a:p>
                  </a:txBody>
                  <a:tcPr marL="91440" marR="91440" marT="45720" marB="45720" anchor="ctr">
                    <a:solidFill>
                      <a:srgbClr val="FFFF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FTIR·coupon DOE·흡수계수 DB</a:t>
                      </a:r>
                    </a:p>
                  </a:txBody>
                  <a:tcPr marL="91440" marR="91440" marT="45720" marB="45720" anchor="ctr">
                    <a:solidFill>
                      <a:srgbClr val="FFFFFF"/>
                    </a:solidFill>
                  </a:tcPr>
                </a:tc>
              </a:tr>
              <a:tr h="506730">
                <a:tc>
                  <a:txBody>
                    <a:bodyPr wrap="square" lIns="47625" tIns="28575" rIns="47625" bIns="28575">
                      <a:noAutofit/>
                    </a:bodyPr>
                    <a:lstStyle/>
                    <a:p>
                      <a:pPr algn="ctr">
                        <a:lnSpc>
                          <a:spcPct val="108000"/>
                        </a:lnSpc>
                        <a:buNone/>
                      </a:pPr>
                      <a:r>
                        <a:rPr sz="1102" b="1">
                          <a:solidFill>
                            <a:srgbClr val="000000"/>
                          </a:solidFill>
                          <a:latin typeface="맑은 고딕"/>
                          <a:ea typeface="맑은 고딕"/>
                          <a:cs typeface="맑은 고딕"/>
                        </a:rPr>
                        <a:t>Beam / focus</a:t>
                      </a:r>
                    </a:p>
                  </a:txBody>
                  <a:tcPr marL="91440" marR="91440" marT="45720" marB="45720" anchor="ctr">
                    <a:solidFill>
                      <a:srgbClr val="EBF0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Spot·fluence·field uniformity drift</a:t>
                      </a:r>
                    </a:p>
                  </a:txBody>
                  <a:tcPr marL="91440" marR="91440" marT="45720" marB="45720" anchor="ctr">
                    <a:solidFill>
                      <a:srgbClr val="FFFF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Beam profiler·focus map·fθ 보정</a:t>
                      </a:r>
                    </a:p>
                  </a:txBody>
                  <a:tcPr marL="91440" marR="91440" marT="45720" marB="45720" anchor="ctr">
                    <a:solidFill>
                      <a:srgbClr val="FFFFFF"/>
                    </a:solidFill>
                  </a:tcPr>
                </a:tc>
              </a:tr>
              <a:tr h="506730">
                <a:tc>
                  <a:txBody>
                    <a:bodyPr wrap="square" lIns="47625" tIns="28575" rIns="47625" bIns="28575">
                      <a:noAutofit/>
                    </a:bodyPr>
                    <a:lstStyle/>
                    <a:p>
                      <a:pPr algn="ctr">
                        <a:lnSpc>
                          <a:spcPct val="108000"/>
                        </a:lnSpc>
                        <a:buNone/>
                      </a:pPr>
                      <a:r>
                        <a:rPr sz="1102" b="1">
                          <a:solidFill>
                            <a:srgbClr val="000000"/>
                          </a:solidFill>
                          <a:latin typeface="맑은 고딕"/>
                          <a:ea typeface="맑은 고딕"/>
                          <a:cs typeface="맑은 고딕"/>
                        </a:rPr>
                        <a:t>Motion sync</a:t>
                      </a:r>
                    </a:p>
                  </a:txBody>
                  <a:tcPr marL="91440" marR="91440" marT="45720" marB="45720" anchor="ctr">
                    <a:solidFill>
                      <a:srgbClr val="EBF0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Runout·pulse overlap·center stitch</a:t>
                      </a:r>
                    </a:p>
                  </a:txBody>
                  <a:tcPr marL="91440" marR="91440" marT="45720" marB="45720" anchor="ctr">
                    <a:solidFill>
                      <a:srgbClr val="FFFF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Encoder trigger·wafer map·scan calibration</a:t>
                      </a:r>
                    </a:p>
                  </a:txBody>
                  <a:tcPr marL="91440" marR="91440" marT="45720" marB="45720" anchor="ctr">
                    <a:solidFill>
                      <a:srgbClr val="FFFFFF"/>
                    </a:solidFill>
                  </a:tcPr>
                </a:tc>
              </a:tr>
              <a:tr h="506730">
                <a:tc>
                  <a:txBody>
                    <a:bodyPr wrap="square" lIns="47625" tIns="28575" rIns="47625" bIns="28575">
                      <a:noAutofit/>
                    </a:bodyPr>
                    <a:lstStyle/>
                    <a:p>
                      <a:pPr algn="ctr">
                        <a:lnSpc>
                          <a:spcPct val="108000"/>
                        </a:lnSpc>
                        <a:buNone/>
                      </a:pPr>
                      <a:r>
                        <a:rPr sz="1102" b="1">
                          <a:solidFill>
                            <a:srgbClr val="000000"/>
                          </a:solidFill>
                          <a:latin typeface="맑은 고딕"/>
                          <a:ea typeface="맑은 고딕"/>
                          <a:cs typeface="맑은 고딕"/>
                        </a:rPr>
                        <a:t>Thermal / device</a:t>
                      </a:r>
                    </a:p>
                  </a:txBody>
                  <a:tcPr marL="91440" marR="91440" marT="45720" marB="45720" anchor="ctr">
                    <a:solidFill>
                      <a:srgbClr val="EBF0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Crack·delamination·device damage</a:t>
                      </a:r>
                    </a:p>
                  </a:txBody>
                  <a:tcPr marL="91440" marR="91440" marT="45720" marB="45720" anchor="ctr">
                    <a:solidFill>
                      <a:srgbClr val="FFFF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Transient T·acoustic/IR·electrical monitor</a:t>
                      </a:r>
                    </a:p>
                  </a:txBody>
                  <a:tcPr marL="91440" marR="91440" marT="45720" marB="45720" anchor="ctr">
                    <a:solidFill>
                      <a:srgbClr val="FFFFFF"/>
                    </a:solidFill>
                  </a:tcPr>
                </a:tc>
              </a:tr>
              <a:tr h="506730">
                <a:tc>
                  <a:txBody>
                    <a:bodyPr wrap="square" lIns="47625" tIns="28575" rIns="47625" bIns="28575">
                      <a:noAutofit/>
                    </a:bodyPr>
                    <a:lstStyle/>
                    <a:p>
                      <a:pPr algn="ctr">
                        <a:lnSpc>
                          <a:spcPct val="108000"/>
                        </a:lnSpc>
                        <a:buNone/>
                      </a:pPr>
                      <a:r>
                        <a:rPr sz="1102" b="1">
                          <a:solidFill>
                            <a:srgbClr val="000000"/>
                          </a:solidFill>
                          <a:latin typeface="맑은 고딕"/>
                          <a:ea typeface="맑은 고딕"/>
                          <a:cs typeface="맑은 고딕"/>
                        </a:rPr>
                        <a:t>Separation / clean</a:t>
                      </a:r>
                    </a:p>
                  </a:txBody>
                  <a:tcPr marL="91440" marR="91440" marT="45720" marB="45720" anchor="ctr">
                    <a:solidFill>
                      <a:srgbClr val="EBF0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Particle·residue·handling defect</a:t>
                      </a:r>
                    </a:p>
                  </a:txBody>
                  <a:tcPr marL="91440" marR="91440" marT="45720" marB="45720" anchor="ctr">
                    <a:solidFill>
                      <a:srgbClr val="FFFFFF"/>
                    </a:solidFill>
                  </a:tcPr>
                </a:tc>
                <a:tc>
                  <a:txBody>
                    <a:bodyPr wrap="square" lIns="47625" tIns="28575" rIns="47625" bIns="28575">
                      <a:noAutofit/>
                    </a:bodyPr>
                    <a:lstStyle/>
                    <a:p>
                      <a:pPr algn="l">
                        <a:lnSpc>
                          <a:spcPct val="108000"/>
                        </a:lnSpc>
                        <a:buNone/>
                      </a:pPr>
                      <a:r>
                        <a:rPr sz="1102" b="0">
                          <a:solidFill>
                            <a:srgbClr val="000000"/>
                          </a:solidFill>
                          <a:latin typeface="맑은 고딕"/>
                          <a:ea typeface="맑은 고딕"/>
                          <a:cs typeface="맑은 고딕"/>
                        </a:rPr>
                        <a:t>□ End-point·force curve·integrated cleaning</a:t>
                      </a:r>
                    </a:p>
                  </a:txBody>
                  <a:tcPr marL="91440" marR="91440" marT="45720" marB="45720" anchor="ctr">
                    <a:solidFill>
                      <a:srgbClr val="FFFFFF"/>
                    </a:solidFill>
                  </a:tcPr>
                </a:tc>
              </a:tr>
            </a:tbl>
          </a:graphicData>
        </a:graphic>
      </p:graphicFrame>
      <p:sp>
        <p:nvSpPr>
          <p:cNvPr id="4" name="ulucus-frame">
            <a:extLst xmlns:a="http://schemas.openxmlformats.org/drawingml/2006/main">
              <a:ext uri="{FF2B5EF4-FFF2-40B4-BE49-F238E27FC236}">
                <a16:creationId xmlns:a16="http://schemas.microsoft.com/office/drawing/2014/main" id="{57EFBF50-9830-4EDD-BC5C-3730A02CD7ED}"/>
              </a:ext>
            </a:extLst>
          </p:cNvPr>
          <p:cNvSpPr>
            <a:spLocks xmlns:a="http://schemas.openxmlformats.org/drawingml/2006/main" noGrp="1"/>
          </p:cNvSpPr>
          <p:nvPr/>
        </p:nvSpPr>
        <p:spPr>
          <a:xfrm xmlns:a="http://schemas.openxmlformats.org/drawingml/2006/main">
            <a:off x="6886575" y="1390650"/>
            <a:ext cx="18669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80c63579e204287"/>
          <a:stretch xmlns:a="http://schemas.openxmlformats.org/drawingml/2006/main"/>
        </p:blipFill>
        <p:spPr>
          <a:xfrm xmlns:a="http://schemas.openxmlformats.org/drawingml/2006/main">
            <a:off x="6896100" y="1402840"/>
            <a:ext cx="1847850" cy="1594871"/>
          </a:xfrm>
          <a:prstGeom xmlns:a="http://schemas.openxmlformats.org/drawingml/2006/main" prst="rect">
            <a:avLst/>
          </a:prstGeom>
        </p:spPr>
      </p:pic>
      <p:sp>
        <p:nvSpPr>
          <p:cNvPr id="6" name="ulucus-caption">
            <a:extLst xmlns:a="http://schemas.openxmlformats.org/drawingml/2006/main">
              <a:ext uri="{FF2B5EF4-FFF2-40B4-BE49-F238E27FC236}">
                <a16:creationId xmlns:a16="http://schemas.microsoft.com/office/drawing/2014/main" id="{0D06760F-7F3C-4F1D-A302-8CB4D9991DD5}"/>
              </a:ext>
            </a:extLst>
          </p:cNvPr>
          <p:cNvSpPr>
            <a:spLocks xmlns:a="http://schemas.openxmlformats.org/drawingml/2006/main" noGrp="1"/>
          </p:cNvSpPr>
          <p:nvPr/>
        </p:nvSpPr>
        <p:spPr>
          <a:xfrm xmlns:a="http://schemas.openxmlformats.org/drawingml/2006/main">
            <a:off x="6896100" y="3019425"/>
            <a:ext cx="1847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0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TEL Ulucus LX · 공식 제품 이미지</a:t>
            </a:r>
          </a:p>
        </p:txBody>
      </p:sp>
      <p:sp>
        <p:nvSpPr>
          <p:cNvPr id="7" name="product-facts">
            <a:extLst xmlns:a="http://schemas.openxmlformats.org/drawingml/2006/main">
              <a:ext uri="{FF2B5EF4-FFF2-40B4-BE49-F238E27FC236}">
                <a16:creationId xmlns:a16="http://schemas.microsoft.com/office/drawing/2014/main" id="{3DFA3833-E364-44F6-AD93-34833C367535}"/>
              </a:ext>
            </a:extLst>
          </p:cNvPr>
          <p:cNvSpPr>
            <a:spLocks xmlns:a="http://schemas.openxmlformats.org/drawingml/2006/main" noGrp="1"/>
          </p:cNvSpPr>
          <p:nvPr/>
        </p:nvSpPr>
        <p:spPr>
          <a:xfrm xmlns:a="http://schemas.openxmlformats.org/drawingml/2006/main">
            <a:off x="6896100" y="3248025"/>
            <a:ext cx="1847850" cy="1047750"/>
          </a:xfrm>
          <a:prstGeom xmlns:a="http://schemas.openxmlformats.org/drawingml/2006/main" prst="rect">
            <a:avLst/>
          </a:prstGeom>
          <a:solidFill xmlns:a="http://schemas.openxmlformats.org/drawingml/2006/main">
            <a:srgbClr val="F6F8FF"/>
          </a:solidFill>
          <a:ln xmlns:a="http://schemas.openxmlformats.org/drawingml/2006/main" w="9525">
            <a:solidFill>
              <a:srgbClr val="D9D9D9"/>
            </a:solidFill>
            <a:prstDash val="solid"/>
          </a:ln>
        </p:spPr>
      </p:sp>
      <p:sp>
        <p:nvSpPr>
          <p:cNvPr id="8" name="product-panel-detail">
            <a:extLst xmlns:a="http://schemas.openxmlformats.org/drawingml/2006/main">
              <a:ext uri="{FF2B5EF4-FFF2-40B4-BE49-F238E27FC236}">
                <a16:creationId xmlns:a16="http://schemas.microsoft.com/office/drawing/2014/main" id="{B94995CC-9351-4C7F-845C-3920625EF40D}"/>
              </a:ext>
            </a:extLst>
          </p:cNvPr>
          <p:cNvSpPr>
            <a:spLocks xmlns:a="http://schemas.openxmlformats.org/drawingml/2006/main" noGrp="1"/>
          </p:cNvSpPr>
          <p:nvPr/>
        </p:nvSpPr>
        <p:spPr>
          <a:xfrm xmlns:a="http://schemas.openxmlformats.org/drawingml/2006/main">
            <a:off x="7000875" y="3333750"/>
            <a:ext cx="1638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0000"/>
              </a:lnSpc>
              <a:buNone/>
              <a:defRPr sz="1102" b="0">
                <a:solidFill>
                  <a:srgbClr val="000000"/>
                </a:solidFill>
                <a:latin typeface="맑은 고딕"/>
                <a:ea typeface="맑은 고딕"/>
                <a:cs typeface="맑은 고딕"/>
              </a:defRPr>
            </a:pPr>
            <a:r>
              <a:rPr sz="1102" b="0">
                <a:solidFill>
                  <a:srgbClr val="000000"/>
                </a:solidFill>
                <a:latin typeface="맑은 고딕"/>
                <a:ea typeface="맑은 고딕"/>
                <a:cs typeface="맑은 고딕"/>
              </a:rPr>
              <a:t>공식 공개</a:t>
            </a:r>
          </a:p>
          <a:p xmlns:a="http://schemas.openxmlformats.org/drawingml/2006/main">
            <a:pPr algn="l">
              <a:lnSpc>
                <a:spcPct val="100000"/>
              </a:lnSpc>
              <a:buNone/>
              <a:defRPr sz="1102" b="0">
                <a:solidFill>
                  <a:srgbClr val="000000"/>
                </a:solidFill>
                <a:latin typeface="맑은 고딕"/>
                <a:ea typeface="맑은 고딕"/>
                <a:cs typeface="맑은 고딕"/>
              </a:defRPr>
            </a:pPr>
            <a:r>
              <a:rPr sz="1102" b="0">
                <a:solidFill>
                  <a:srgbClr val="000000"/>
                </a:solidFill>
                <a:latin typeface="맑은 고딕"/>
                <a:ea typeface="맑은 고딕"/>
                <a:cs typeface="맑은 고딕"/>
              </a:rPr>
              <a:t>□ 300 mm wafer</a:t>
            </a:r>
          </a:p>
          <a:p xmlns:a="http://schemas.openxmlformats.org/drawingml/2006/main">
            <a:pPr algn="l">
              <a:lnSpc>
                <a:spcPct val="100000"/>
              </a:lnSpc>
              <a:buNone/>
              <a:defRPr sz="1102" b="0">
                <a:solidFill>
                  <a:srgbClr val="000000"/>
                </a:solidFill>
                <a:latin typeface="맑은 고딕"/>
                <a:ea typeface="맑은 고딕"/>
                <a:cs typeface="맑은 고딕"/>
              </a:defRPr>
            </a:pPr>
            <a:r>
              <a:rPr sz="1102" b="0">
                <a:solidFill>
                  <a:srgbClr val="000000"/>
                </a:solidFill>
                <a:latin typeface="맑은 고딕"/>
                <a:ea typeface="맑은 고딕"/>
                <a:cs typeface="맑은 고딕"/>
              </a:rPr>
              <a:t>- 조사·분리·세정</a:t>
            </a:r>
          </a:p>
          <a:p xmlns:a="http://schemas.openxmlformats.org/drawingml/2006/main">
            <a:pPr algn="l">
              <a:lnSpc>
                <a:spcPct val="100000"/>
              </a:lnSpc>
              <a:buNone/>
              <a:defRPr sz="1102" b="0">
                <a:solidFill>
                  <a:srgbClr val="000000"/>
                </a:solidFill>
                <a:latin typeface="맑은 고딕"/>
                <a:ea typeface="맑은 고딕"/>
                <a:cs typeface="맑은 고딕"/>
              </a:defRPr>
            </a:pPr>
            <a:r>
              <a:rPr sz="1102" b="0">
                <a:solidFill>
                  <a:srgbClr val="000000"/>
                </a:solidFill>
                <a:latin typeface="맑은 고딕"/>
                <a:ea typeface="맑은 고딕"/>
                <a:cs typeface="맑은 고딕"/>
              </a:rPr>
              <a:t>- DIW &gt;90% 절감</a:t>
            </a:r>
          </a:p>
        </p:txBody>
      </p:sp>
      <p:sp>
        <p:nvSpPr>
          <p:cNvPr id="9" name="inference-provenance">
            <a:extLst xmlns:a="http://schemas.openxmlformats.org/drawingml/2006/main">
              <a:ext uri="{FF2B5EF4-FFF2-40B4-BE49-F238E27FC236}">
                <a16:creationId xmlns:a16="http://schemas.microsoft.com/office/drawing/2014/main" id="{09C0AD25-99E3-4803-B86B-EB246CF4D9A9}"/>
              </a:ext>
            </a:extLst>
          </p:cNvPr>
          <p:cNvSpPr>
            <a:spLocks xmlns:a="http://schemas.openxmlformats.org/drawingml/2006/main" noGrp="1"/>
          </p:cNvSpPr>
          <p:nvPr/>
        </p:nvSpPr>
        <p:spPr>
          <a:xfrm xmlns:a="http://schemas.openxmlformats.org/drawingml/2006/main">
            <a:off x="400050" y="43910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12000"/>
              </a:lnSpc>
              <a:buNone/>
              <a:defRPr sz="1005">
                <a:solidFill>
                  <a:srgbClr val="666666"/>
                </a:solidFill>
                <a:latin typeface="맑은 고딕"/>
                <a:ea typeface="맑은 고딕"/>
                <a:cs typeface="맑은 고딕"/>
              </a:defRPr>
            </a:pPr>
            <a:r>
              <a:rPr sz="1005">
                <a:solidFill>
                  <a:srgbClr val="666666"/>
                </a:solidFill>
                <a:latin typeface="맑은 고딕"/>
                <a:ea typeface="맑은 고딕"/>
                <a:cs typeface="맑은 고딕"/>
              </a:rPr>
              <a:t>※ 기술 방향상 연계로 추론 · 개별 청구항의 제품 구현 여부는 공개 자료로 확인되지 않음</a:t>
            </a:r>
          </a:p>
        </p:txBody>
      </p:sp>
    </p:spTree>
    <p:extLst>
      <p:ext uri="{BB962C8B-B14F-4D97-AF65-F5344CB8AC3E}">
        <p14:creationId xmlns:p14="http://schemas.microsoft.com/office/powerpoint/2010/main" val="8827359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763481334"/>
      </p:ext>
    </p:extLst>
  </p:cSld>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2026-08-21T03:05:55.8100000Z</dcterms:created>
  <dcterms:modified xsi:type="dcterms:W3CDTF">2026-08-21T03:05:55.8100000Z</dcterms:modified>
</coreProperties>
</file>