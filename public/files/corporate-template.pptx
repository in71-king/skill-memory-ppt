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58" r:id="rId1"/>
  </p:sldMasterIdLst>
  <p:notesMasterIdLst>
    <p:notesMasterId r:id="rId10"/>
  </p:notesMasterIdLst>
  <p:handoutMasterIdLst>
    <p:handoutMasterId r:id="rId11"/>
  </p:handoutMasterIdLst>
  <p:sldIdLst>
    <p:sldId id="260" r:id="rId2"/>
    <p:sldId id="257" r:id="rId3"/>
    <p:sldId id="263" r:id="rId4"/>
    <p:sldId id="256" r:id="rId5"/>
    <p:sldId id="264" r:id="rId6"/>
    <p:sldId id="258" r:id="rId7"/>
    <p:sldId id="262" r:id="rId8"/>
    <p:sldId id="266" r:id="rId9"/>
  </p:sldIdLst>
  <p:sldSz cx="9144000" cy="5143500" type="screen16x9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4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98989"/>
    <a:srgbClr val="B9BCC6"/>
    <a:srgbClr val="EBF0FF"/>
    <a:srgbClr val="F2F7FB"/>
    <a:srgbClr val="F1F1F2"/>
    <a:srgbClr val="F3F8FB"/>
    <a:srgbClr val="F8FBFD"/>
    <a:srgbClr val="D8E9F4"/>
    <a:srgbClr val="CFE3F1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366" y="132"/>
      </p:cViewPr>
      <p:guideLst>
        <p:guide orient="horz" pos="1643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78" d="100"/>
          <a:sy n="78" d="100"/>
        </p:scale>
        <p:origin x="397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070E9-6A56-4642-B87B-D6AD640A9145}" type="datetimeFigureOut">
              <a:rPr lang="ko-KR" altLang="en-US" smtClean="0"/>
              <a:t>2025-02-04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0DCA97-DE1B-4830-A895-4570FD0208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32659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70C6DE-EB4C-448F-AC90-B77D37473B86}" type="datetimeFigureOut">
              <a:rPr lang="ko-KR" altLang="en-US" smtClean="0"/>
              <a:t>2025-02-04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7E00CD-5158-45D3-B67B-0D7E18EC3A5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928078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685800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1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3" name="TextBox 62"/>
          <p:cNvSpPr txBox="1"/>
          <p:nvPr userDrawn="1"/>
        </p:nvSpPr>
        <p:spPr>
          <a:xfrm>
            <a:off x="7980490" y="4616403"/>
            <a:ext cx="303959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50" smtClean="0">
                <a:solidFill>
                  <a:schemeClr val="bg2">
                    <a:lumMod val="90000"/>
                  </a:schemeClr>
                </a:solidFill>
              </a:rPr>
              <a:t>12”</a:t>
            </a:r>
            <a:endParaRPr lang="ko-KR" altLang="en-US" sz="75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64" name="TextBox 63"/>
          <p:cNvSpPr txBox="1"/>
          <p:nvPr userDrawn="1"/>
        </p:nvSpPr>
        <p:spPr>
          <a:xfrm>
            <a:off x="6208840" y="4616403"/>
            <a:ext cx="303959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50">
                <a:solidFill>
                  <a:schemeClr val="bg2">
                    <a:lumMod val="90000"/>
                  </a:schemeClr>
                </a:solidFill>
              </a:rPr>
              <a:t>8</a:t>
            </a:r>
            <a:r>
              <a:rPr lang="en-US" altLang="ko-KR" sz="750" smtClean="0">
                <a:solidFill>
                  <a:schemeClr val="bg2">
                    <a:lumMod val="90000"/>
                  </a:schemeClr>
                </a:solidFill>
              </a:rPr>
              <a:t>”</a:t>
            </a:r>
            <a:endParaRPr lang="ko-KR" altLang="en-US" sz="75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65" name="TextBox 64"/>
          <p:cNvSpPr txBox="1"/>
          <p:nvPr userDrawn="1"/>
        </p:nvSpPr>
        <p:spPr>
          <a:xfrm>
            <a:off x="4429108" y="4616403"/>
            <a:ext cx="303959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50" smtClean="0">
                <a:solidFill>
                  <a:schemeClr val="bg2">
                    <a:lumMod val="90000"/>
                  </a:schemeClr>
                </a:solidFill>
              </a:rPr>
              <a:t>6”</a:t>
            </a:r>
            <a:endParaRPr lang="ko-KR" altLang="en-US" sz="75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67" name="TextBox 66"/>
          <p:cNvSpPr txBox="1"/>
          <p:nvPr userDrawn="1"/>
        </p:nvSpPr>
        <p:spPr>
          <a:xfrm>
            <a:off x="123825" y="198858"/>
            <a:ext cx="3405188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25" dirty="0" smtClean="0">
                <a:solidFill>
                  <a:schemeClr val="accent3"/>
                </a:solidFill>
              </a:rPr>
              <a:t>Vision | </a:t>
            </a:r>
            <a:r>
              <a:rPr lang="ko-KR" altLang="en-US" sz="825" dirty="0" smtClean="0">
                <a:solidFill>
                  <a:schemeClr val="accent3"/>
                </a:solidFill>
              </a:rPr>
              <a:t>초일류 기술로 새로운 가능성을 열어가는 진정한 </a:t>
            </a:r>
            <a:r>
              <a:rPr lang="en-US" altLang="ko-KR" sz="825" dirty="0" smtClean="0">
                <a:solidFill>
                  <a:schemeClr val="accent3"/>
                </a:solidFill>
              </a:rPr>
              <a:t>1</a:t>
            </a:r>
            <a:r>
              <a:rPr lang="ko-KR" altLang="en-US" sz="825" dirty="0" smtClean="0">
                <a:solidFill>
                  <a:schemeClr val="accent3"/>
                </a:solidFill>
              </a:rPr>
              <a:t>등이 되자</a:t>
            </a:r>
            <a:endParaRPr lang="ko-KR" altLang="en-US" sz="1050" dirty="0">
              <a:solidFill>
                <a:schemeClr val="accent3"/>
              </a:solidFill>
            </a:endParaRPr>
          </a:p>
        </p:txBody>
      </p:sp>
      <p:sp>
        <p:nvSpPr>
          <p:cNvPr id="68" name="TextBox 67"/>
          <p:cNvSpPr txBox="1"/>
          <p:nvPr userDrawn="1"/>
        </p:nvSpPr>
        <p:spPr>
          <a:xfrm>
            <a:off x="3692127" y="198858"/>
            <a:ext cx="2965848" cy="2192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25" dirty="0" smtClean="0">
                <a:solidFill>
                  <a:schemeClr val="accent3"/>
                </a:solidFill>
              </a:rPr>
              <a:t>Mission</a:t>
            </a:r>
            <a:r>
              <a:rPr lang="en-US" altLang="ko-KR" sz="825" baseline="0" dirty="0" smtClean="0">
                <a:solidFill>
                  <a:schemeClr val="accent3"/>
                </a:solidFill>
              </a:rPr>
              <a:t> </a:t>
            </a:r>
            <a:r>
              <a:rPr lang="en-US" altLang="ko-KR" sz="825" dirty="0" smtClean="0">
                <a:solidFill>
                  <a:schemeClr val="accent3"/>
                </a:solidFill>
              </a:rPr>
              <a:t>| </a:t>
            </a:r>
            <a:r>
              <a:rPr lang="ko-KR" altLang="en-US" sz="825" dirty="0" smtClean="0">
                <a:solidFill>
                  <a:schemeClr val="accent3"/>
                </a:solidFill>
              </a:rPr>
              <a:t>함께 </a:t>
            </a:r>
            <a:r>
              <a:rPr lang="ko-KR" altLang="en-US" sz="825" dirty="0">
                <a:solidFill>
                  <a:schemeClr val="accent3"/>
                </a:solidFill>
              </a:rPr>
              <a:t>지속 성장하는 </a:t>
            </a:r>
            <a:r>
              <a:rPr lang="en-US" altLang="ko-KR" sz="825" dirty="0">
                <a:solidFill>
                  <a:schemeClr val="accent3"/>
                </a:solidFill>
              </a:rPr>
              <a:t>No.1 </a:t>
            </a:r>
            <a:r>
              <a:rPr lang="ko-KR" altLang="en-US" sz="825" dirty="0">
                <a:solidFill>
                  <a:schemeClr val="accent3"/>
                </a:solidFill>
              </a:rPr>
              <a:t>메모리 솔루션 </a:t>
            </a:r>
            <a:r>
              <a:rPr lang="en-US" altLang="ko-KR" sz="825" dirty="0">
                <a:solidFill>
                  <a:schemeClr val="accent3"/>
                </a:solidFill>
              </a:rPr>
              <a:t>Provider</a:t>
            </a:r>
            <a:endParaRPr lang="ko-KR" altLang="en-US" sz="825" dirty="0">
              <a:solidFill>
                <a:schemeClr val="accent3"/>
              </a:solidFill>
            </a:endParaRPr>
          </a:p>
        </p:txBody>
      </p:sp>
      <p:sp>
        <p:nvSpPr>
          <p:cNvPr id="73" name="TextBox 72"/>
          <p:cNvSpPr txBox="1"/>
          <p:nvPr userDrawn="1"/>
        </p:nvSpPr>
        <p:spPr>
          <a:xfrm>
            <a:off x="123825" y="4836487"/>
            <a:ext cx="25560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smtClean="0">
                <a:solidFill>
                  <a:schemeClr val="accent3"/>
                </a:solidFill>
              </a:rPr>
              <a:t>함께 성장하는 행복한 메모리사업부</a:t>
            </a:r>
            <a:endParaRPr lang="ko-KR" altLang="en-US" sz="1013" dirty="0">
              <a:solidFill>
                <a:schemeClr val="accent3"/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 hasCustomPrompt="1"/>
          </p:nvPr>
        </p:nvSpPr>
        <p:spPr>
          <a:xfrm>
            <a:off x="444882" y="986400"/>
            <a:ext cx="7886700" cy="1381314"/>
          </a:xfrm>
        </p:spPr>
        <p:txBody>
          <a:bodyPr>
            <a:noAutofit/>
          </a:bodyPr>
          <a:lstStyle>
            <a:lvl1pPr>
              <a:lnSpc>
                <a:spcPct val="120000"/>
              </a:lnSpc>
              <a:defRPr sz="3600" b="1"/>
            </a:lvl1pPr>
          </a:lstStyle>
          <a:p>
            <a:r>
              <a:rPr lang="ko-KR" altLang="en-US" dirty="0" smtClean="0"/>
              <a:t>타이틀</a:t>
            </a:r>
            <a:br>
              <a:rPr lang="ko-KR" altLang="en-US" dirty="0" smtClean="0"/>
            </a:br>
            <a:r>
              <a:rPr lang="en-US" altLang="ko-KR" dirty="0" smtClean="0"/>
              <a:t>(</a:t>
            </a:r>
            <a:r>
              <a:rPr lang="ko-KR" altLang="en-US" dirty="0" smtClean="0"/>
              <a:t>맑은 고딕 </a:t>
            </a:r>
            <a:r>
              <a:rPr lang="en-US" altLang="ko-KR" dirty="0" smtClean="0"/>
              <a:t>Bold, 36) </a:t>
            </a:r>
            <a:endParaRPr lang="ko-KR" altLang="en-US" dirty="0"/>
          </a:p>
        </p:txBody>
      </p:sp>
      <p:pic>
        <p:nvPicPr>
          <p:cNvPr id="69" name="그림 6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6324" y="241571"/>
            <a:ext cx="891260" cy="135537"/>
          </a:xfrm>
          <a:prstGeom prst="rect">
            <a:avLst/>
          </a:prstGeom>
        </p:spPr>
      </p:pic>
      <p:sp>
        <p:nvSpPr>
          <p:cNvPr id="7" name="텍스트 개체 틀 6"/>
          <p:cNvSpPr>
            <a:spLocks noGrp="1"/>
          </p:cNvSpPr>
          <p:nvPr>
            <p:ph type="body" sz="quarter" idx="10" hasCustomPrompt="1"/>
          </p:nvPr>
        </p:nvSpPr>
        <p:spPr>
          <a:xfrm>
            <a:off x="445294" y="2550319"/>
            <a:ext cx="5763816" cy="1275792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700"/>
            </a:lvl1pPr>
          </a:lstStyle>
          <a:p>
            <a:pPr lvl="0"/>
            <a:r>
              <a:rPr lang="en-US" altLang="ko-KR" dirty="0" smtClean="0"/>
              <a:t>'23.00.00(</a:t>
            </a:r>
            <a:r>
              <a:rPr lang="ko-KR" altLang="en-US" dirty="0" smtClean="0"/>
              <a:t>월</a:t>
            </a:r>
            <a:r>
              <a:rPr lang="en-US" altLang="ko-KR" dirty="0" smtClean="0"/>
              <a:t>)</a:t>
            </a:r>
          </a:p>
          <a:p>
            <a:pPr lvl="0"/>
            <a:r>
              <a:rPr lang="ko-KR" altLang="en-US" dirty="0" smtClean="0"/>
              <a:t>부서명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작성자</a:t>
            </a:r>
            <a:endParaRPr lang="en-US" altLang="ko-KR" dirty="0" smtClean="0"/>
          </a:p>
          <a:p>
            <a:pPr lvl="0"/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17)</a:t>
            </a:r>
          </a:p>
        </p:txBody>
      </p:sp>
      <p:grpSp>
        <p:nvGrpSpPr>
          <p:cNvPr id="71" name="그룹 70"/>
          <p:cNvGrpSpPr/>
          <p:nvPr userDrawn="1"/>
        </p:nvGrpSpPr>
        <p:grpSpPr>
          <a:xfrm>
            <a:off x="7369745" y="3058340"/>
            <a:ext cx="429421" cy="426331"/>
            <a:chOff x="9953326" y="1906087"/>
            <a:chExt cx="572561" cy="568441"/>
          </a:xfrm>
        </p:grpSpPr>
        <p:sp>
          <p:nvSpPr>
            <p:cNvPr id="72" name="액자 71"/>
            <p:cNvSpPr/>
            <p:nvPr/>
          </p:nvSpPr>
          <p:spPr>
            <a:xfrm>
              <a:off x="10069109" y="2020371"/>
              <a:ext cx="348615" cy="349682"/>
            </a:xfrm>
            <a:prstGeom prst="frame">
              <a:avLst/>
            </a:prstGeom>
            <a:solidFill>
              <a:srgbClr val="EBF0FF"/>
            </a:solidFill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>
                <a:solidFill>
                  <a:schemeClr val="tx1"/>
                </a:solidFill>
              </a:endParaRPr>
            </a:p>
          </p:txBody>
        </p:sp>
        <p:cxnSp>
          <p:nvCxnSpPr>
            <p:cNvPr id="74" name="직선 연결선 73"/>
            <p:cNvCxnSpPr/>
            <p:nvPr/>
          </p:nvCxnSpPr>
          <p:spPr>
            <a:xfrm>
              <a:off x="10158052" y="1906087"/>
              <a:ext cx="0" cy="108163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연결선 74"/>
            <p:cNvCxnSpPr/>
            <p:nvPr/>
          </p:nvCxnSpPr>
          <p:spPr>
            <a:xfrm>
              <a:off x="10243597" y="1906087"/>
              <a:ext cx="0" cy="108163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연결선 75"/>
            <p:cNvCxnSpPr/>
            <p:nvPr/>
          </p:nvCxnSpPr>
          <p:spPr>
            <a:xfrm>
              <a:off x="10329141" y="1906087"/>
              <a:ext cx="0" cy="108163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연결선 76"/>
            <p:cNvCxnSpPr/>
            <p:nvPr/>
          </p:nvCxnSpPr>
          <p:spPr>
            <a:xfrm>
              <a:off x="10158052" y="2366365"/>
              <a:ext cx="0" cy="108163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연결선 77"/>
            <p:cNvCxnSpPr/>
            <p:nvPr/>
          </p:nvCxnSpPr>
          <p:spPr>
            <a:xfrm>
              <a:off x="10243597" y="2366365"/>
              <a:ext cx="0" cy="108163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연결선 78"/>
            <p:cNvCxnSpPr/>
            <p:nvPr/>
          </p:nvCxnSpPr>
          <p:spPr>
            <a:xfrm>
              <a:off x="10329141" y="2366365"/>
              <a:ext cx="0" cy="108163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" name="그룹 79"/>
            <p:cNvGrpSpPr/>
            <p:nvPr/>
          </p:nvGrpSpPr>
          <p:grpSpPr>
            <a:xfrm rot="16200000">
              <a:off x="10386261" y="2139704"/>
              <a:ext cx="171089" cy="108163"/>
              <a:chOff x="10068517" y="2366365"/>
              <a:chExt cx="171089" cy="108163"/>
            </a:xfrm>
          </p:grpSpPr>
          <p:cxnSp>
            <p:nvCxnSpPr>
              <p:cNvPr id="85" name="직선 연결선 84"/>
              <p:cNvCxnSpPr/>
              <p:nvPr/>
            </p:nvCxnSpPr>
            <p:spPr>
              <a:xfrm>
                <a:off x="10068517" y="2366365"/>
                <a:ext cx="0" cy="108163"/>
              </a:xfrm>
              <a:prstGeom prst="line">
                <a:avLst/>
              </a:prstGeom>
              <a:ln w="12700"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직선 연결선 85"/>
              <p:cNvCxnSpPr/>
              <p:nvPr/>
            </p:nvCxnSpPr>
            <p:spPr>
              <a:xfrm>
                <a:off x="10154062" y="2366365"/>
                <a:ext cx="0" cy="108163"/>
              </a:xfrm>
              <a:prstGeom prst="line">
                <a:avLst/>
              </a:prstGeom>
              <a:ln w="12700"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직선 연결선 86"/>
              <p:cNvCxnSpPr/>
              <p:nvPr/>
            </p:nvCxnSpPr>
            <p:spPr>
              <a:xfrm>
                <a:off x="10239606" y="2366365"/>
                <a:ext cx="0" cy="108163"/>
              </a:xfrm>
              <a:prstGeom prst="line">
                <a:avLst/>
              </a:prstGeom>
              <a:ln w="12700"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1" name="그룹 80"/>
            <p:cNvGrpSpPr/>
            <p:nvPr/>
          </p:nvGrpSpPr>
          <p:grpSpPr>
            <a:xfrm rot="16200000">
              <a:off x="9921863" y="2139704"/>
              <a:ext cx="171089" cy="108163"/>
              <a:chOff x="10068517" y="2366365"/>
              <a:chExt cx="171089" cy="108163"/>
            </a:xfrm>
          </p:grpSpPr>
          <p:cxnSp>
            <p:nvCxnSpPr>
              <p:cNvPr id="82" name="직선 연결선 81"/>
              <p:cNvCxnSpPr/>
              <p:nvPr/>
            </p:nvCxnSpPr>
            <p:spPr>
              <a:xfrm>
                <a:off x="10068517" y="2366365"/>
                <a:ext cx="0" cy="108163"/>
              </a:xfrm>
              <a:prstGeom prst="line">
                <a:avLst/>
              </a:prstGeom>
              <a:ln w="12700"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직선 연결선 82"/>
              <p:cNvCxnSpPr/>
              <p:nvPr/>
            </p:nvCxnSpPr>
            <p:spPr>
              <a:xfrm>
                <a:off x="10154062" y="2366365"/>
                <a:ext cx="0" cy="108163"/>
              </a:xfrm>
              <a:prstGeom prst="line">
                <a:avLst/>
              </a:prstGeom>
              <a:ln w="12700"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직선 연결선 83"/>
              <p:cNvCxnSpPr/>
              <p:nvPr/>
            </p:nvCxnSpPr>
            <p:spPr>
              <a:xfrm>
                <a:off x="10239606" y="2366365"/>
                <a:ext cx="0" cy="108163"/>
              </a:xfrm>
              <a:prstGeom prst="line">
                <a:avLst/>
              </a:prstGeom>
              <a:ln w="12700"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8" name="그룹 87"/>
          <p:cNvGrpSpPr/>
          <p:nvPr userDrawn="1"/>
        </p:nvGrpSpPr>
        <p:grpSpPr>
          <a:xfrm>
            <a:off x="7986624" y="3057699"/>
            <a:ext cx="374659" cy="428156"/>
            <a:chOff x="10928231" y="3770406"/>
            <a:chExt cx="499545" cy="570875"/>
          </a:xfrm>
        </p:grpSpPr>
        <p:sp>
          <p:nvSpPr>
            <p:cNvPr id="89" name="모서리가 둥근 직사각형 88"/>
            <p:cNvSpPr/>
            <p:nvPr/>
          </p:nvSpPr>
          <p:spPr>
            <a:xfrm>
              <a:off x="11074248" y="3770406"/>
              <a:ext cx="61198" cy="570875"/>
            </a:xfrm>
            <a:prstGeom prst="roundRect">
              <a:avLst>
                <a:gd name="adj" fmla="val 50000"/>
              </a:avLst>
            </a:prstGeom>
            <a:solidFill>
              <a:srgbClr val="EBF0FF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90" name="모서리가 둥근 직사각형 89"/>
            <p:cNvSpPr/>
            <p:nvPr/>
          </p:nvSpPr>
          <p:spPr>
            <a:xfrm>
              <a:off x="11228101" y="3770406"/>
              <a:ext cx="61198" cy="570875"/>
            </a:xfrm>
            <a:prstGeom prst="roundRect">
              <a:avLst>
                <a:gd name="adj" fmla="val 50000"/>
              </a:avLst>
            </a:prstGeom>
            <a:solidFill>
              <a:srgbClr val="EBF0FF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91" name="타원 90"/>
            <p:cNvSpPr/>
            <p:nvPr/>
          </p:nvSpPr>
          <p:spPr>
            <a:xfrm rot="16200000">
              <a:off x="10928231" y="4156106"/>
              <a:ext cx="39600" cy="39600"/>
            </a:xfrm>
            <a:prstGeom prst="ellipse">
              <a:avLst/>
            </a:prstGeom>
            <a:solidFill>
              <a:srgbClr val="EBF0FF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92" name="타원 91"/>
            <p:cNvSpPr/>
            <p:nvPr/>
          </p:nvSpPr>
          <p:spPr>
            <a:xfrm rot="16200000">
              <a:off x="11388176" y="4156106"/>
              <a:ext cx="39600" cy="39600"/>
            </a:xfrm>
            <a:prstGeom prst="ellipse">
              <a:avLst/>
            </a:prstGeom>
            <a:solidFill>
              <a:srgbClr val="EBF0FF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cxnSp>
          <p:nvCxnSpPr>
            <p:cNvPr id="93" name="직선 연결선 92"/>
            <p:cNvCxnSpPr>
              <a:stCxn id="91" idx="4"/>
              <a:endCxn id="92" idx="0"/>
            </p:cNvCxnSpPr>
            <p:nvPr/>
          </p:nvCxnSpPr>
          <p:spPr>
            <a:xfrm>
              <a:off x="10967831" y="4175906"/>
              <a:ext cx="420345" cy="0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타원 93"/>
            <p:cNvSpPr/>
            <p:nvPr/>
          </p:nvSpPr>
          <p:spPr>
            <a:xfrm rot="16200000">
              <a:off x="10928231" y="4035872"/>
              <a:ext cx="39600" cy="39600"/>
            </a:xfrm>
            <a:prstGeom prst="ellipse">
              <a:avLst/>
            </a:prstGeom>
            <a:solidFill>
              <a:srgbClr val="EBF0FF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95" name="타원 94"/>
            <p:cNvSpPr/>
            <p:nvPr/>
          </p:nvSpPr>
          <p:spPr>
            <a:xfrm rot="16200000">
              <a:off x="11388176" y="4035872"/>
              <a:ext cx="39600" cy="39600"/>
            </a:xfrm>
            <a:prstGeom prst="ellipse">
              <a:avLst/>
            </a:prstGeom>
            <a:solidFill>
              <a:srgbClr val="EBF0FF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cxnSp>
          <p:nvCxnSpPr>
            <p:cNvPr id="96" name="직선 연결선 95"/>
            <p:cNvCxnSpPr>
              <a:stCxn id="94" idx="4"/>
              <a:endCxn id="95" idx="0"/>
            </p:cNvCxnSpPr>
            <p:nvPr/>
          </p:nvCxnSpPr>
          <p:spPr>
            <a:xfrm>
              <a:off x="10967831" y="4055672"/>
              <a:ext cx="420345" cy="0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타원 96"/>
            <p:cNvSpPr/>
            <p:nvPr/>
          </p:nvSpPr>
          <p:spPr>
            <a:xfrm rot="16200000">
              <a:off x="10928231" y="3921869"/>
              <a:ext cx="39600" cy="39600"/>
            </a:xfrm>
            <a:prstGeom prst="ellipse">
              <a:avLst/>
            </a:prstGeom>
            <a:solidFill>
              <a:srgbClr val="EBF0FF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98" name="타원 97"/>
            <p:cNvSpPr/>
            <p:nvPr/>
          </p:nvSpPr>
          <p:spPr>
            <a:xfrm rot="16200000">
              <a:off x="11388176" y="3921869"/>
              <a:ext cx="39600" cy="39600"/>
            </a:xfrm>
            <a:prstGeom prst="ellipse">
              <a:avLst/>
            </a:prstGeom>
            <a:solidFill>
              <a:srgbClr val="EBF0FF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cxnSp>
          <p:nvCxnSpPr>
            <p:cNvPr id="99" name="직선 연결선 98"/>
            <p:cNvCxnSpPr>
              <a:stCxn id="97" idx="4"/>
              <a:endCxn id="98" idx="0"/>
            </p:cNvCxnSpPr>
            <p:nvPr/>
          </p:nvCxnSpPr>
          <p:spPr>
            <a:xfrm>
              <a:off x="10967831" y="3941669"/>
              <a:ext cx="420345" cy="0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직사각형 99"/>
            <p:cNvSpPr/>
            <p:nvPr/>
          </p:nvSpPr>
          <p:spPr>
            <a:xfrm>
              <a:off x="11074248" y="3856618"/>
              <a:ext cx="215051" cy="399069"/>
            </a:xfrm>
            <a:prstGeom prst="rect">
              <a:avLst/>
            </a:prstGeom>
            <a:solidFill>
              <a:srgbClr val="EBF0FF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101" name="직사각형 100"/>
            <p:cNvSpPr/>
            <p:nvPr/>
          </p:nvSpPr>
          <p:spPr>
            <a:xfrm>
              <a:off x="11107336" y="3888626"/>
              <a:ext cx="147404" cy="332771"/>
            </a:xfrm>
            <a:prstGeom prst="rect">
              <a:avLst/>
            </a:prstGeom>
            <a:solidFill>
              <a:srgbClr val="EBF0FF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</p:grpSp>
      <p:grpSp>
        <p:nvGrpSpPr>
          <p:cNvPr id="102" name="그룹 101"/>
          <p:cNvGrpSpPr/>
          <p:nvPr userDrawn="1"/>
        </p:nvGrpSpPr>
        <p:grpSpPr>
          <a:xfrm>
            <a:off x="7369915" y="4287007"/>
            <a:ext cx="428203" cy="428203"/>
            <a:chOff x="10893353" y="4700009"/>
            <a:chExt cx="570937" cy="570937"/>
          </a:xfrm>
        </p:grpSpPr>
        <p:cxnSp>
          <p:nvCxnSpPr>
            <p:cNvPr id="103" name="직선 연결선 102"/>
            <p:cNvCxnSpPr/>
            <p:nvPr/>
          </p:nvCxnSpPr>
          <p:spPr>
            <a:xfrm>
              <a:off x="10893353" y="4903996"/>
              <a:ext cx="570937" cy="0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직선 연결선 103"/>
            <p:cNvCxnSpPr/>
            <p:nvPr/>
          </p:nvCxnSpPr>
          <p:spPr>
            <a:xfrm>
              <a:off x="10893353" y="4985477"/>
              <a:ext cx="570937" cy="0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직선 연결선 104"/>
            <p:cNvCxnSpPr/>
            <p:nvPr/>
          </p:nvCxnSpPr>
          <p:spPr>
            <a:xfrm>
              <a:off x="10893353" y="5066958"/>
              <a:ext cx="570937" cy="0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6" name="그룹 105"/>
            <p:cNvGrpSpPr/>
            <p:nvPr/>
          </p:nvGrpSpPr>
          <p:grpSpPr>
            <a:xfrm rot="5400000">
              <a:off x="10895840" y="4903997"/>
              <a:ext cx="570937" cy="162962"/>
              <a:chOff x="11055278" y="4903996"/>
              <a:chExt cx="570937" cy="162962"/>
            </a:xfrm>
          </p:grpSpPr>
          <p:cxnSp>
            <p:nvCxnSpPr>
              <p:cNvPr id="110" name="직선 연결선 109"/>
              <p:cNvCxnSpPr/>
              <p:nvPr/>
            </p:nvCxnSpPr>
            <p:spPr>
              <a:xfrm>
                <a:off x="11055278" y="4903996"/>
                <a:ext cx="570937" cy="0"/>
              </a:xfrm>
              <a:prstGeom prst="line">
                <a:avLst/>
              </a:prstGeom>
              <a:ln w="12700"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직선 연결선 110"/>
              <p:cNvCxnSpPr/>
              <p:nvPr/>
            </p:nvCxnSpPr>
            <p:spPr>
              <a:xfrm>
                <a:off x="11055278" y="4985477"/>
                <a:ext cx="570937" cy="0"/>
              </a:xfrm>
              <a:prstGeom prst="line">
                <a:avLst/>
              </a:prstGeom>
              <a:ln w="12700"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직선 연결선 111"/>
              <p:cNvCxnSpPr/>
              <p:nvPr/>
            </p:nvCxnSpPr>
            <p:spPr>
              <a:xfrm>
                <a:off x="11055278" y="5066958"/>
                <a:ext cx="570937" cy="0"/>
              </a:xfrm>
              <a:prstGeom prst="line">
                <a:avLst/>
              </a:prstGeom>
              <a:ln w="12700"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7" name="모서리가 둥근 직사각형 106"/>
            <p:cNvSpPr/>
            <p:nvPr/>
          </p:nvSpPr>
          <p:spPr>
            <a:xfrm>
              <a:off x="11009913" y="4815810"/>
              <a:ext cx="338171" cy="337215"/>
            </a:xfrm>
            <a:prstGeom prst="roundRect">
              <a:avLst>
                <a:gd name="adj" fmla="val 9890"/>
              </a:avLst>
            </a:prstGeom>
            <a:solidFill>
              <a:srgbClr val="EBF0FF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108" name="육각형 107"/>
            <p:cNvSpPr/>
            <p:nvPr/>
          </p:nvSpPr>
          <p:spPr>
            <a:xfrm>
              <a:off x="11052810" y="4878704"/>
              <a:ext cx="251460" cy="216000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109" name="다이아몬드 108"/>
            <p:cNvSpPr/>
            <p:nvPr/>
          </p:nvSpPr>
          <p:spPr>
            <a:xfrm>
              <a:off x="11107336" y="4913082"/>
              <a:ext cx="143858" cy="143858"/>
            </a:xfrm>
            <a:prstGeom prst="diamond">
              <a:avLst/>
            </a:prstGeom>
            <a:solidFill>
              <a:srgbClr val="EBF0FF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</p:grpSp>
      <p:grpSp>
        <p:nvGrpSpPr>
          <p:cNvPr id="113" name="그룹 112"/>
          <p:cNvGrpSpPr/>
          <p:nvPr userDrawn="1"/>
        </p:nvGrpSpPr>
        <p:grpSpPr>
          <a:xfrm>
            <a:off x="7488015" y="3673950"/>
            <a:ext cx="198682" cy="434659"/>
            <a:chOff x="10111019" y="4695400"/>
            <a:chExt cx="264909" cy="579545"/>
          </a:xfrm>
        </p:grpSpPr>
        <p:cxnSp>
          <p:nvCxnSpPr>
            <p:cNvPr id="114" name="직선 연결선 113"/>
            <p:cNvCxnSpPr/>
            <p:nvPr/>
          </p:nvCxnSpPr>
          <p:spPr>
            <a:xfrm>
              <a:off x="10131973" y="4695400"/>
              <a:ext cx="0" cy="579545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직선 연결선 114"/>
            <p:cNvCxnSpPr/>
            <p:nvPr/>
          </p:nvCxnSpPr>
          <p:spPr>
            <a:xfrm>
              <a:off x="10206268" y="4695400"/>
              <a:ext cx="0" cy="579545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직선 연결선 115"/>
            <p:cNvCxnSpPr/>
            <p:nvPr/>
          </p:nvCxnSpPr>
          <p:spPr>
            <a:xfrm>
              <a:off x="10280004" y="4695400"/>
              <a:ext cx="0" cy="579545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직선 연결선 116"/>
            <p:cNvCxnSpPr/>
            <p:nvPr/>
          </p:nvCxnSpPr>
          <p:spPr>
            <a:xfrm>
              <a:off x="10353692" y="4695400"/>
              <a:ext cx="0" cy="579545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직사각형 117"/>
            <p:cNvSpPr/>
            <p:nvPr/>
          </p:nvSpPr>
          <p:spPr>
            <a:xfrm>
              <a:off x="10111019" y="4792006"/>
              <a:ext cx="45719" cy="389593"/>
            </a:xfrm>
            <a:prstGeom prst="rect">
              <a:avLst/>
            </a:prstGeom>
            <a:solidFill>
              <a:srgbClr val="EBF0FF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119" name="직사각형 118"/>
            <p:cNvSpPr/>
            <p:nvPr/>
          </p:nvSpPr>
          <p:spPr>
            <a:xfrm>
              <a:off x="10184082" y="4792006"/>
              <a:ext cx="45719" cy="389593"/>
            </a:xfrm>
            <a:prstGeom prst="rect">
              <a:avLst/>
            </a:prstGeom>
            <a:solidFill>
              <a:srgbClr val="EBF0FF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120" name="직사각형 119"/>
            <p:cNvSpPr/>
            <p:nvPr/>
          </p:nvSpPr>
          <p:spPr>
            <a:xfrm>
              <a:off x="10257145" y="4792006"/>
              <a:ext cx="45719" cy="389593"/>
            </a:xfrm>
            <a:prstGeom prst="rect">
              <a:avLst/>
            </a:prstGeom>
            <a:solidFill>
              <a:srgbClr val="EBF0FF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121" name="직사각형 120"/>
            <p:cNvSpPr/>
            <p:nvPr/>
          </p:nvSpPr>
          <p:spPr>
            <a:xfrm>
              <a:off x="10330209" y="4792006"/>
              <a:ext cx="45719" cy="389593"/>
            </a:xfrm>
            <a:prstGeom prst="rect">
              <a:avLst/>
            </a:prstGeom>
            <a:solidFill>
              <a:srgbClr val="EBF0FF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122" name="타원 121"/>
            <p:cNvSpPr/>
            <p:nvPr/>
          </p:nvSpPr>
          <p:spPr>
            <a:xfrm>
              <a:off x="10111019" y="4853022"/>
              <a:ext cx="264909" cy="26490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123" name="타원 122"/>
            <p:cNvSpPr/>
            <p:nvPr/>
          </p:nvSpPr>
          <p:spPr>
            <a:xfrm>
              <a:off x="10156276" y="4898281"/>
              <a:ext cx="174394" cy="174392"/>
            </a:xfrm>
            <a:prstGeom prst="ellipse">
              <a:avLst/>
            </a:prstGeom>
            <a:solidFill>
              <a:srgbClr val="EBF0FF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</p:grpSp>
      <p:pic>
        <p:nvPicPr>
          <p:cNvPr id="124" name="그림 12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873" y="4815579"/>
            <a:ext cx="1000125" cy="26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1045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그림 8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31" name="그룹 30"/>
          <p:cNvGrpSpPr/>
          <p:nvPr userDrawn="1"/>
        </p:nvGrpSpPr>
        <p:grpSpPr>
          <a:xfrm>
            <a:off x="7369745" y="3058340"/>
            <a:ext cx="429421" cy="426331"/>
            <a:chOff x="9953326" y="1906087"/>
            <a:chExt cx="572561" cy="568441"/>
          </a:xfrm>
        </p:grpSpPr>
        <p:sp>
          <p:nvSpPr>
            <p:cNvPr id="32" name="액자 31"/>
            <p:cNvSpPr/>
            <p:nvPr/>
          </p:nvSpPr>
          <p:spPr>
            <a:xfrm>
              <a:off x="10069109" y="2020371"/>
              <a:ext cx="348615" cy="349682"/>
            </a:xfrm>
            <a:prstGeom prst="frame">
              <a:avLst/>
            </a:prstGeom>
            <a:solidFill>
              <a:srgbClr val="EBF0FF"/>
            </a:solidFill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>
                <a:solidFill>
                  <a:schemeClr val="tx1"/>
                </a:solidFill>
              </a:endParaRPr>
            </a:p>
          </p:txBody>
        </p:sp>
        <p:cxnSp>
          <p:nvCxnSpPr>
            <p:cNvPr id="33" name="직선 연결선 32"/>
            <p:cNvCxnSpPr/>
            <p:nvPr/>
          </p:nvCxnSpPr>
          <p:spPr>
            <a:xfrm>
              <a:off x="10158052" y="1906087"/>
              <a:ext cx="0" cy="108163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/>
            <p:cNvCxnSpPr/>
            <p:nvPr/>
          </p:nvCxnSpPr>
          <p:spPr>
            <a:xfrm>
              <a:off x="10243597" y="1906087"/>
              <a:ext cx="0" cy="108163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/>
            <p:cNvCxnSpPr/>
            <p:nvPr/>
          </p:nvCxnSpPr>
          <p:spPr>
            <a:xfrm>
              <a:off x="10329141" y="1906087"/>
              <a:ext cx="0" cy="108163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연결선 35"/>
            <p:cNvCxnSpPr/>
            <p:nvPr/>
          </p:nvCxnSpPr>
          <p:spPr>
            <a:xfrm>
              <a:off x="10158052" y="2366365"/>
              <a:ext cx="0" cy="108163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/>
            <p:cNvCxnSpPr/>
            <p:nvPr/>
          </p:nvCxnSpPr>
          <p:spPr>
            <a:xfrm>
              <a:off x="10243597" y="2366365"/>
              <a:ext cx="0" cy="108163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/>
            <p:cNvCxnSpPr/>
            <p:nvPr/>
          </p:nvCxnSpPr>
          <p:spPr>
            <a:xfrm>
              <a:off x="10329141" y="2366365"/>
              <a:ext cx="0" cy="108163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그룹 38"/>
            <p:cNvGrpSpPr/>
            <p:nvPr/>
          </p:nvGrpSpPr>
          <p:grpSpPr>
            <a:xfrm rot="16200000">
              <a:off x="10386261" y="2139704"/>
              <a:ext cx="171089" cy="108163"/>
              <a:chOff x="10068517" y="2366365"/>
              <a:chExt cx="171089" cy="108163"/>
            </a:xfrm>
          </p:grpSpPr>
          <p:cxnSp>
            <p:nvCxnSpPr>
              <p:cNvPr id="44" name="직선 연결선 43"/>
              <p:cNvCxnSpPr/>
              <p:nvPr/>
            </p:nvCxnSpPr>
            <p:spPr>
              <a:xfrm>
                <a:off x="10068517" y="2366365"/>
                <a:ext cx="0" cy="108163"/>
              </a:xfrm>
              <a:prstGeom prst="line">
                <a:avLst/>
              </a:prstGeom>
              <a:ln w="12700"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직선 연결선 44"/>
              <p:cNvCxnSpPr/>
              <p:nvPr/>
            </p:nvCxnSpPr>
            <p:spPr>
              <a:xfrm>
                <a:off x="10154062" y="2366365"/>
                <a:ext cx="0" cy="108163"/>
              </a:xfrm>
              <a:prstGeom prst="line">
                <a:avLst/>
              </a:prstGeom>
              <a:ln w="12700"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직선 연결선 45"/>
              <p:cNvCxnSpPr/>
              <p:nvPr/>
            </p:nvCxnSpPr>
            <p:spPr>
              <a:xfrm>
                <a:off x="10239606" y="2366365"/>
                <a:ext cx="0" cy="108163"/>
              </a:xfrm>
              <a:prstGeom prst="line">
                <a:avLst/>
              </a:prstGeom>
              <a:ln w="12700"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0" name="그룹 39"/>
            <p:cNvGrpSpPr/>
            <p:nvPr/>
          </p:nvGrpSpPr>
          <p:grpSpPr>
            <a:xfrm rot="16200000">
              <a:off x="9921863" y="2139704"/>
              <a:ext cx="171089" cy="108163"/>
              <a:chOff x="10068517" y="2366365"/>
              <a:chExt cx="171089" cy="108163"/>
            </a:xfrm>
          </p:grpSpPr>
          <p:cxnSp>
            <p:nvCxnSpPr>
              <p:cNvPr id="41" name="직선 연결선 40"/>
              <p:cNvCxnSpPr/>
              <p:nvPr/>
            </p:nvCxnSpPr>
            <p:spPr>
              <a:xfrm>
                <a:off x="10068517" y="2366365"/>
                <a:ext cx="0" cy="108163"/>
              </a:xfrm>
              <a:prstGeom prst="line">
                <a:avLst/>
              </a:prstGeom>
              <a:ln w="12700"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/>
              <p:cNvCxnSpPr/>
              <p:nvPr/>
            </p:nvCxnSpPr>
            <p:spPr>
              <a:xfrm>
                <a:off x="10154062" y="2366365"/>
                <a:ext cx="0" cy="108163"/>
              </a:xfrm>
              <a:prstGeom prst="line">
                <a:avLst/>
              </a:prstGeom>
              <a:ln w="12700"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직선 연결선 42"/>
              <p:cNvCxnSpPr/>
              <p:nvPr/>
            </p:nvCxnSpPr>
            <p:spPr>
              <a:xfrm>
                <a:off x="10239606" y="2366365"/>
                <a:ext cx="0" cy="108163"/>
              </a:xfrm>
              <a:prstGeom prst="line">
                <a:avLst/>
              </a:prstGeom>
              <a:ln w="12700"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7" name="그룹 46"/>
          <p:cNvGrpSpPr/>
          <p:nvPr userDrawn="1"/>
        </p:nvGrpSpPr>
        <p:grpSpPr>
          <a:xfrm>
            <a:off x="7986624" y="3057699"/>
            <a:ext cx="374659" cy="428156"/>
            <a:chOff x="10928231" y="3770406"/>
            <a:chExt cx="499545" cy="570875"/>
          </a:xfrm>
        </p:grpSpPr>
        <p:sp>
          <p:nvSpPr>
            <p:cNvPr id="48" name="모서리가 둥근 직사각형 47"/>
            <p:cNvSpPr/>
            <p:nvPr/>
          </p:nvSpPr>
          <p:spPr>
            <a:xfrm>
              <a:off x="11074248" y="3770406"/>
              <a:ext cx="61198" cy="570875"/>
            </a:xfrm>
            <a:prstGeom prst="roundRect">
              <a:avLst>
                <a:gd name="adj" fmla="val 50000"/>
              </a:avLst>
            </a:prstGeom>
            <a:solidFill>
              <a:srgbClr val="EBF0FF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49" name="모서리가 둥근 직사각형 48"/>
            <p:cNvSpPr/>
            <p:nvPr/>
          </p:nvSpPr>
          <p:spPr>
            <a:xfrm>
              <a:off x="11228101" y="3770406"/>
              <a:ext cx="61198" cy="570875"/>
            </a:xfrm>
            <a:prstGeom prst="roundRect">
              <a:avLst>
                <a:gd name="adj" fmla="val 50000"/>
              </a:avLst>
            </a:prstGeom>
            <a:solidFill>
              <a:srgbClr val="EBF0FF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50" name="타원 49"/>
            <p:cNvSpPr/>
            <p:nvPr/>
          </p:nvSpPr>
          <p:spPr>
            <a:xfrm rot="16200000">
              <a:off x="10928231" y="4156106"/>
              <a:ext cx="39600" cy="39600"/>
            </a:xfrm>
            <a:prstGeom prst="ellipse">
              <a:avLst/>
            </a:prstGeom>
            <a:solidFill>
              <a:srgbClr val="EBF0FF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51" name="타원 50"/>
            <p:cNvSpPr/>
            <p:nvPr/>
          </p:nvSpPr>
          <p:spPr>
            <a:xfrm rot="16200000">
              <a:off x="11388176" y="4156106"/>
              <a:ext cx="39600" cy="39600"/>
            </a:xfrm>
            <a:prstGeom prst="ellipse">
              <a:avLst/>
            </a:prstGeom>
            <a:solidFill>
              <a:srgbClr val="EBF0FF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cxnSp>
          <p:nvCxnSpPr>
            <p:cNvPr id="52" name="직선 연결선 51"/>
            <p:cNvCxnSpPr>
              <a:stCxn id="50" idx="4"/>
              <a:endCxn id="51" idx="0"/>
            </p:cNvCxnSpPr>
            <p:nvPr/>
          </p:nvCxnSpPr>
          <p:spPr>
            <a:xfrm>
              <a:off x="10967831" y="4175906"/>
              <a:ext cx="420345" cy="0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타원 52"/>
            <p:cNvSpPr/>
            <p:nvPr/>
          </p:nvSpPr>
          <p:spPr>
            <a:xfrm rot="16200000">
              <a:off x="10928231" y="4035872"/>
              <a:ext cx="39600" cy="39600"/>
            </a:xfrm>
            <a:prstGeom prst="ellipse">
              <a:avLst/>
            </a:prstGeom>
            <a:solidFill>
              <a:srgbClr val="EBF0FF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54" name="타원 53"/>
            <p:cNvSpPr/>
            <p:nvPr/>
          </p:nvSpPr>
          <p:spPr>
            <a:xfrm rot="16200000">
              <a:off x="11388176" y="4035872"/>
              <a:ext cx="39600" cy="39600"/>
            </a:xfrm>
            <a:prstGeom prst="ellipse">
              <a:avLst/>
            </a:prstGeom>
            <a:solidFill>
              <a:srgbClr val="EBF0FF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cxnSp>
          <p:nvCxnSpPr>
            <p:cNvPr id="55" name="직선 연결선 54"/>
            <p:cNvCxnSpPr>
              <a:stCxn id="53" idx="4"/>
              <a:endCxn id="54" idx="0"/>
            </p:cNvCxnSpPr>
            <p:nvPr/>
          </p:nvCxnSpPr>
          <p:spPr>
            <a:xfrm>
              <a:off x="10967831" y="4055672"/>
              <a:ext cx="420345" cy="0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타원 55"/>
            <p:cNvSpPr/>
            <p:nvPr/>
          </p:nvSpPr>
          <p:spPr>
            <a:xfrm rot="16200000">
              <a:off x="10928231" y="3921869"/>
              <a:ext cx="39600" cy="39600"/>
            </a:xfrm>
            <a:prstGeom prst="ellipse">
              <a:avLst/>
            </a:prstGeom>
            <a:solidFill>
              <a:srgbClr val="EBF0FF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57" name="타원 56"/>
            <p:cNvSpPr/>
            <p:nvPr/>
          </p:nvSpPr>
          <p:spPr>
            <a:xfrm rot="16200000">
              <a:off x="11388176" y="3921869"/>
              <a:ext cx="39600" cy="39600"/>
            </a:xfrm>
            <a:prstGeom prst="ellipse">
              <a:avLst/>
            </a:prstGeom>
            <a:solidFill>
              <a:srgbClr val="EBF0FF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cxnSp>
          <p:nvCxnSpPr>
            <p:cNvPr id="58" name="직선 연결선 57"/>
            <p:cNvCxnSpPr>
              <a:stCxn id="56" idx="4"/>
              <a:endCxn id="57" idx="0"/>
            </p:cNvCxnSpPr>
            <p:nvPr/>
          </p:nvCxnSpPr>
          <p:spPr>
            <a:xfrm>
              <a:off x="10967831" y="3941669"/>
              <a:ext cx="420345" cy="0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직사각형 58"/>
            <p:cNvSpPr/>
            <p:nvPr/>
          </p:nvSpPr>
          <p:spPr>
            <a:xfrm>
              <a:off x="11074248" y="3856618"/>
              <a:ext cx="215051" cy="399069"/>
            </a:xfrm>
            <a:prstGeom prst="rect">
              <a:avLst/>
            </a:prstGeom>
            <a:solidFill>
              <a:srgbClr val="EBF0FF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60" name="직사각형 59"/>
            <p:cNvSpPr/>
            <p:nvPr/>
          </p:nvSpPr>
          <p:spPr>
            <a:xfrm>
              <a:off x="11107336" y="3888626"/>
              <a:ext cx="147404" cy="332771"/>
            </a:xfrm>
            <a:prstGeom prst="rect">
              <a:avLst/>
            </a:prstGeom>
            <a:solidFill>
              <a:srgbClr val="EBF0FF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</p:grpSp>
      <p:grpSp>
        <p:nvGrpSpPr>
          <p:cNvPr id="61" name="그룹 60"/>
          <p:cNvGrpSpPr/>
          <p:nvPr userDrawn="1"/>
        </p:nvGrpSpPr>
        <p:grpSpPr>
          <a:xfrm>
            <a:off x="7369915" y="4287007"/>
            <a:ext cx="428203" cy="428203"/>
            <a:chOff x="10893353" y="4700009"/>
            <a:chExt cx="570937" cy="570937"/>
          </a:xfrm>
        </p:grpSpPr>
        <p:cxnSp>
          <p:nvCxnSpPr>
            <p:cNvPr id="62" name="직선 연결선 61"/>
            <p:cNvCxnSpPr/>
            <p:nvPr/>
          </p:nvCxnSpPr>
          <p:spPr>
            <a:xfrm>
              <a:off x="10893353" y="4903996"/>
              <a:ext cx="570937" cy="0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/>
            <p:cNvCxnSpPr/>
            <p:nvPr/>
          </p:nvCxnSpPr>
          <p:spPr>
            <a:xfrm>
              <a:off x="10893353" y="4985477"/>
              <a:ext cx="570937" cy="0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연결선 63"/>
            <p:cNvCxnSpPr/>
            <p:nvPr/>
          </p:nvCxnSpPr>
          <p:spPr>
            <a:xfrm>
              <a:off x="10893353" y="5066958"/>
              <a:ext cx="570937" cy="0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5" name="그룹 64"/>
            <p:cNvGrpSpPr/>
            <p:nvPr/>
          </p:nvGrpSpPr>
          <p:grpSpPr>
            <a:xfrm rot="5400000">
              <a:off x="10895840" y="4903997"/>
              <a:ext cx="570937" cy="162962"/>
              <a:chOff x="11055278" y="4903996"/>
              <a:chExt cx="570937" cy="162962"/>
            </a:xfrm>
          </p:grpSpPr>
          <p:cxnSp>
            <p:nvCxnSpPr>
              <p:cNvPr id="69" name="직선 연결선 68"/>
              <p:cNvCxnSpPr/>
              <p:nvPr/>
            </p:nvCxnSpPr>
            <p:spPr>
              <a:xfrm>
                <a:off x="11055278" y="4903996"/>
                <a:ext cx="570937" cy="0"/>
              </a:xfrm>
              <a:prstGeom prst="line">
                <a:avLst/>
              </a:prstGeom>
              <a:ln w="12700"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직선 연결선 69"/>
              <p:cNvCxnSpPr/>
              <p:nvPr/>
            </p:nvCxnSpPr>
            <p:spPr>
              <a:xfrm>
                <a:off x="11055278" y="4985477"/>
                <a:ext cx="570937" cy="0"/>
              </a:xfrm>
              <a:prstGeom prst="line">
                <a:avLst/>
              </a:prstGeom>
              <a:ln w="12700"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직선 연결선 70"/>
              <p:cNvCxnSpPr/>
              <p:nvPr/>
            </p:nvCxnSpPr>
            <p:spPr>
              <a:xfrm>
                <a:off x="11055278" y="5066958"/>
                <a:ext cx="570937" cy="0"/>
              </a:xfrm>
              <a:prstGeom prst="line">
                <a:avLst/>
              </a:prstGeom>
              <a:ln w="12700"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6" name="모서리가 둥근 직사각형 65"/>
            <p:cNvSpPr/>
            <p:nvPr/>
          </p:nvSpPr>
          <p:spPr>
            <a:xfrm>
              <a:off x="11009913" y="4815810"/>
              <a:ext cx="338171" cy="337215"/>
            </a:xfrm>
            <a:prstGeom prst="roundRect">
              <a:avLst>
                <a:gd name="adj" fmla="val 9890"/>
              </a:avLst>
            </a:prstGeom>
            <a:solidFill>
              <a:srgbClr val="EBF0FF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67" name="육각형 66"/>
            <p:cNvSpPr/>
            <p:nvPr/>
          </p:nvSpPr>
          <p:spPr>
            <a:xfrm>
              <a:off x="11052810" y="4878704"/>
              <a:ext cx="251460" cy="216000"/>
            </a:xfrm>
            <a:prstGeom prst="hexagon">
              <a:avLst/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68" name="다이아몬드 67"/>
            <p:cNvSpPr/>
            <p:nvPr/>
          </p:nvSpPr>
          <p:spPr>
            <a:xfrm>
              <a:off x="11107336" y="4913082"/>
              <a:ext cx="143858" cy="143858"/>
            </a:xfrm>
            <a:prstGeom prst="diamond">
              <a:avLst/>
            </a:prstGeom>
            <a:solidFill>
              <a:srgbClr val="EBF0FF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</p:grpSp>
      <p:grpSp>
        <p:nvGrpSpPr>
          <p:cNvPr id="72" name="그룹 71"/>
          <p:cNvGrpSpPr/>
          <p:nvPr userDrawn="1"/>
        </p:nvGrpSpPr>
        <p:grpSpPr>
          <a:xfrm>
            <a:off x="7488015" y="3673950"/>
            <a:ext cx="198682" cy="434659"/>
            <a:chOff x="10111019" y="4695400"/>
            <a:chExt cx="264909" cy="579545"/>
          </a:xfrm>
        </p:grpSpPr>
        <p:cxnSp>
          <p:nvCxnSpPr>
            <p:cNvPr id="73" name="직선 연결선 72"/>
            <p:cNvCxnSpPr/>
            <p:nvPr/>
          </p:nvCxnSpPr>
          <p:spPr>
            <a:xfrm>
              <a:off x="10131973" y="4695400"/>
              <a:ext cx="0" cy="579545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연결선 73"/>
            <p:cNvCxnSpPr/>
            <p:nvPr/>
          </p:nvCxnSpPr>
          <p:spPr>
            <a:xfrm>
              <a:off x="10206268" y="4695400"/>
              <a:ext cx="0" cy="579545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연결선 74"/>
            <p:cNvCxnSpPr/>
            <p:nvPr/>
          </p:nvCxnSpPr>
          <p:spPr>
            <a:xfrm>
              <a:off x="10280004" y="4695400"/>
              <a:ext cx="0" cy="579545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연결선 75"/>
            <p:cNvCxnSpPr/>
            <p:nvPr/>
          </p:nvCxnSpPr>
          <p:spPr>
            <a:xfrm>
              <a:off x="10353692" y="4695400"/>
              <a:ext cx="0" cy="579545"/>
            </a:xfrm>
            <a:prstGeom prst="line">
              <a:avLst/>
            </a:prstGeom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직사각형 76"/>
            <p:cNvSpPr/>
            <p:nvPr/>
          </p:nvSpPr>
          <p:spPr>
            <a:xfrm>
              <a:off x="10111019" y="4792006"/>
              <a:ext cx="45719" cy="389593"/>
            </a:xfrm>
            <a:prstGeom prst="rect">
              <a:avLst/>
            </a:prstGeom>
            <a:solidFill>
              <a:srgbClr val="EBF0FF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10184082" y="4792006"/>
              <a:ext cx="45719" cy="389593"/>
            </a:xfrm>
            <a:prstGeom prst="rect">
              <a:avLst/>
            </a:prstGeom>
            <a:solidFill>
              <a:srgbClr val="EBF0FF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10257145" y="4792006"/>
              <a:ext cx="45719" cy="389593"/>
            </a:xfrm>
            <a:prstGeom prst="rect">
              <a:avLst/>
            </a:prstGeom>
            <a:solidFill>
              <a:srgbClr val="EBF0FF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80" name="직사각형 79"/>
            <p:cNvSpPr/>
            <p:nvPr/>
          </p:nvSpPr>
          <p:spPr>
            <a:xfrm>
              <a:off x="10330209" y="4792006"/>
              <a:ext cx="45719" cy="389593"/>
            </a:xfrm>
            <a:prstGeom prst="rect">
              <a:avLst/>
            </a:prstGeom>
            <a:solidFill>
              <a:srgbClr val="EBF0FF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81" name="타원 80"/>
            <p:cNvSpPr/>
            <p:nvPr/>
          </p:nvSpPr>
          <p:spPr>
            <a:xfrm>
              <a:off x="10111019" y="4853022"/>
              <a:ext cx="264909" cy="264909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  <p:sp>
          <p:nvSpPr>
            <p:cNvPr id="82" name="타원 81"/>
            <p:cNvSpPr/>
            <p:nvPr/>
          </p:nvSpPr>
          <p:spPr>
            <a:xfrm>
              <a:off x="10156276" y="4898281"/>
              <a:ext cx="174394" cy="174392"/>
            </a:xfrm>
            <a:prstGeom prst="ellipse">
              <a:avLst/>
            </a:prstGeom>
            <a:solidFill>
              <a:srgbClr val="EBF0FF"/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13"/>
            </a:p>
          </p:txBody>
        </p:sp>
      </p:grpSp>
      <p:sp>
        <p:nvSpPr>
          <p:cNvPr id="85" name="TextBox 84"/>
          <p:cNvSpPr txBox="1"/>
          <p:nvPr userDrawn="1"/>
        </p:nvSpPr>
        <p:spPr>
          <a:xfrm>
            <a:off x="2658889" y="1820488"/>
            <a:ext cx="8478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solidFill>
                  <a:srgbClr val="0000FF"/>
                </a:solidFill>
                <a:latin typeface="+mj-ea"/>
                <a:ea typeface="+mj-ea"/>
              </a:rPr>
              <a:t>Agenda</a:t>
            </a:r>
            <a:endParaRPr lang="ko-KR" altLang="en-US" sz="1400" b="1" dirty="0">
              <a:solidFill>
                <a:srgbClr val="0000FF"/>
              </a:solidFill>
              <a:latin typeface="+mj-ea"/>
              <a:ea typeface="+mj-ea"/>
            </a:endParaRPr>
          </a:p>
        </p:txBody>
      </p:sp>
      <p:cxnSp>
        <p:nvCxnSpPr>
          <p:cNvPr id="86" name="직선 연결선 85"/>
          <p:cNvCxnSpPr/>
          <p:nvPr userDrawn="1"/>
        </p:nvCxnSpPr>
        <p:spPr>
          <a:xfrm>
            <a:off x="2679838" y="1744280"/>
            <a:ext cx="711827" cy="0"/>
          </a:xfrm>
          <a:prstGeom prst="line">
            <a:avLst/>
          </a:prstGeom>
          <a:ln w="635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/>
          <p:cNvCxnSpPr/>
          <p:nvPr userDrawn="1"/>
        </p:nvCxnSpPr>
        <p:spPr>
          <a:xfrm>
            <a:off x="3535285" y="1744280"/>
            <a:ext cx="2030922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텍스트 개체 틀 6"/>
          <p:cNvSpPr>
            <a:spLocks noGrp="1"/>
          </p:cNvSpPr>
          <p:nvPr>
            <p:ph type="body" sz="quarter" idx="10" hasCustomPrompt="1"/>
          </p:nvPr>
        </p:nvSpPr>
        <p:spPr>
          <a:xfrm>
            <a:off x="3456797" y="1632164"/>
            <a:ext cx="3534855" cy="2814648"/>
          </a:xfrm>
        </p:spPr>
        <p:txBody>
          <a:bodyPr>
            <a:normAutofit/>
          </a:bodyPr>
          <a:lstStyle>
            <a:lvl1pPr marL="257175" indent="-257175">
              <a:lnSpc>
                <a:spcPct val="250000"/>
              </a:lnSpc>
              <a:buFont typeface="+mj-lt"/>
              <a:buAutoNum type="arabicPeriod"/>
              <a:defRPr sz="1400">
                <a:latin typeface="+mj-ea"/>
                <a:ea typeface="+mj-ea"/>
              </a:defRPr>
            </a:lvl1pPr>
          </a:lstStyle>
          <a:p>
            <a:pPr lvl="0"/>
            <a:r>
              <a:rPr lang="en-US" altLang="ko-KR" dirty="0" smtClean="0"/>
              <a:t>Contents 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14)</a:t>
            </a:r>
          </a:p>
          <a:p>
            <a:pPr lvl="0"/>
            <a:r>
              <a:rPr lang="en-US" altLang="ko-KR" dirty="0" smtClean="0"/>
              <a:t>Contents 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14)</a:t>
            </a:r>
          </a:p>
          <a:p>
            <a:pPr lvl="0"/>
            <a:r>
              <a:rPr lang="en-US" altLang="ko-KR" dirty="0" smtClean="0"/>
              <a:t>Contents 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14)</a:t>
            </a:r>
          </a:p>
          <a:p>
            <a:pPr lvl="0"/>
            <a:r>
              <a:rPr lang="en-US" altLang="ko-KR" dirty="0" smtClean="0"/>
              <a:t>Contents 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14)</a:t>
            </a:r>
          </a:p>
        </p:txBody>
      </p:sp>
      <p:pic>
        <p:nvPicPr>
          <p:cNvPr id="89" name="그림 8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6324" y="241571"/>
            <a:ext cx="891260" cy="135537"/>
          </a:xfrm>
          <a:prstGeom prst="rect">
            <a:avLst/>
          </a:prstGeom>
        </p:spPr>
      </p:pic>
      <p:sp>
        <p:nvSpPr>
          <p:cNvPr id="91" name="TextBox 90"/>
          <p:cNvSpPr txBox="1"/>
          <p:nvPr userDrawn="1"/>
        </p:nvSpPr>
        <p:spPr>
          <a:xfrm>
            <a:off x="219967" y="4836487"/>
            <a:ext cx="25560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smtClean="0">
                <a:solidFill>
                  <a:schemeClr val="bg1">
                    <a:lumMod val="65000"/>
                  </a:schemeClr>
                </a:solidFill>
              </a:rPr>
              <a:t>함께 성장하는 행복한 메모리사업부</a:t>
            </a:r>
            <a:endParaRPr lang="ko-KR" altLang="en-US" sz="1013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94" name="그림 9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873" y="4815579"/>
            <a:ext cx="1000125" cy="264319"/>
          </a:xfrm>
          <a:prstGeom prst="rect">
            <a:avLst/>
          </a:prstGeom>
        </p:spPr>
      </p:pic>
      <p:sp>
        <p:nvSpPr>
          <p:cNvPr id="83" name="텍스트 개체 틀 7"/>
          <p:cNvSpPr>
            <a:spLocks noGrp="1"/>
          </p:cNvSpPr>
          <p:nvPr>
            <p:ph type="body" sz="quarter" idx="12" hasCustomPrompt="1"/>
          </p:nvPr>
        </p:nvSpPr>
        <p:spPr>
          <a:xfrm>
            <a:off x="4849177" y="4847779"/>
            <a:ext cx="3188693" cy="232119"/>
          </a:xfrm>
        </p:spPr>
        <p:txBody>
          <a:bodyPr anchor="ctr">
            <a:noAutofit/>
          </a:bodyPr>
          <a:lstStyle>
            <a:lvl1pPr marL="0" indent="0" algn="r">
              <a:buFont typeface="맑은 고딕" panose="020B0503020000020004" pitchFamily="50" charset="-127"/>
              <a:buNone/>
              <a:defRPr sz="900">
                <a:solidFill>
                  <a:srgbClr val="898989"/>
                </a:solidFill>
                <a:latin typeface="+mn-lt"/>
              </a:defRPr>
            </a:lvl1pPr>
          </a:lstStyle>
          <a:p>
            <a:pPr lvl="0"/>
            <a:r>
              <a:rPr lang="ko-KR" altLang="en-US" dirty="0" smtClean="0"/>
              <a:t>부서명 </a:t>
            </a:r>
            <a:r>
              <a:rPr lang="en-US" altLang="ko-KR" dirty="0" smtClean="0"/>
              <a:t>/ </a:t>
            </a:r>
            <a:r>
              <a:rPr lang="ko-KR" altLang="en-US" dirty="0" smtClean="0"/>
              <a:t>작성자</a:t>
            </a:r>
            <a:endParaRPr lang="ko-KR" altLang="en-US" dirty="0"/>
          </a:p>
        </p:txBody>
      </p:sp>
      <p:sp>
        <p:nvSpPr>
          <p:cNvPr id="88" name="TextBox 4"/>
          <p:cNvSpPr txBox="1"/>
          <p:nvPr userDrawn="1"/>
        </p:nvSpPr>
        <p:spPr bwMode="gray">
          <a:xfrm>
            <a:off x="4294823" y="4815579"/>
            <a:ext cx="554355" cy="230820"/>
          </a:xfrm>
          <a:prstGeom prst="rect">
            <a:avLst/>
          </a:prstGeom>
          <a:noFill/>
        </p:spPr>
        <p:txBody>
          <a:bodyPr wrap="square" lIns="68570" tIns="34284" rIns="68570" bIns="34284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67" fontAlgn="base" latinLnBrk="0">
              <a:spcBef>
                <a:spcPct val="0"/>
              </a:spcBef>
              <a:spcAft>
                <a:spcPct val="0"/>
              </a:spcAft>
            </a:pPr>
            <a:fld id="{F445441D-5648-4C4E-924F-9D5109CAF161}" type="slidenum">
              <a:rPr lang="en-US" sz="1050" b="0" smtClean="0">
                <a:solidFill>
                  <a:schemeClr val="bg1">
                    <a:lumMod val="65000"/>
                  </a:schemeClr>
                </a:solidFill>
                <a:latin typeface="+mj-lt"/>
                <a:ea typeface="맑은 고딕"/>
                <a:cs typeface="Arial" panose="020B0604020202020204" pitchFamily="34" charset="0"/>
              </a:rPr>
              <a:pPr algn="ctr" defTabSz="685767" fontAlgn="base" latinLnBrk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r>
              <a:rPr lang="en-US" sz="1050" b="0" dirty="0" smtClean="0">
                <a:solidFill>
                  <a:schemeClr val="bg1">
                    <a:lumMod val="65000"/>
                  </a:schemeClr>
                </a:solidFill>
                <a:latin typeface="+mj-lt"/>
                <a:ea typeface="맑은 고딕"/>
                <a:cs typeface="Arial" panose="020B0604020202020204" pitchFamily="34" charset="0"/>
              </a:rPr>
              <a:t>/7</a:t>
            </a:r>
            <a:endParaRPr lang="en-US" sz="1050" b="0" dirty="0">
              <a:solidFill>
                <a:schemeClr val="bg1">
                  <a:lumMod val="65000"/>
                </a:schemeClr>
              </a:solidFill>
              <a:latin typeface="+mj-lt"/>
              <a:ea typeface="맑은 고딕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59865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표 2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02674067"/>
              </p:ext>
            </p:extLst>
          </p:nvPr>
        </p:nvGraphicFramePr>
        <p:xfrm>
          <a:off x="283845" y="822484"/>
          <a:ext cx="8563425" cy="4021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210">
                  <a:extLst>
                    <a:ext uri="{9D8B030D-6E8A-4147-A177-3AD203B41FA5}">
                      <a16:colId xmlns:a16="http://schemas.microsoft.com/office/drawing/2014/main" val="3898245627"/>
                    </a:ext>
                  </a:extLst>
                </a:gridCol>
                <a:gridCol w="7264215">
                  <a:extLst>
                    <a:ext uri="{9D8B030D-6E8A-4147-A177-3AD203B41FA5}">
                      <a16:colId xmlns:a16="http://schemas.microsoft.com/office/drawing/2014/main" val="3144817818"/>
                    </a:ext>
                  </a:extLst>
                </a:gridCol>
              </a:tblGrid>
              <a:tr h="583406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81000" marB="34290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84647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en-US" altLang="ko-KR" sz="11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81000" marB="34290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631872"/>
                  </a:ext>
                </a:extLst>
              </a:tr>
              <a:tr h="588645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en-US" altLang="ko-KR" sz="11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81000" marB="34290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916304"/>
                  </a:ext>
                </a:extLst>
              </a:tr>
              <a:tr h="155547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endParaRPr lang="en-US" altLang="ko-KR" sz="11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endParaRPr lang="en-US" altLang="ko-KR" sz="11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endParaRPr lang="en-US" altLang="ko-KR" sz="11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endParaRPr lang="en-US" altLang="ko-KR" sz="11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81000" marB="34290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4126143"/>
                  </a:ext>
                </a:extLst>
              </a:tr>
              <a:tr h="625268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81000" marB="34290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4512701"/>
                  </a:ext>
                </a:extLst>
              </a:tr>
            </a:tbl>
          </a:graphicData>
        </a:graphic>
      </p:graphicFrame>
      <p:sp>
        <p:nvSpPr>
          <p:cNvPr id="8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1657350" y="836332"/>
            <a:ext cx="7083029" cy="580766"/>
          </a:xfrm>
        </p:spPr>
        <p:txBody>
          <a:bodyPr anchor="ctr">
            <a:normAutofit/>
          </a:bodyPr>
          <a:lstStyle>
            <a:lvl1pPr marL="214313" marR="0" indent="-180000" algn="l" defTabSz="685800" rtl="0" eaLnBrk="1" fontAlgn="auto" latinLnBrk="1" hangingPunct="1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맑은 고딕" panose="020B0503020000020004" pitchFamily="50" charset="-127"/>
              <a:buChar char="ᆞ"/>
              <a:tabLst/>
              <a:defRPr sz="1100"/>
            </a:lvl1pPr>
          </a:lstStyle>
          <a:p>
            <a:pPr marL="214313" marR="0" lvl="0" indent="-214313" algn="l" defTabSz="685800" rtl="0" eaLnBrk="1" fontAlgn="auto" latinLnBrk="1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dirty="0" smtClean="0"/>
              <a:t>본 보고</a:t>
            </a:r>
            <a:r>
              <a:rPr lang="en-US" altLang="ko-KR" dirty="0" smtClean="0"/>
              <a:t>(</a:t>
            </a:r>
            <a:r>
              <a:rPr lang="ko-KR" altLang="en-US" dirty="0" smtClean="0"/>
              <a:t>또는 회의</a:t>
            </a:r>
            <a:r>
              <a:rPr lang="en-US" altLang="ko-KR" dirty="0" smtClean="0"/>
              <a:t>)</a:t>
            </a:r>
            <a:r>
              <a:rPr lang="ko-KR" altLang="en-US" dirty="0" smtClean="0"/>
              <a:t>의 목적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  <a:p>
            <a:pPr marL="214313" marR="0" lvl="0" indent="-214313" algn="l" defTabSz="685800" rtl="0" eaLnBrk="1" fontAlgn="auto" latinLnBrk="1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o-KR" altLang="en-US" dirty="0" smtClean="0"/>
              <a:t>본 보고</a:t>
            </a:r>
            <a:r>
              <a:rPr lang="en-US" altLang="ko-KR" dirty="0" smtClean="0"/>
              <a:t>(</a:t>
            </a:r>
            <a:r>
              <a:rPr lang="ko-KR" altLang="en-US" dirty="0" smtClean="0"/>
              <a:t>또는 회의</a:t>
            </a:r>
            <a:r>
              <a:rPr lang="en-US" altLang="ko-KR" dirty="0" smtClean="0"/>
              <a:t>)</a:t>
            </a:r>
            <a:r>
              <a:rPr lang="ko-KR" altLang="en-US" dirty="0" smtClean="0"/>
              <a:t>의 목적</a:t>
            </a:r>
            <a:endParaRPr lang="ko-KR" altLang="en-US" dirty="0"/>
          </a:p>
        </p:txBody>
      </p:sp>
      <p:sp>
        <p:nvSpPr>
          <p:cNvPr id="39" name="텍스트 개체 틀 7"/>
          <p:cNvSpPr>
            <a:spLocks noGrp="1"/>
          </p:cNvSpPr>
          <p:nvPr>
            <p:ph type="body" sz="quarter" idx="11" hasCustomPrompt="1"/>
          </p:nvPr>
        </p:nvSpPr>
        <p:spPr>
          <a:xfrm>
            <a:off x="1657350" y="1417098"/>
            <a:ext cx="7083029" cy="590844"/>
          </a:xfrm>
        </p:spPr>
        <p:txBody>
          <a:bodyPr anchor="ctr">
            <a:normAutofit/>
          </a:bodyPr>
          <a:lstStyle>
            <a:lvl1pPr marL="214313" indent="-180000">
              <a:lnSpc>
                <a:spcPct val="120000"/>
              </a:lnSpc>
              <a:buFont typeface="맑은 고딕" panose="020B0503020000020004" pitchFamily="50" charset="-127"/>
              <a:buChar char="ᆞ"/>
              <a:defRPr sz="1100"/>
            </a:lvl1pPr>
          </a:lstStyle>
          <a:p>
            <a:pPr lvl="0"/>
            <a:r>
              <a:rPr lang="ko-KR" altLang="en-US" dirty="0" smtClean="0"/>
              <a:t>현황 및 문제점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  <a:endParaRPr lang="ko-KR" altLang="en-US" dirty="0" smtClean="0"/>
          </a:p>
          <a:p>
            <a:pPr lvl="0"/>
            <a:r>
              <a:rPr lang="ko-KR" altLang="en-US" dirty="0" smtClean="0"/>
              <a:t>현황 및 문제점</a:t>
            </a:r>
            <a:endParaRPr lang="ko-KR" altLang="en-US" dirty="0"/>
          </a:p>
        </p:txBody>
      </p:sp>
      <p:sp>
        <p:nvSpPr>
          <p:cNvPr id="40" name="텍스트 개체 틀 7"/>
          <p:cNvSpPr>
            <a:spLocks noGrp="1"/>
          </p:cNvSpPr>
          <p:nvPr>
            <p:ph type="body" sz="quarter" idx="12" hasCustomPrompt="1"/>
          </p:nvPr>
        </p:nvSpPr>
        <p:spPr>
          <a:xfrm>
            <a:off x="1656150" y="2007942"/>
            <a:ext cx="7083029" cy="580766"/>
          </a:xfrm>
        </p:spPr>
        <p:txBody>
          <a:bodyPr anchor="ctr">
            <a:normAutofit/>
          </a:bodyPr>
          <a:lstStyle>
            <a:lvl1pPr marL="214313" indent="-180000">
              <a:lnSpc>
                <a:spcPct val="120000"/>
              </a:lnSpc>
              <a:buFont typeface="맑은 고딕" panose="020B0503020000020004" pitchFamily="50" charset="-127"/>
              <a:buChar char="ᆞ"/>
              <a:defRPr sz="1100"/>
            </a:lvl1pPr>
          </a:lstStyle>
          <a:p>
            <a:pPr lvl="0"/>
            <a:r>
              <a:rPr lang="ko-KR" altLang="en-US" dirty="0" smtClean="0"/>
              <a:t>결론 및 제언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  <a:endParaRPr lang="ko-KR" altLang="en-US" dirty="0" smtClean="0"/>
          </a:p>
          <a:p>
            <a:pPr lvl="0"/>
            <a:r>
              <a:rPr lang="ko-KR" altLang="en-US" dirty="0" smtClean="0"/>
              <a:t>결론 및 제언</a:t>
            </a:r>
            <a:endParaRPr lang="ko-KR" altLang="en-US" dirty="0"/>
          </a:p>
        </p:txBody>
      </p:sp>
      <p:sp>
        <p:nvSpPr>
          <p:cNvPr id="41" name="텍스트 개체 틀 7"/>
          <p:cNvSpPr>
            <a:spLocks noGrp="1"/>
          </p:cNvSpPr>
          <p:nvPr>
            <p:ph type="body" sz="quarter" idx="13" hasCustomPrompt="1"/>
          </p:nvPr>
        </p:nvSpPr>
        <p:spPr>
          <a:xfrm>
            <a:off x="1656150" y="2598786"/>
            <a:ext cx="7083029" cy="318307"/>
          </a:xfrm>
        </p:spPr>
        <p:txBody>
          <a:bodyPr anchor="ctr">
            <a:normAutofit/>
          </a:bodyPr>
          <a:lstStyle>
            <a:lvl1pPr marL="214313" indent="-180000">
              <a:lnSpc>
                <a:spcPct val="120000"/>
              </a:lnSpc>
              <a:buFont typeface="맑은 고딕" panose="020B0503020000020004" pitchFamily="50" charset="-127"/>
              <a:buChar char="ᆞ"/>
              <a:defRPr sz="1100"/>
            </a:lvl1pPr>
          </a:lstStyle>
          <a:p>
            <a:pPr lvl="0"/>
            <a:r>
              <a:rPr lang="ko-KR" altLang="en-US" dirty="0" smtClean="0"/>
              <a:t>주요 내용 요약</a:t>
            </a:r>
            <a:r>
              <a:rPr lang="en-US" altLang="ko-KR" dirty="0" smtClean="0"/>
              <a:t> 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  <a:endParaRPr lang="ko-KR" altLang="en-US" dirty="0" smtClean="0"/>
          </a:p>
        </p:txBody>
      </p:sp>
      <p:pic>
        <p:nvPicPr>
          <p:cNvPr id="33" name="그림 3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6324" y="241571"/>
            <a:ext cx="891260" cy="135537"/>
          </a:xfrm>
          <a:prstGeom prst="rect">
            <a:avLst/>
          </a:prstGeom>
        </p:spPr>
      </p:pic>
      <p:sp>
        <p:nvSpPr>
          <p:cNvPr id="22" name="TextBox 21"/>
          <p:cNvSpPr txBox="1"/>
          <p:nvPr userDrawn="1"/>
        </p:nvSpPr>
        <p:spPr>
          <a:xfrm>
            <a:off x="219967" y="4836487"/>
            <a:ext cx="25560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smtClean="0">
                <a:solidFill>
                  <a:schemeClr val="bg1">
                    <a:lumMod val="65000"/>
                  </a:schemeClr>
                </a:solidFill>
              </a:rPr>
              <a:t>함께 성장하는 행복한 메모리사업부</a:t>
            </a:r>
            <a:endParaRPr lang="ko-KR" altLang="en-US" sz="1013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3" name="텍스트 개체 틀 7"/>
          <p:cNvSpPr>
            <a:spLocks noGrp="1"/>
          </p:cNvSpPr>
          <p:nvPr>
            <p:ph type="body" sz="quarter" idx="29" hasCustomPrompt="1"/>
          </p:nvPr>
        </p:nvSpPr>
        <p:spPr>
          <a:xfrm>
            <a:off x="1881087" y="2917094"/>
            <a:ext cx="6858091" cy="487046"/>
          </a:xfrm>
        </p:spPr>
        <p:txBody>
          <a:bodyPr anchor="t">
            <a:normAutofit/>
          </a:bodyPr>
          <a:lstStyle>
            <a:lvl1pPr marL="214313" marR="0" indent="-180000" algn="l" defTabSz="685800" rtl="0" eaLnBrk="1" fontAlgn="auto" latinLnBrk="1" hangingPunct="1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맑은 고딕" panose="020B0503020000020004" pitchFamily="50" charset="-127"/>
              <a:buChar char="ￚ"/>
              <a:tabLst/>
              <a:defRPr sz="900"/>
            </a:lvl1pPr>
          </a:lstStyle>
          <a:p>
            <a:pPr lvl="0"/>
            <a:r>
              <a:rPr lang="ko-KR" altLang="en-US" dirty="0" smtClean="0"/>
              <a:t>주요 내용 요약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9)</a:t>
            </a:r>
          </a:p>
          <a:p>
            <a:pPr lvl="0"/>
            <a:r>
              <a:rPr lang="ko-KR" altLang="en-US" dirty="0" smtClean="0"/>
              <a:t>주요 내용 요약</a:t>
            </a:r>
            <a:endParaRPr lang="en-US" altLang="ko-KR" dirty="0" smtClean="0"/>
          </a:p>
          <a:p>
            <a:pPr lvl="0"/>
            <a:endParaRPr lang="ko-KR" altLang="en-US" dirty="0" smtClean="0"/>
          </a:p>
        </p:txBody>
      </p:sp>
      <p:cxnSp>
        <p:nvCxnSpPr>
          <p:cNvPr id="27" name="직선 연결선 26"/>
          <p:cNvCxnSpPr/>
          <p:nvPr userDrawn="1"/>
        </p:nvCxnSpPr>
        <p:spPr>
          <a:xfrm>
            <a:off x="199141" y="648772"/>
            <a:ext cx="8648129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텍스트 개체 틀 7"/>
          <p:cNvSpPr>
            <a:spLocks noGrp="1"/>
          </p:cNvSpPr>
          <p:nvPr>
            <p:ph type="body" sz="quarter" idx="32" hasCustomPrompt="1"/>
          </p:nvPr>
        </p:nvSpPr>
        <p:spPr>
          <a:xfrm>
            <a:off x="1656148" y="4228891"/>
            <a:ext cx="7083029" cy="625114"/>
          </a:xfrm>
        </p:spPr>
        <p:txBody>
          <a:bodyPr anchor="ctr">
            <a:noAutofit/>
          </a:bodyPr>
          <a:lstStyle>
            <a:lvl1pPr marL="214313" indent="-180000">
              <a:lnSpc>
                <a:spcPct val="120000"/>
              </a:lnSpc>
              <a:buFont typeface="맑은 고딕" panose="020B0503020000020004" pitchFamily="50" charset="-127"/>
              <a:buChar char="ᆞ"/>
              <a:defRPr sz="1100"/>
            </a:lvl1pPr>
          </a:lstStyle>
          <a:p>
            <a:pPr lvl="0"/>
            <a:r>
              <a:rPr lang="ko-KR" altLang="en-US" dirty="0" smtClean="0"/>
              <a:t>향후 계획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  <a:endParaRPr lang="ko-KR" altLang="en-US" dirty="0" smtClean="0"/>
          </a:p>
          <a:p>
            <a:pPr lvl="0"/>
            <a:r>
              <a:rPr lang="ko-KR" altLang="en-US" dirty="0" smtClean="0"/>
              <a:t>향후 계획</a:t>
            </a:r>
            <a:endParaRPr lang="ko-KR" altLang="en-US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199141" y="96139"/>
            <a:ext cx="8648129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+mn-ea"/>
                <a:cs typeface="+mj-cs"/>
              </a:rPr>
              <a:t>Summary</a:t>
            </a:r>
            <a:endParaRPr lang="ko-KR" altLang="en-US" sz="2100" b="1" dirty="0" smtClean="0"/>
          </a:p>
        </p:txBody>
      </p:sp>
      <p:sp>
        <p:nvSpPr>
          <p:cNvPr id="29" name="TextBox 28"/>
          <p:cNvSpPr txBox="1"/>
          <p:nvPr userDrawn="1"/>
        </p:nvSpPr>
        <p:spPr>
          <a:xfrm>
            <a:off x="294739" y="949670"/>
            <a:ext cx="1285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0" lang="ko-KR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+mn-ea"/>
                <a:cs typeface="+mj-cs"/>
              </a:rPr>
              <a:t>보고</a:t>
            </a: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+mn-ea"/>
                <a:cs typeface="+mj-cs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+mn-ea"/>
                <a:cs typeface="+mj-cs"/>
              </a:rPr>
              <a:t>회의</a:t>
            </a:r>
            <a:r>
              <a:rPr kumimoji="0" lang="en-US" altLang="ko-KR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+mn-ea"/>
                <a:cs typeface="+mj-cs"/>
              </a:rPr>
              <a:t>) </a:t>
            </a:r>
            <a:r>
              <a:rPr kumimoji="0" lang="ko-KR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+mn-ea"/>
                <a:cs typeface="+mj-cs"/>
              </a:rPr>
              <a:t>목적</a:t>
            </a:r>
            <a:endParaRPr lang="ko-KR" altLang="en-US" sz="1200" b="1" dirty="0" smtClean="0"/>
          </a:p>
        </p:txBody>
      </p:sp>
      <p:sp>
        <p:nvSpPr>
          <p:cNvPr id="30" name="TextBox 29"/>
          <p:cNvSpPr txBox="1"/>
          <p:nvPr userDrawn="1"/>
        </p:nvSpPr>
        <p:spPr>
          <a:xfrm>
            <a:off x="294739" y="1523619"/>
            <a:ext cx="1285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0" lang="ko-KR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+mn-ea"/>
                <a:cs typeface="+mj-cs"/>
              </a:rPr>
              <a:t>현황 및 문제점</a:t>
            </a:r>
            <a:endParaRPr lang="ko-KR" altLang="en-US" sz="1200" b="1" dirty="0" smtClean="0"/>
          </a:p>
        </p:txBody>
      </p:sp>
      <p:sp>
        <p:nvSpPr>
          <p:cNvPr id="31" name="TextBox 30"/>
          <p:cNvSpPr txBox="1"/>
          <p:nvPr userDrawn="1"/>
        </p:nvSpPr>
        <p:spPr>
          <a:xfrm>
            <a:off x="294739" y="2118234"/>
            <a:ext cx="1285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0" lang="ko-KR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+mn-ea"/>
                <a:cs typeface="+mj-cs"/>
              </a:rPr>
              <a:t>결론 및 제언</a:t>
            </a:r>
            <a:endParaRPr lang="ko-KR" altLang="en-US" sz="1200" b="1" dirty="0" smtClean="0"/>
          </a:p>
        </p:txBody>
      </p:sp>
      <p:sp>
        <p:nvSpPr>
          <p:cNvPr id="34" name="TextBox 33"/>
          <p:cNvSpPr txBox="1"/>
          <p:nvPr userDrawn="1"/>
        </p:nvSpPr>
        <p:spPr>
          <a:xfrm>
            <a:off x="294739" y="3155357"/>
            <a:ext cx="1285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0" lang="ko-KR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+mn-ea"/>
                <a:cs typeface="+mj-cs"/>
              </a:rPr>
              <a:t>주요 내용</a:t>
            </a:r>
            <a:endParaRPr lang="ko-KR" altLang="en-US" sz="1200" b="1" dirty="0" smtClean="0"/>
          </a:p>
        </p:txBody>
      </p:sp>
      <p:sp>
        <p:nvSpPr>
          <p:cNvPr id="35" name="TextBox 34"/>
          <p:cNvSpPr txBox="1"/>
          <p:nvPr userDrawn="1"/>
        </p:nvSpPr>
        <p:spPr>
          <a:xfrm>
            <a:off x="294739" y="4351345"/>
            <a:ext cx="1285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0" lang="ko-KR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+mn-ea"/>
                <a:cs typeface="+mj-cs"/>
              </a:rPr>
              <a:t>향후 계획</a:t>
            </a:r>
            <a:endParaRPr lang="ko-KR" altLang="en-US" sz="1200" b="1" dirty="0" smtClean="0"/>
          </a:p>
        </p:txBody>
      </p:sp>
      <p:pic>
        <p:nvPicPr>
          <p:cNvPr id="38" name="그림 3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873" y="4815579"/>
            <a:ext cx="1000125" cy="264319"/>
          </a:xfrm>
          <a:prstGeom prst="rect">
            <a:avLst/>
          </a:prstGeom>
        </p:spPr>
      </p:pic>
      <p:sp>
        <p:nvSpPr>
          <p:cNvPr id="32" name="텍스트 개체 틀 7"/>
          <p:cNvSpPr>
            <a:spLocks noGrp="1"/>
          </p:cNvSpPr>
          <p:nvPr>
            <p:ph type="body" sz="quarter" idx="33" hasCustomPrompt="1"/>
          </p:nvPr>
        </p:nvSpPr>
        <p:spPr>
          <a:xfrm>
            <a:off x="4849177" y="4847779"/>
            <a:ext cx="3188693" cy="232119"/>
          </a:xfrm>
        </p:spPr>
        <p:txBody>
          <a:bodyPr anchor="ctr">
            <a:noAutofit/>
          </a:bodyPr>
          <a:lstStyle>
            <a:lvl1pPr marL="0" indent="0" algn="r">
              <a:buFont typeface="맑은 고딕" panose="020B0503020000020004" pitchFamily="50" charset="-127"/>
              <a:buNone/>
              <a:defRPr sz="900">
                <a:solidFill>
                  <a:srgbClr val="898989"/>
                </a:solidFill>
                <a:latin typeface="+mn-lt"/>
              </a:defRPr>
            </a:lvl1pPr>
          </a:lstStyle>
          <a:p>
            <a:pPr lvl="0"/>
            <a:r>
              <a:rPr lang="ko-KR" altLang="en-US" dirty="0" smtClean="0"/>
              <a:t>부서명 </a:t>
            </a:r>
            <a:r>
              <a:rPr lang="en-US" altLang="ko-KR" dirty="0" smtClean="0"/>
              <a:t>/ </a:t>
            </a:r>
            <a:r>
              <a:rPr lang="ko-KR" altLang="en-US" dirty="0" smtClean="0"/>
              <a:t>작성자</a:t>
            </a:r>
            <a:endParaRPr lang="ko-KR" altLang="en-US" dirty="0"/>
          </a:p>
        </p:txBody>
      </p:sp>
      <p:sp>
        <p:nvSpPr>
          <p:cNvPr id="36" name="텍스트 개체 틀 7"/>
          <p:cNvSpPr>
            <a:spLocks noGrp="1"/>
          </p:cNvSpPr>
          <p:nvPr>
            <p:ph type="body" sz="quarter" idx="34" hasCustomPrompt="1"/>
          </p:nvPr>
        </p:nvSpPr>
        <p:spPr>
          <a:xfrm>
            <a:off x="1656150" y="3414217"/>
            <a:ext cx="7083029" cy="318307"/>
          </a:xfrm>
        </p:spPr>
        <p:txBody>
          <a:bodyPr anchor="ctr">
            <a:normAutofit/>
          </a:bodyPr>
          <a:lstStyle>
            <a:lvl1pPr marL="214313" indent="-180000">
              <a:lnSpc>
                <a:spcPct val="120000"/>
              </a:lnSpc>
              <a:buFont typeface="맑은 고딕" panose="020B0503020000020004" pitchFamily="50" charset="-127"/>
              <a:buChar char="ᆞ"/>
              <a:defRPr sz="1100"/>
            </a:lvl1pPr>
          </a:lstStyle>
          <a:p>
            <a:pPr lvl="0"/>
            <a:r>
              <a:rPr lang="ko-KR" altLang="en-US" dirty="0" smtClean="0"/>
              <a:t>주요 내용 요약</a:t>
            </a:r>
            <a:r>
              <a:rPr lang="en-US" altLang="ko-KR" dirty="0" smtClean="0"/>
              <a:t> 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  <a:endParaRPr lang="ko-KR" altLang="en-US" dirty="0" smtClean="0"/>
          </a:p>
        </p:txBody>
      </p:sp>
      <p:sp>
        <p:nvSpPr>
          <p:cNvPr id="37" name="텍스트 개체 틀 7"/>
          <p:cNvSpPr>
            <a:spLocks noGrp="1"/>
          </p:cNvSpPr>
          <p:nvPr>
            <p:ph type="body" sz="quarter" idx="35" hasCustomPrompt="1"/>
          </p:nvPr>
        </p:nvSpPr>
        <p:spPr>
          <a:xfrm>
            <a:off x="1881087" y="3732525"/>
            <a:ext cx="6858091" cy="487046"/>
          </a:xfrm>
        </p:spPr>
        <p:txBody>
          <a:bodyPr anchor="t">
            <a:normAutofit/>
          </a:bodyPr>
          <a:lstStyle>
            <a:lvl1pPr marL="214313" marR="0" indent="-180000" algn="l" defTabSz="685800" rtl="0" eaLnBrk="1" fontAlgn="auto" latinLnBrk="1" hangingPunct="1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맑은 고딕" panose="020B0503020000020004" pitchFamily="50" charset="-127"/>
              <a:buChar char="ￚ"/>
              <a:tabLst/>
              <a:defRPr sz="900"/>
            </a:lvl1pPr>
          </a:lstStyle>
          <a:p>
            <a:pPr lvl="0"/>
            <a:r>
              <a:rPr lang="ko-KR" altLang="en-US" dirty="0" smtClean="0"/>
              <a:t>주요 내용 요약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9)</a:t>
            </a:r>
          </a:p>
          <a:p>
            <a:pPr lvl="0"/>
            <a:r>
              <a:rPr lang="ko-KR" altLang="en-US" dirty="0" smtClean="0"/>
              <a:t>주요 내용 요약</a:t>
            </a:r>
            <a:endParaRPr lang="en-US" altLang="ko-KR" dirty="0" smtClean="0"/>
          </a:p>
          <a:p>
            <a:pPr lvl="0"/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955343660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5567">
          <p15:clr>
            <a:srgbClr val="FBAE40"/>
          </p15:clr>
        </p15:guide>
        <p15:guide id="4" pos="125">
          <p15:clr>
            <a:srgbClr val="FBAE40"/>
          </p15:clr>
        </p15:guide>
        <p15:guide id="5" pos="104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 hasCustomPrompt="1"/>
          </p:nvPr>
        </p:nvSpPr>
        <p:spPr>
          <a:xfrm>
            <a:off x="199141" y="229061"/>
            <a:ext cx="7886700" cy="419711"/>
          </a:xfrm>
        </p:spPr>
        <p:txBody>
          <a:bodyPr anchor="ctr">
            <a:normAutofit/>
          </a:bodyPr>
          <a:lstStyle>
            <a:lvl1pPr indent="-270000">
              <a:lnSpc>
                <a:spcPct val="120000"/>
              </a:lnSpc>
              <a:defRPr sz="2000" b="1"/>
            </a:lvl1pPr>
          </a:lstStyle>
          <a:p>
            <a:r>
              <a:rPr lang="ko-KR" altLang="en-US" dirty="0" smtClean="0"/>
              <a:t>본문 제목</a:t>
            </a:r>
            <a:r>
              <a:rPr lang="en-US" altLang="ko-KR" dirty="0" smtClean="0"/>
              <a:t> (</a:t>
            </a:r>
            <a:r>
              <a:rPr lang="ko-KR" altLang="en-US" dirty="0" smtClean="0"/>
              <a:t>맑은 고딕 </a:t>
            </a:r>
            <a:r>
              <a:rPr lang="en-US" altLang="ko-KR" dirty="0" smtClean="0"/>
              <a:t>Bold, 20)</a:t>
            </a:r>
            <a:endParaRPr lang="ko-KR" altLang="en-US" dirty="0"/>
          </a:p>
        </p:txBody>
      </p:sp>
      <p:pic>
        <p:nvPicPr>
          <p:cNvPr id="33" name="그림 3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6324" y="241571"/>
            <a:ext cx="891260" cy="135537"/>
          </a:xfrm>
          <a:prstGeom prst="rect">
            <a:avLst/>
          </a:prstGeom>
        </p:spPr>
      </p:pic>
      <p:sp>
        <p:nvSpPr>
          <p:cNvPr id="22" name="텍스트 개체 틀 4"/>
          <p:cNvSpPr>
            <a:spLocks noGrp="1"/>
          </p:cNvSpPr>
          <p:nvPr>
            <p:ph type="body" sz="quarter" idx="10" hasCustomPrompt="1"/>
          </p:nvPr>
        </p:nvSpPr>
        <p:spPr>
          <a:xfrm>
            <a:off x="187134" y="661281"/>
            <a:ext cx="8644822" cy="407201"/>
          </a:xfrm>
        </p:spPr>
        <p:txBody>
          <a:bodyPr anchor="ctr">
            <a:normAutofit/>
          </a:bodyPr>
          <a:lstStyle>
            <a:lvl1pPr marL="257175" indent="-270000">
              <a:lnSpc>
                <a:spcPct val="120000"/>
              </a:lnSpc>
              <a:buFont typeface="맑은 고딕" panose="020B0503020000020004" pitchFamily="50" charset="-127"/>
              <a:buChar char="■"/>
              <a:defRPr sz="1500" b="1"/>
            </a:lvl1pPr>
          </a:lstStyle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 </a:t>
            </a:r>
            <a:r>
              <a:rPr lang="en-US" altLang="ko-KR" dirty="0" smtClean="0"/>
              <a:t>Bold, 15)</a:t>
            </a:r>
            <a:endParaRPr lang="ko-KR" altLang="en-US" dirty="0"/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199141" y="648772"/>
            <a:ext cx="8648129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텍스트 개체 틀 7"/>
          <p:cNvSpPr>
            <a:spLocks noGrp="1"/>
          </p:cNvSpPr>
          <p:nvPr>
            <p:ph type="body" sz="quarter" idx="12" hasCustomPrompt="1"/>
          </p:nvPr>
        </p:nvSpPr>
        <p:spPr>
          <a:xfrm>
            <a:off x="335043" y="1080991"/>
            <a:ext cx="8387953" cy="646118"/>
          </a:xfrm>
        </p:spPr>
        <p:txBody>
          <a:bodyPr anchor="t">
            <a:noAutofit/>
          </a:bodyPr>
          <a:lstStyle>
            <a:lvl1pPr marL="214313" indent="-180000">
              <a:lnSpc>
                <a:spcPct val="120000"/>
              </a:lnSpc>
              <a:buFont typeface="맑은 고딕" panose="020B0503020000020004" pitchFamily="50" charset="-127"/>
              <a:buChar char="ᆞ"/>
              <a:defRPr sz="1200"/>
            </a:lvl1pPr>
          </a:lstStyle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12)</a:t>
            </a:r>
          </a:p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12)</a:t>
            </a:r>
            <a:endParaRPr lang="ko-KR" altLang="en-US" dirty="0"/>
          </a:p>
        </p:txBody>
      </p:sp>
      <p:sp>
        <p:nvSpPr>
          <p:cNvPr id="16" name="TextBox 15"/>
          <p:cNvSpPr txBox="1"/>
          <p:nvPr userDrawn="1"/>
        </p:nvSpPr>
        <p:spPr>
          <a:xfrm>
            <a:off x="219967" y="4836487"/>
            <a:ext cx="25560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smtClean="0">
                <a:solidFill>
                  <a:schemeClr val="bg1">
                    <a:lumMod val="65000"/>
                  </a:schemeClr>
                </a:solidFill>
              </a:rPr>
              <a:t>함께 성장하는 행복한 메모리사업부</a:t>
            </a:r>
            <a:endParaRPr lang="ko-KR" altLang="en-US" sz="1013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873" y="4815579"/>
            <a:ext cx="1000125" cy="264319"/>
          </a:xfrm>
          <a:prstGeom prst="rect">
            <a:avLst/>
          </a:prstGeom>
        </p:spPr>
      </p:pic>
      <p:sp>
        <p:nvSpPr>
          <p:cNvPr id="17" name="텍스트 개체 틀 7"/>
          <p:cNvSpPr>
            <a:spLocks noGrp="1"/>
          </p:cNvSpPr>
          <p:nvPr>
            <p:ph type="body" sz="quarter" idx="13" hasCustomPrompt="1"/>
          </p:nvPr>
        </p:nvSpPr>
        <p:spPr>
          <a:xfrm>
            <a:off x="4849177" y="4847779"/>
            <a:ext cx="3188693" cy="232119"/>
          </a:xfrm>
        </p:spPr>
        <p:txBody>
          <a:bodyPr anchor="ctr">
            <a:noAutofit/>
          </a:bodyPr>
          <a:lstStyle>
            <a:lvl1pPr marL="0" indent="0" algn="r">
              <a:buFont typeface="맑은 고딕" panose="020B0503020000020004" pitchFamily="50" charset="-127"/>
              <a:buNone/>
              <a:defRPr sz="900">
                <a:solidFill>
                  <a:srgbClr val="898989"/>
                </a:solidFill>
                <a:latin typeface="+mn-lt"/>
              </a:defRPr>
            </a:lvl1pPr>
          </a:lstStyle>
          <a:p>
            <a:pPr lvl="0"/>
            <a:r>
              <a:rPr lang="ko-KR" altLang="en-US" dirty="0" smtClean="0"/>
              <a:t>부서명 </a:t>
            </a:r>
            <a:r>
              <a:rPr lang="en-US" altLang="ko-KR" dirty="0" smtClean="0"/>
              <a:t>/ </a:t>
            </a:r>
            <a:r>
              <a:rPr lang="ko-KR" altLang="en-US" dirty="0" smtClean="0"/>
              <a:t>작성자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41916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6324" y="241571"/>
            <a:ext cx="891260" cy="135537"/>
          </a:xfrm>
          <a:prstGeom prst="rect">
            <a:avLst/>
          </a:prstGeom>
        </p:spPr>
      </p:pic>
      <p:cxnSp>
        <p:nvCxnSpPr>
          <p:cNvPr id="33" name="직선 연결선 32"/>
          <p:cNvCxnSpPr/>
          <p:nvPr userDrawn="1"/>
        </p:nvCxnSpPr>
        <p:spPr>
          <a:xfrm>
            <a:off x="199141" y="648772"/>
            <a:ext cx="8648129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 userDrawn="1"/>
        </p:nvSpPr>
        <p:spPr>
          <a:xfrm>
            <a:off x="219967" y="4836487"/>
            <a:ext cx="25560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smtClean="0">
                <a:solidFill>
                  <a:schemeClr val="bg1">
                    <a:lumMod val="65000"/>
                  </a:schemeClr>
                </a:solidFill>
              </a:rPr>
              <a:t>함께 성장하는 행복한 메모리사업부</a:t>
            </a:r>
            <a:endParaRPr lang="ko-KR" altLang="en-US" sz="1013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27" name="그림 2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873" y="4815579"/>
            <a:ext cx="1000125" cy="264319"/>
          </a:xfrm>
          <a:prstGeom prst="rect">
            <a:avLst/>
          </a:prstGeom>
        </p:spPr>
      </p:pic>
      <p:sp>
        <p:nvSpPr>
          <p:cNvPr id="23" name="텍스트 개체 틀 7"/>
          <p:cNvSpPr>
            <a:spLocks noGrp="1"/>
          </p:cNvSpPr>
          <p:nvPr>
            <p:ph type="body" sz="quarter" idx="36" hasCustomPrompt="1"/>
          </p:nvPr>
        </p:nvSpPr>
        <p:spPr>
          <a:xfrm>
            <a:off x="4849177" y="4847779"/>
            <a:ext cx="3188693" cy="232119"/>
          </a:xfrm>
        </p:spPr>
        <p:txBody>
          <a:bodyPr anchor="ctr">
            <a:noAutofit/>
          </a:bodyPr>
          <a:lstStyle>
            <a:lvl1pPr marL="0" indent="0" algn="r">
              <a:buFont typeface="맑은 고딕" panose="020B0503020000020004" pitchFamily="50" charset="-127"/>
              <a:buNone/>
              <a:defRPr sz="900">
                <a:solidFill>
                  <a:srgbClr val="898989"/>
                </a:solidFill>
                <a:latin typeface="+mn-lt"/>
              </a:defRPr>
            </a:lvl1pPr>
          </a:lstStyle>
          <a:p>
            <a:pPr lvl="0"/>
            <a:r>
              <a:rPr lang="ko-KR" altLang="en-US" dirty="0" smtClean="0"/>
              <a:t>부서명 </a:t>
            </a:r>
            <a:r>
              <a:rPr lang="en-US" altLang="ko-KR" dirty="0" smtClean="0"/>
              <a:t>/ </a:t>
            </a:r>
            <a:r>
              <a:rPr lang="ko-KR" altLang="en-US" dirty="0" smtClean="0"/>
              <a:t>작성자</a:t>
            </a:r>
            <a:endParaRPr lang="ko-KR" altLang="en-US" dirty="0"/>
          </a:p>
        </p:txBody>
      </p:sp>
      <p:sp>
        <p:nvSpPr>
          <p:cNvPr id="11" name="제목 3"/>
          <p:cNvSpPr>
            <a:spLocks noGrp="1"/>
          </p:cNvSpPr>
          <p:nvPr>
            <p:ph type="title" hasCustomPrompt="1"/>
          </p:nvPr>
        </p:nvSpPr>
        <p:spPr>
          <a:xfrm>
            <a:off x="199141" y="229061"/>
            <a:ext cx="7886700" cy="419711"/>
          </a:xfrm>
        </p:spPr>
        <p:txBody>
          <a:bodyPr anchor="ctr">
            <a:normAutofit/>
          </a:bodyPr>
          <a:lstStyle>
            <a:lvl1pPr indent="-270000">
              <a:lnSpc>
                <a:spcPct val="120000"/>
              </a:lnSpc>
              <a:defRPr sz="2000" b="1"/>
            </a:lvl1pPr>
          </a:lstStyle>
          <a:p>
            <a:r>
              <a:rPr lang="ko-KR" altLang="en-US" dirty="0" smtClean="0"/>
              <a:t>본문 제목</a:t>
            </a:r>
            <a:r>
              <a:rPr lang="en-US" altLang="ko-KR" dirty="0" smtClean="0"/>
              <a:t> (</a:t>
            </a:r>
            <a:r>
              <a:rPr lang="ko-KR" altLang="en-US" dirty="0" smtClean="0"/>
              <a:t>맑은 고딕 </a:t>
            </a:r>
            <a:r>
              <a:rPr lang="en-US" altLang="ko-KR" dirty="0" smtClean="0"/>
              <a:t>Bold, 20)</a:t>
            </a:r>
            <a:endParaRPr lang="ko-KR" altLang="en-US" dirty="0"/>
          </a:p>
        </p:txBody>
      </p:sp>
      <p:sp>
        <p:nvSpPr>
          <p:cNvPr id="12" name="텍스트 개체 틀 4"/>
          <p:cNvSpPr>
            <a:spLocks noGrp="1"/>
          </p:cNvSpPr>
          <p:nvPr>
            <p:ph type="body" sz="quarter" idx="10" hasCustomPrompt="1"/>
          </p:nvPr>
        </p:nvSpPr>
        <p:spPr>
          <a:xfrm>
            <a:off x="187134" y="661281"/>
            <a:ext cx="8644822" cy="407201"/>
          </a:xfrm>
        </p:spPr>
        <p:txBody>
          <a:bodyPr anchor="ctr">
            <a:normAutofit/>
          </a:bodyPr>
          <a:lstStyle>
            <a:lvl1pPr marL="257175" indent="-270000">
              <a:lnSpc>
                <a:spcPct val="120000"/>
              </a:lnSpc>
              <a:buFont typeface="맑은 고딕" panose="020B0503020000020004" pitchFamily="50" charset="-127"/>
              <a:buChar char="■"/>
              <a:defRPr sz="1500" b="1"/>
            </a:lvl1pPr>
          </a:lstStyle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 </a:t>
            </a:r>
            <a:r>
              <a:rPr lang="en-US" altLang="ko-KR" dirty="0" smtClean="0"/>
              <a:t>Bold, 15)</a:t>
            </a:r>
            <a:endParaRPr lang="ko-KR" altLang="en-US" dirty="0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2" hasCustomPrompt="1"/>
          </p:nvPr>
        </p:nvSpPr>
        <p:spPr>
          <a:xfrm>
            <a:off x="335043" y="1080991"/>
            <a:ext cx="8387953" cy="646118"/>
          </a:xfrm>
        </p:spPr>
        <p:txBody>
          <a:bodyPr anchor="t">
            <a:noAutofit/>
          </a:bodyPr>
          <a:lstStyle>
            <a:lvl1pPr marL="214313" indent="-180000">
              <a:lnSpc>
                <a:spcPct val="120000"/>
              </a:lnSpc>
              <a:buFont typeface="맑은 고딕" panose="020B0503020000020004" pitchFamily="50" charset="-127"/>
              <a:buChar char="ᆞ"/>
              <a:defRPr sz="1200"/>
            </a:lvl1pPr>
          </a:lstStyle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12)</a:t>
            </a:r>
          </a:p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12)</a:t>
            </a:r>
            <a:endParaRPr lang="ko-KR" altLang="en-US" dirty="0"/>
          </a:p>
        </p:txBody>
      </p:sp>
      <p:sp>
        <p:nvSpPr>
          <p:cNvPr id="14" name="텍스트 개체 틀 4"/>
          <p:cNvSpPr>
            <a:spLocks noGrp="1"/>
          </p:cNvSpPr>
          <p:nvPr>
            <p:ph type="body" sz="quarter" idx="37" hasCustomPrompt="1"/>
          </p:nvPr>
        </p:nvSpPr>
        <p:spPr>
          <a:xfrm>
            <a:off x="187134" y="1733842"/>
            <a:ext cx="8644822" cy="407201"/>
          </a:xfrm>
        </p:spPr>
        <p:txBody>
          <a:bodyPr anchor="ctr">
            <a:normAutofit/>
          </a:bodyPr>
          <a:lstStyle>
            <a:lvl1pPr marL="257175" indent="-270000">
              <a:lnSpc>
                <a:spcPct val="120000"/>
              </a:lnSpc>
              <a:buFont typeface="맑은 고딕" panose="020B0503020000020004" pitchFamily="50" charset="-127"/>
              <a:buChar char="■"/>
              <a:defRPr sz="1500" b="1"/>
            </a:lvl1pPr>
          </a:lstStyle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 </a:t>
            </a:r>
            <a:r>
              <a:rPr lang="en-US" altLang="ko-KR" dirty="0" smtClean="0"/>
              <a:t>Bold, 15)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87271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6324" y="241571"/>
            <a:ext cx="891260" cy="135537"/>
          </a:xfrm>
          <a:prstGeom prst="rect">
            <a:avLst/>
          </a:prstGeom>
        </p:spPr>
      </p:pic>
      <p:cxnSp>
        <p:nvCxnSpPr>
          <p:cNvPr id="33" name="직선 연결선 32"/>
          <p:cNvCxnSpPr/>
          <p:nvPr userDrawn="1"/>
        </p:nvCxnSpPr>
        <p:spPr>
          <a:xfrm>
            <a:off x="199141" y="648772"/>
            <a:ext cx="8648129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 userDrawn="1"/>
        </p:nvSpPr>
        <p:spPr>
          <a:xfrm>
            <a:off x="219967" y="4836487"/>
            <a:ext cx="25560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smtClean="0">
                <a:solidFill>
                  <a:schemeClr val="bg1">
                    <a:lumMod val="65000"/>
                  </a:schemeClr>
                </a:solidFill>
              </a:rPr>
              <a:t>함께 성장하는 행복한 메모리사업부</a:t>
            </a:r>
            <a:endParaRPr lang="ko-KR" altLang="en-US" sz="1013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27" name="그림 2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873" y="4815579"/>
            <a:ext cx="1000125" cy="264319"/>
          </a:xfrm>
          <a:prstGeom prst="rect">
            <a:avLst/>
          </a:prstGeom>
        </p:spPr>
      </p:pic>
      <p:sp>
        <p:nvSpPr>
          <p:cNvPr id="23" name="텍스트 개체 틀 7"/>
          <p:cNvSpPr>
            <a:spLocks noGrp="1"/>
          </p:cNvSpPr>
          <p:nvPr>
            <p:ph type="body" sz="quarter" idx="36" hasCustomPrompt="1"/>
          </p:nvPr>
        </p:nvSpPr>
        <p:spPr>
          <a:xfrm>
            <a:off x="4849177" y="4847779"/>
            <a:ext cx="3188693" cy="232119"/>
          </a:xfrm>
        </p:spPr>
        <p:txBody>
          <a:bodyPr anchor="ctr">
            <a:noAutofit/>
          </a:bodyPr>
          <a:lstStyle>
            <a:lvl1pPr marL="0" indent="0" algn="r">
              <a:buFont typeface="맑은 고딕" panose="020B0503020000020004" pitchFamily="50" charset="-127"/>
              <a:buNone/>
              <a:defRPr sz="900">
                <a:solidFill>
                  <a:srgbClr val="898989"/>
                </a:solidFill>
                <a:latin typeface="+mn-lt"/>
              </a:defRPr>
            </a:lvl1pPr>
          </a:lstStyle>
          <a:p>
            <a:pPr lvl="0"/>
            <a:r>
              <a:rPr lang="ko-KR" altLang="en-US" dirty="0" smtClean="0"/>
              <a:t>부서명 </a:t>
            </a:r>
            <a:r>
              <a:rPr lang="en-US" altLang="ko-KR" dirty="0" smtClean="0"/>
              <a:t>/ </a:t>
            </a:r>
            <a:r>
              <a:rPr lang="ko-KR" altLang="en-US" dirty="0" smtClean="0"/>
              <a:t>작성자</a:t>
            </a:r>
            <a:endParaRPr lang="ko-KR" altLang="en-US" dirty="0"/>
          </a:p>
        </p:txBody>
      </p:sp>
      <p:graphicFrame>
        <p:nvGraphicFramePr>
          <p:cNvPr id="11" name="표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47820266"/>
              </p:ext>
            </p:extLst>
          </p:nvPr>
        </p:nvGraphicFramePr>
        <p:xfrm>
          <a:off x="353247" y="2224178"/>
          <a:ext cx="4934463" cy="2451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3240">
                  <a:extLst>
                    <a:ext uri="{9D8B030D-6E8A-4147-A177-3AD203B41FA5}">
                      <a16:colId xmlns:a16="http://schemas.microsoft.com/office/drawing/2014/main" val="3898245627"/>
                    </a:ext>
                  </a:extLst>
                </a:gridCol>
                <a:gridCol w="3691223">
                  <a:extLst>
                    <a:ext uri="{9D8B030D-6E8A-4147-A177-3AD203B41FA5}">
                      <a16:colId xmlns:a16="http://schemas.microsoft.com/office/drawing/2014/main" val="3144817818"/>
                    </a:ext>
                  </a:extLst>
                </a:gridCol>
              </a:tblGrid>
              <a:tr h="6127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81000" marB="34290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846472"/>
                  </a:ext>
                </a:extLst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81000" marB="34290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631872"/>
                  </a:ext>
                </a:extLst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81000" marB="34290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916304"/>
                  </a:ext>
                </a:extLst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81000" marB="34290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4126143"/>
                  </a:ext>
                </a:extLst>
              </a:tr>
            </a:tbl>
          </a:graphicData>
        </a:graphic>
      </p:graphicFrame>
      <p:sp>
        <p:nvSpPr>
          <p:cNvPr id="12" name="텍스트 개체 틀 5"/>
          <p:cNvSpPr>
            <a:spLocks noGrp="1"/>
          </p:cNvSpPr>
          <p:nvPr>
            <p:ph type="body" sz="quarter" idx="13" hasCustomPrompt="1"/>
          </p:nvPr>
        </p:nvSpPr>
        <p:spPr>
          <a:xfrm>
            <a:off x="1607735" y="2224178"/>
            <a:ext cx="3422602" cy="616555"/>
          </a:xfrm>
        </p:spPr>
        <p:txBody>
          <a:bodyPr anchor="ctr">
            <a:normAutofit/>
          </a:bodyPr>
          <a:lstStyle>
            <a:lvl1pPr marL="214313" indent="-180000">
              <a:lnSpc>
                <a:spcPct val="120000"/>
              </a:lnSpc>
              <a:buFont typeface="맑은 고딕" panose="020B0503020000020004" pitchFamily="50" charset="-127"/>
              <a:buChar char="ᆞ"/>
              <a:defRPr sz="1100"/>
            </a:lvl1pPr>
          </a:lstStyle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</p:txBody>
      </p:sp>
      <p:sp>
        <p:nvSpPr>
          <p:cNvPr id="13" name="텍스트 개체 틀 2"/>
          <p:cNvSpPr>
            <a:spLocks noGrp="1"/>
          </p:cNvSpPr>
          <p:nvPr>
            <p:ph type="body" sz="quarter" idx="28" hasCustomPrompt="1"/>
          </p:nvPr>
        </p:nvSpPr>
        <p:spPr>
          <a:xfrm>
            <a:off x="384449" y="2247797"/>
            <a:ext cx="1177839" cy="559194"/>
          </a:xfrm>
        </p:spPr>
        <p:txBody>
          <a:bodyPr anchor="ctr">
            <a:noAutofit/>
          </a:bodyPr>
          <a:lstStyle>
            <a:lvl1pPr marL="0" indent="-180000" algn="ctr" latinLnBrk="1">
              <a:lnSpc>
                <a:spcPct val="120000"/>
              </a:lnSpc>
              <a:spcBef>
                <a:spcPts val="600"/>
              </a:spcBef>
              <a:buNone/>
              <a:defRPr sz="1200" b="1" baseline="0"/>
            </a:lvl1pPr>
          </a:lstStyle>
          <a:p>
            <a:pPr algn="ctr" latinLnBrk="1"/>
            <a:r>
              <a:rPr lang="ko-KR" altLang="en-US" sz="1200" b="1" dirty="0" smtClean="0">
                <a:solidFill>
                  <a:schemeClr val="tx1"/>
                </a:solidFill>
              </a:rPr>
              <a:t>항목</a:t>
            </a:r>
            <a:r>
              <a:rPr lang="en-US" altLang="ko-KR" sz="1200" b="1" dirty="0" smtClean="0">
                <a:solidFill>
                  <a:schemeClr val="tx1"/>
                </a:solidFill>
              </a:rPr>
              <a:t/>
            </a:r>
            <a:br>
              <a:rPr lang="en-US" altLang="ko-KR" sz="1200" b="1" dirty="0" smtClean="0">
                <a:solidFill>
                  <a:schemeClr val="tx1"/>
                </a:solidFill>
              </a:rPr>
            </a:br>
            <a:r>
              <a:rPr lang="en-US" altLang="ko-KR" sz="1200" b="1" dirty="0" smtClean="0">
                <a:solidFill>
                  <a:schemeClr val="tx1"/>
                </a:solidFill>
              </a:rPr>
              <a:t>(Bold, 12)</a:t>
            </a:r>
          </a:p>
        </p:txBody>
      </p:sp>
      <p:sp>
        <p:nvSpPr>
          <p:cNvPr id="14" name="텍스트 개체 틀 2"/>
          <p:cNvSpPr>
            <a:spLocks noGrp="1"/>
          </p:cNvSpPr>
          <p:nvPr>
            <p:ph type="body" sz="quarter" idx="29" hasCustomPrompt="1"/>
          </p:nvPr>
        </p:nvSpPr>
        <p:spPr>
          <a:xfrm>
            <a:off x="384449" y="2852211"/>
            <a:ext cx="1177839" cy="570858"/>
          </a:xfrm>
        </p:spPr>
        <p:txBody>
          <a:bodyPr anchor="ctr">
            <a:normAutofit/>
          </a:bodyPr>
          <a:lstStyle>
            <a:lvl1pPr marL="0" indent="-180000" algn="ctr" latinLnBrk="1">
              <a:lnSpc>
                <a:spcPct val="120000"/>
              </a:lnSpc>
              <a:buNone/>
              <a:defRPr sz="1200" b="1" baseline="0"/>
            </a:lvl1pPr>
          </a:lstStyle>
          <a:p>
            <a:pPr algn="ctr" latinLnBrk="1"/>
            <a:r>
              <a:rPr lang="ko-KR" altLang="en-US" sz="1200" b="1" dirty="0" smtClean="0">
                <a:solidFill>
                  <a:schemeClr val="tx1"/>
                </a:solidFill>
              </a:rPr>
              <a:t>항목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5" name="텍스트 개체 틀 2"/>
          <p:cNvSpPr>
            <a:spLocks noGrp="1"/>
          </p:cNvSpPr>
          <p:nvPr>
            <p:ph type="body" sz="quarter" idx="30" hasCustomPrompt="1"/>
          </p:nvPr>
        </p:nvSpPr>
        <p:spPr>
          <a:xfrm>
            <a:off x="384450" y="3461089"/>
            <a:ext cx="1177839" cy="605133"/>
          </a:xfrm>
        </p:spPr>
        <p:txBody>
          <a:bodyPr anchor="ctr">
            <a:normAutofit/>
          </a:bodyPr>
          <a:lstStyle>
            <a:lvl1pPr marL="0" indent="-180000" algn="ctr" latinLnBrk="1">
              <a:lnSpc>
                <a:spcPct val="120000"/>
              </a:lnSpc>
              <a:buNone/>
              <a:defRPr sz="1200" b="1" baseline="0"/>
            </a:lvl1pPr>
          </a:lstStyle>
          <a:p>
            <a:pPr algn="ctr" latinLnBrk="1"/>
            <a:r>
              <a:rPr lang="ko-KR" altLang="en-US" sz="1200" b="1" dirty="0" smtClean="0">
                <a:solidFill>
                  <a:schemeClr val="tx1"/>
                </a:solidFill>
              </a:rPr>
              <a:t>항목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6" name="텍스트 개체 틀 2"/>
          <p:cNvSpPr>
            <a:spLocks noGrp="1"/>
          </p:cNvSpPr>
          <p:nvPr>
            <p:ph type="body" sz="quarter" idx="31" hasCustomPrompt="1"/>
          </p:nvPr>
        </p:nvSpPr>
        <p:spPr>
          <a:xfrm>
            <a:off x="384450" y="4077167"/>
            <a:ext cx="1177839" cy="598151"/>
          </a:xfrm>
        </p:spPr>
        <p:txBody>
          <a:bodyPr anchor="ctr">
            <a:normAutofit/>
          </a:bodyPr>
          <a:lstStyle>
            <a:lvl1pPr marL="0" indent="-180000" algn="ctr" latinLnBrk="1">
              <a:lnSpc>
                <a:spcPct val="120000"/>
              </a:lnSpc>
              <a:buNone/>
              <a:defRPr sz="1200" b="1" baseline="0"/>
            </a:lvl1pPr>
          </a:lstStyle>
          <a:p>
            <a:pPr algn="ctr" latinLnBrk="1"/>
            <a:r>
              <a:rPr lang="ko-KR" altLang="en-US" sz="1200" b="1" dirty="0" smtClean="0">
                <a:solidFill>
                  <a:schemeClr val="tx1"/>
                </a:solidFill>
              </a:rPr>
              <a:t>항목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8" name="텍스트 개체 틀 5"/>
          <p:cNvSpPr>
            <a:spLocks noGrp="1"/>
          </p:cNvSpPr>
          <p:nvPr>
            <p:ph type="body" sz="quarter" idx="33" hasCustomPrompt="1"/>
          </p:nvPr>
        </p:nvSpPr>
        <p:spPr>
          <a:xfrm>
            <a:off x="1607735" y="2840734"/>
            <a:ext cx="3434203" cy="609562"/>
          </a:xfrm>
        </p:spPr>
        <p:txBody>
          <a:bodyPr anchor="ctr">
            <a:normAutofit/>
          </a:bodyPr>
          <a:lstStyle>
            <a:lvl1pPr marL="214313" indent="-180000">
              <a:lnSpc>
                <a:spcPct val="120000"/>
              </a:lnSpc>
              <a:buFont typeface="맑은 고딕" panose="020B0503020000020004" pitchFamily="50" charset="-127"/>
              <a:buChar char="ᆞ"/>
              <a:defRPr sz="1100"/>
            </a:lvl1pPr>
          </a:lstStyle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</p:txBody>
      </p:sp>
      <p:sp>
        <p:nvSpPr>
          <p:cNvPr id="21" name="텍스트 개체 틀 5"/>
          <p:cNvSpPr>
            <a:spLocks noGrp="1"/>
          </p:cNvSpPr>
          <p:nvPr>
            <p:ph type="body" sz="quarter" idx="37" hasCustomPrompt="1"/>
          </p:nvPr>
        </p:nvSpPr>
        <p:spPr>
          <a:xfrm>
            <a:off x="1607735" y="3457289"/>
            <a:ext cx="3422602" cy="619878"/>
          </a:xfrm>
        </p:spPr>
        <p:txBody>
          <a:bodyPr anchor="ctr">
            <a:normAutofit/>
          </a:bodyPr>
          <a:lstStyle>
            <a:lvl1pPr marL="214313" indent="-180000">
              <a:lnSpc>
                <a:spcPct val="120000"/>
              </a:lnSpc>
              <a:buFont typeface="맑은 고딕" panose="020B0503020000020004" pitchFamily="50" charset="-127"/>
              <a:buChar char="ᆞ"/>
              <a:defRPr sz="1100"/>
            </a:lvl1pPr>
          </a:lstStyle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</p:txBody>
      </p:sp>
      <p:sp>
        <p:nvSpPr>
          <p:cNvPr id="22" name="텍스트 개체 틀 5"/>
          <p:cNvSpPr>
            <a:spLocks noGrp="1"/>
          </p:cNvSpPr>
          <p:nvPr>
            <p:ph type="body" sz="quarter" idx="38" hasCustomPrompt="1"/>
          </p:nvPr>
        </p:nvSpPr>
        <p:spPr>
          <a:xfrm>
            <a:off x="1607735" y="4066222"/>
            <a:ext cx="3422602" cy="616089"/>
          </a:xfrm>
        </p:spPr>
        <p:txBody>
          <a:bodyPr anchor="ctr">
            <a:normAutofit/>
          </a:bodyPr>
          <a:lstStyle>
            <a:lvl1pPr marL="214313" indent="-180000">
              <a:lnSpc>
                <a:spcPct val="120000"/>
              </a:lnSpc>
              <a:buFont typeface="맑은 고딕" panose="020B0503020000020004" pitchFamily="50" charset="-127"/>
              <a:buChar char="ᆞ"/>
              <a:defRPr sz="1100"/>
            </a:lvl1pPr>
          </a:lstStyle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</p:txBody>
      </p:sp>
      <p:sp>
        <p:nvSpPr>
          <p:cNvPr id="20" name="제목 3"/>
          <p:cNvSpPr>
            <a:spLocks noGrp="1"/>
          </p:cNvSpPr>
          <p:nvPr>
            <p:ph type="title" hasCustomPrompt="1"/>
          </p:nvPr>
        </p:nvSpPr>
        <p:spPr>
          <a:xfrm>
            <a:off x="199141" y="229061"/>
            <a:ext cx="7886700" cy="419711"/>
          </a:xfrm>
        </p:spPr>
        <p:txBody>
          <a:bodyPr anchor="ctr">
            <a:normAutofit/>
          </a:bodyPr>
          <a:lstStyle>
            <a:lvl1pPr indent="-270000">
              <a:lnSpc>
                <a:spcPct val="120000"/>
              </a:lnSpc>
              <a:defRPr sz="2000" b="1"/>
            </a:lvl1pPr>
          </a:lstStyle>
          <a:p>
            <a:r>
              <a:rPr lang="ko-KR" altLang="en-US" dirty="0" smtClean="0"/>
              <a:t>본문 제목</a:t>
            </a:r>
            <a:r>
              <a:rPr lang="en-US" altLang="ko-KR" dirty="0" smtClean="0"/>
              <a:t> (</a:t>
            </a:r>
            <a:r>
              <a:rPr lang="ko-KR" altLang="en-US" dirty="0" smtClean="0"/>
              <a:t>맑은 고딕 </a:t>
            </a:r>
            <a:r>
              <a:rPr lang="en-US" altLang="ko-KR" dirty="0" smtClean="0"/>
              <a:t>Bold, 20)</a:t>
            </a:r>
            <a:endParaRPr lang="ko-KR" altLang="en-US" dirty="0"/>
          </a:p>
        </p:txBody>
      </p:sp>
      <p:sp>
        <p:nvSpPr>
          <p:cNvPr id="26" name="텍스트 개체 틀 4"/>
          <p:cNvSpPr>
            <a:spLocks noGrp="1"/>
          </p:cNvSpPr>
          <p:nvPr>
            <p:ph type="body" sz="quarter" idx="10" hasCustomPrompt="1"/>
          </p:nvPr>
        </p:nvSpPr>
        <p:spPr>
          <a:xfrm>
            <a:off x="187134" y="661281"/>
            <a:ext cx="8644822" cy="407201"/>
          </a:xfrm>
        </p:spPr>
        <p:txBody>
          <a:bodyPr anchor="ctr">
            <a:normAutofit/>
          </a:bodyPr>
          <a:lstStyle>
            <a:lvl1pPr marL="257175" indent="-270000">
              <a:lnSpc>
                <a:spcPct val="120000"/>
              </a:lnSpc>
              <a:buFont typeface="맑은 고딕" panose="020B0503020000020004" pitchFamily="50" charset="-127"/>
              <a:buChar char="■"/>
              <a:defRPr sz="1500" b="1"/>
            </a:lvl1pPr>
          </a:lstStyle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 </a:t>
            </a:r>
            <a:r>
              <a:rPr lang="en-US" altLang="ko-KR" dirty="0" smtClean="0"/>
              <a:t>Bold, 15)</a:t>
            </a:r>
            <a:endParaRPr lang="ko-KR" altLang="en-US" dirty="0"/>
          </a:p>
        </p:txBody>
      </p:sp>
      <p:sp>
        <p:nvSpPr>
          <p:cNvPr id="29" name="텍스트 개체 틀 7"/>
          <p:cNvSpPr>
            <a:spLocks noGrp="1"/>
          </p:cNvSpPr>
          <p:nvPr>
            <p:ph type="body" sz="quarter" idx="12" hasCustomPrompt="1"/>
          </p:nvPr>
        </p:nvSpPr>
        <p:spPr>
          <a:xfrm>
            <a:off x="335043" y="1080991"/>
            <a:ext cx="8387953" cy="646118"/>
          </a:xfrm>
        </p:spPr>
        <p:txBody>
          <a:bodyPr anchor="t">
            <a:noAutofit/>
          </a:bodyPr>
          <a:lstStyle>
            <a:lvl1pPr marL="214313" indent="-180000">
              <a:lnSpc>
                <a:spcPct val="120000"/>
              </a:lnSpc>
              <a:buFont typeface="맑은 고딕" panose="020B0503020000020004" pitchFamily="50" charset="-127"/>
              <a:buChar char="ᆞ"/>
              <a:defRPr sz="1200"/>
            </a:lvl1pPr>
          </a:lstStyle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12)</a:t>
            </a:r>
          </a:p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12)</a:t>
            </a:r>
            <a:endParaRPr lang="ko-KR" altLang="en-US" dirty="0"/>
          </a:p>
        </p:txBody>
      </p:sp>
      <p:sp>
        <p:nvSpPr>
          <p:cNvPr id="30" name="텍스트 개체 틀 4"/>
          <p:cNvSpPr>
            <a:spLocks noGrp="1"/>
          </p:cNvSpPr>
          <p:nvPr>
            <p:ph type="body" sz="quarter" idx="39" hasCustomPrompt="1"/>
          </p:nvPr>
        </p:nvSpPr>
        <p:spPr>
          <a:xfrm>
            <a:off x="187134" y="1733842"/>
            <a:ext cx="8644822" cy="407201"/>
          </a:xfrm>
        </p:spPr>
        <p:txBody>
          <a:bodyPr anchor="ctr">
            <a:normAutofit/>
          </a:bodyPr>
          <a:lstStyle>
            <a:lvl1pPr marL="257175" indent="-270000">
              <a:lnSpc>
                <a:spcPct val="120000"/>
              </a:lnSpc>
              <a:buFont typeface="맑은 고딕" panose="020B0503020000020004" pitchFamily="50" charset="-127"/>
              <a:buChar char="■"/>
              <a:defRPr sz="1500" b="1"/>
            </a:lvl1pPr>
          </a:lstStyle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 </a:t>
            </a:r>
            <a:r>
              <a:rPr lang="en-US" altLang="ko-KR" dirty="0" smtClean="0"/>
              <a:t>Bold, 15)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46667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6324" y="241571"/>
            <a:ext cx="891260" cy="135537"/>
          </a:xfrm>
          <a:prstGeom prst="rect">
            <a:avLst/>
          </a:prstGeom>
        </p:spPr>
      </p:pic>
      <p:cxnSp>
        <p:nvCxnSpPr>
          <p:cNvPr id="33" name="직선 연결선 32"/>
          <p:cNvCxnSpPr/>
          <p:nvPr userDrawn="1"/>
        </p:nvCxnSpPr>
        <p:spPr>
          <a:xfrm>
            <a:off x="199141" y="648772"/>
            <a:ext cx="8648129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 userDrawn="1"/>
        </p:nvSpPr>
        <p:spPr>
          <a:xfrm>
            <a:off x="219967" y="4836487"/>
            <a:ext cx="25560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smtClean="0">
                <a:solidFill>
                  <a:schemeClr val="bg1">
                    <a:lumMod val="65000"/>
                  </a:schemeClr>
                </a:solidFill>
              </a:rPr>
              <a:t>함께 성장하는 행복한 메모리사업부</a:t>
            </a:r>
            <a:endParaRPr lang="ko-KR" altLang="en-US" sz="1013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49" name="그림 4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873" y="4815579"/>
            <a:ext cx="1000125" cy="264319"/>
          </a:xfrm>
          <a:prstGeom prst="rect">
            <a:avLst/>
          </a:prstGeom>
        </p:spPr>
      </p:pic>
      <p:sp>
        <p:nvSpPr>
          <p:cNvPr id="47" name="텍스트 개체 틀 7"/>
          <p:cNvSpPr>
            <a:spLocks noGrp="1"/>
          </p:cNvSpPr>
          <p:nvPr>
            <p:ph type="body" sz="quarter" idx="44" hasCustomPrompt="1"/>
          </p:nvPr>
        </p:nvSpPr>
        <p:spPr>
          <a:xfrm>
            <a:off x="4849177" y="4847779"/>
            <a:ext cx="3188693" cy="232119"/>
          </a:xfrm>
        </p:spPr>
        <p:txBody>
          <a:bodyPr anchor="ctr">
            <a:noAutofit/>
          </a:bodyPr>
          <a:lstStyle>
            <a:lvl1pPr marL="0" indent="0" algn="r">
              <a:buFont typeface="맑은 고딕" panose="020B0503020000020004" pitchFamily="50" charset="-127"/>
              <a:buNone/>
              <a:defRPr sz="900">
                <a:solidFill>
                  <a:srgbClr val="898989"/>
                </a:solidFill>
                <a:latin typeface="+mn-lt"/>
              </a:defRPr>
            </a:lvl1pPr>
          </a:lstStyle>
          <a:p>
            <a:pPr lvl="0"/>
            <a:r>
              <a:rPr lang="ko-KR" altLang="en-US" dirty="0" smtClean="0"/>
              <a:t>부서명 </a:t>
            </a:r>
            <a:r>
              <a:rPr lang="en-US" altLang="ko-KR" dirty="0" smtClean="0"/>
              <a:t>/ </a:t>
            </a:r>
            <a:r>
              <a:rPr lang="ko-KR" altLang="en-US" dirty="0" smtClean="0"/>
              <a:t>작성자</a:t>
            </a:r>
            <a:endParaRPr lang="ko-KR" altLang="en-US" dirty="0"/>
          </a:p>
        </p:txBody>
      </p:sp>
      <p:graphicFrame>
        <p:nvGraphicFramePr>
          <p:cNvPr id="11" name="표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91087342"/>
              </p:ext>
            </p:extLst>
          </p:nvPr>
        </p:nvGraphicFramePr>
        <p:xfrm>
          <a:off x="353247" y="2166578"/>
          <a:ext cx="4165342" cy="2451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9">
                  <a:extLst>
                    <a:ext uri="{9D8B030D-6E8A-4147-A177-3AD203B41FA5}">
                      <a16:colId xmlns:a16="http://schemas.microsoft.com/office/drawing/2014/main" val="3898245627"/>
                    </a:ext>
                  </a:extLst>
                </a:gridCol>
                <a:gridCol w="3115883">
                  <a:extLst>
                    <a:ext uri="{9D8B030D-6E8A-4147-A177-3AD203B41FA5}">
                      <a16:colId xmlns:a16="http://schemas.microsoft.com/office/drawing/2014/main" val="3144817818"/>
                    </a:ext>
                  </a:extLst>
                </a:gridCol>
              </a:tblGrid>
              <a:tr h="6127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81000" marB="34290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846472"/>
                  </a:ext>
                </a:extLst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81000" marB="34290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631872"/>
                  </a:ext>
                </a:extLst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81000" marB="34290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916304"/>
                  </a:ext>
                </a:extLst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81000" marB="34290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4126143"/>
                  </a:ext>
                </a:extLst>
              </a:tr>
            </a:tbl>
          </a:graphicData>
        </a:graphic>
      </p:graphicFrame>
      <p:sp>
        <p:nvSpPr>
          <p:cNvPr id="12" name="텍스트 개체 틀 5"/>
          <p:cNvSpPr>
            <a:spLocks noGrp="1"/>
          </p:cNvSpPr>
          <p:nvPr>
            <p:ph type="body" sz="quarter" idx="13" hasCustomPrompt="1"/>
          </p:nvPr>
        </p:nvSpPr>
        <p:spPr>
          <a:xfrm>
            <a:off x="1417685" y="2166578"/>
            <a:ext cx="2838184" cy="585518"/>
          </a:xfrm>
        </p:spPr>
        <p:txBody>
          <a:bodyPr anchor="ctr">
            <a:normAutofit/>
          </a:bodyPr>
          <a:lstStyle>
            <a:lvl1pPr marL="214313" indent="-180000">
              <a:lnSpc>
                <a:spcPct val="120000"/>
              </a:lnSpc>
              <a:buFont typeface="맑은 고딕" panose="020B0503020000020004" pitchFamily="50" charset="-127"/>
              <a:buChar char="ᆞ"/>
              <a:defRPr sz="1100"/>
            </a:lvl1pPr>
          </a:lstStyle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</p:txBody>
      </p:sp>
      <p:sp>
        <p:nvSpPr>
          <p:cNvPr id="13" name="텍스트 개체 틀 2"/>
          <p:cNvSpPr>
            <a:spLocks noGrp="1"/>
          </p:cNvSpPr>
          <p:nvPr>
            <p:ph type="body" sz="quarter" idx="28" hasCustomPrompt="1"/>
          </p:nvPr>
        </p:nvSpPr>
        <p:spPr>
          <a:xfrm>
            <a:off x="381207" y="2166578"/>
            <a:ext cx="994589" cy="626111"/>
          </a:xfrm>
        </p:spPr>
        <p:txBody>
          <a:bodyPr anchor="ctr">
            <a:normAutofit/>
          </a:bodyPr>
          <a:lstStyle>
            <a:lvl1pPr marL="0" indent="-180000" algn="ctr" latinLnBrk="1">
              <a:lnSpc>
                <a:spcPct val="120000"/>
              </a:lnSpc>
              <a:buNone/>
              <a:defRPr sz="1200" b="1" baseline="0">
                <a:latin typeface="+mj-ea"/>
                <a:ea typeface="+mj-ea"/>
              </a:defRPr>
            </a:lvl1pPr>
          </a:lstStyle>
          <a:p>
            <a:pPr algn="ctr" latinLnBrk="1"/>
            <a:r>
              <a:rPr lang="ko-KR" altLang="en-US" sz="1200" b="1" dirty="0" smtClean="0">
                <a:solidFill>
                  <a:schemeClr val="tx1"/>
                </a:solidFill>
              </a:rPr>
              <a:t>항목</a:t>
            </a:r>
            <a:r>
              <a:rPr lang="en-US" altLang="ko-KR" sz="1200" b="1" dirty="0" smtClean="0">
                <a:solidFill>
                  <a:schemeClr val="tx1"/>
                </a:solidFill>
              </a:rPr>
              <a:t/>
            </a:r>
            <a:br>
              <a:rPr lang="en-US" altLang="ko-KR" sz="1200" b="1" dirty="0" smtClean="0">
                <a:solidFill>
                  <a:schemeClr val="tx1"/>
                </a:solidFill>
              </a:rPr>
            </a:br>
            <a:r>
              <a:rPr lang="en-US" altLang="ko-KR" sz="1200" b="1" dirty="0" smtClean="0">
                <a:solidFill>
                  <a:schemeClr val="tx1"/>
                </a:solidFill>
              </a:rPr>
              <a:t>(Bold, 12)</a:t>
            </a:r>
          </a:p>
        </p:txBody>
      </p:sp>
      <p:sp>
        <p:nvSpPr>
          <p:cNvPr id="14" name="텍스트 개체 틀 2"/>
          <p:cNvSpPr>
            <a:spLocks noGrp="1"/>
          </p:cNvSpPr>
          <p:nvPr>
            <p:ph type="body" sz="quarter" idx="29" hasCustomPrompt="1"/>
          </p:nvPr>
        </p:nvSpPr>
        <p:spPr>
          <a:xfrm>
            <a:off x="381207" y="2792689"/>
            <a:ext cx="991441" cy="611130"/>
          </a:xfrm>
        </p:spPr>
        <p:txBody>
          <a:bodyPr anchor="ctr">
            <a:normAutofit/>
          </a:bodyPr>
          <a:lstStyle>
            <a:lvl1pPr marL="0" indent="-180000" algn="ctr" latinLnBrk="1">
              <a:lnSpc>
                <a:spcPct val="120000"/>
              </a:lnSpc>
              <a:buNone/>
              <a:defRPr sz="1200" b="1" baseline="0">
                <a:latin typeface="+mj-ea"/>
                <a:ea typeface="+mj-ea"/>
              </a:defRPr>
            </a:lvl1pPr>
          </a:lstStyle>
          <a:p>
            <a:pPr algn="ctr" latinLnBrk="1"/>
            <a:r>
              <a:rPr lang="ko-KR" altLang="en-US" sz="1200" b="1" dirty="0" smtClean="0">
                <a:solidFill>
                  <a:schemeClr val="tx1"/>
                </a:solidFill>
              </a:rPr>
              <a:t>항목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5" name="텍스트 개체 틀 2"/>
          <p:cNvSpPr>
            <a:spLocks noGrp="1"/>
          </p:cNvSpPr>
          <p:nvPr>
            <p:ph type="body" sz="quarter" idx="30" hasCustomPrompt="1"/>
          </p:nvPr>
        </p:nvSpPr>
        <p:spPr>
          <a:xfrm>
            <a:off x="384355" y="3429354"/>
            <a:ext cx="991441" cy="549610"/>
          </a:xfrm>
        </p:spPr>
        <p:txBody>
          <a:bodyPr anchor="ctr">
            <a:normAutofit/>
          </a:bodyPr>
          <a:lstStyle>
            <a:lvl1pPr marL="0" indent="-180000" algn="ctr" latinLnBrk="1">
              <a:lnSpc>
                <a:spcPct val="120000"/>
              </a:lnSpc>
              <a:buNone/>
              <a:defRPr sz="1200" b="1" baseline="0">
                <a:latin typeface="+mj-ea"/>
                <a:ea typeface="+mj-ea"/>
              </a:defRPr>
            </a:lvl1pPr>
          </a:lstStyle>
          <a:p>
            <a:pPr algn="ctr" latinLnBrk="1"/>
            <a:r>
              <a:rPr lang="ko-KR" altLang="en-US" sz="1200" b="1" dirty="0" smtClean="0">
                <a:solidFill>
                  <a:schemeClr val="tx1"/>
                </a:solidFill>
              </a:rPr>
              <a:t>항목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6" name="텍스트 개체 틀 2"/>
          <p:cNvSpPr>
            <a:spLocks noGrp="1"/>
          </p:cNvSpPr>
          <p:nvPr>
            <p:ph type="body" sz="quarter" idx="31" hasCustomPrompt="1"/>
          </p:nvPr>
        </p:nvSpPr>
        <p:spPr>
          <a:xfrm>
            <a:off x="381207" y="4026771"/>
            <a:ext cx="991441" cy="575144"/>
          </a:xfrm>
        </p:spPr>
        <p:txBody>
          <a:bodyPr anchor="ctr">
            <a:normAutofit/>
          </a:bodyPr>
          <a:lstStyle>
            <a:lvl1pPr marL="0" indent="-180000" algn="ctr" latinLnBrk="1">
              <a:lnSpc>
                <a:spcPct val="120000"/>
              </a:lnSpc>
              <a:buNone/>
              <a:defRPr sz="1200" b="1" baseline="0"/>
            </a:lvl1pPr>
          </a:lstStyle>
          <a:p>
            <a:pPr algn="ctr" latinLnBrk="1"/>
            <a:r>
              <a:rPr lang="ko-KR" altLang="en-US" sz="1200" b="1" dirty="0" smtClean="0">
                <a:solidFill>
                  <a:schemeClr val="tx1"/>
                </a:solidFill>
              </a:rPr>
              <a:t>항목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graphicFrame>
        <p:nvGraphicFramePr>
          <p:cNvPr id="21" name="표 2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15639908"/>
              </p:ext>
            </p:extLst>
          </p:nvPr>
        </p:nvGraphicFramePr>
        <p:xfrm>
          <a:off x="4652133" y="2166578"/>
          <a:ext cx="4165342" cy="2451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9">
                  <a:extLst>
                    <a:ext uri="{9D8B030D-6E8A-4147-A177-3AD203B41FA5}">
                      <a16:colId xmlns:a16="http://schemas.microsoft.com/office/drawing/2014/main" val="3898245627"/>
                    </a:ext>
                  </a:extLst>
                </a:gridCol>
                <a:gridCol w="3115883">
                  <a:extLst>
                    <a:ext uri="{9D8B030D-6E8A-4147-A177-3AD203B41FA5}">
                      <a16:colId xmlns:a16="http://schemas.microsoft.com/office/drawing/2014/main" val="3144817818"/>
                    </a:ext>
                  </a:extLst>
                </a:gridCol>
              </a:tblGrid>
              <a:tr h="6127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81000" marB="34290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846472"/>
                  </a:ext>
                </a:extLst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81000" marB="34290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631872"/>
                  </a:ext>
                </a:extLst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81000" marB="34290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916304"/>
                  </a:ext>
                </a:extLst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81000" marB="34290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4126143"/>
                  </a:ext>
                </a:extLst>
              </a:tr>
            </a:tbl>
          </a:graphicData>
        </a:graphic>
      </p:graphicFrame>
      <p:sp>
        <p:nvSpPr>
          <p:cNvPr id="34" name="텍스트 개체 틀 5"/>
          <p:cNvSpPr>
            <a:spLocks noGrp="1"/>
          </p:cNvSpPr>
          <p:nvPr>
            <p:ph type="body" sz="quarter" idx="45" hasCustomPrompt="1"/>
          </p:nvPr>
        </p:nvSpPr>
        <p:spPr>
          <a:xfrm>
            <a:off x="1417685" y="2792688"/>
            <a:ext cx="2838184" cy="600995"/>
          </a:xfrm>
        </p:spPr>
        <p:txBody>
          <a:bodyPr anchor="ctr">
            <a:normAutofit/>
          </a:bodyPr>
          <a:lstStyle>
            <a:lvl1pPr marL="214313" indent="-180000">
              <a:lnSpc>
                <a:spcPct val="120000"/>
              </a:lnSpc>
              <a:buFont typeface="맑은 고딕" panose="020B0503020000020004" pitchFamily="50" charset="-127"/>
              <a:buChar char="ᆞ"/>
              <a:defRPr sz="1100"/>
            </a:lvl1pPr>
          </a:lstStyle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</p:txBody>
      </p:sp>
      <p:sp>
        <p:nvSpPr>
          <p:cNvPr id="35" name="텍스트 개체 틀 5"/>
          <p:cNvSpPr>
            <a:spLocks noGrp="1"/>
          </p:cNvSpPr>
          <p:nvPr>
            <p:ph type="body" sz="quarter" idx="46" hasCustomPrompt="1"/>
          </p:nvPr>
        </p:nvSpPr>
        <p:spPr>
          <a:xfrm>
            <a:off x="1417685" y="3393683"/>
            <a:ext cx="2838184" cy="585281"/>
          </a:xfrm>
        </p:spPr>
        <p:txBody>
          <a:bodyPr anchor="ctr">
            <a:normAutofit/>
          </a:bodyPr>
          <a:lstStyle>
            <a:lvl1pPr marL="214313" indent="-180000">
              <a:lnSpc>
                <a:spcPct val="120000"/>
              </a:lnSpc>
              <a:buFont typeface="맑은 고딕" panose="020B0503020000020004" pitchFamily="50" charset="-127"/>
              <a:buChar char="ᆞ"/>
              <a:defRPr sz="1100"/>
            </a:lvl1pPr>
          </a:lstStyle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</p:txBody>
      </p:sp>
      <p:sp>
        <p:nvSpPr>
          <p:cNvPr id="36" name="텍스트 개체 틀 5"/>
          <p:cNvSpPr>
            <a:spLocks noGrp="1"/>
          </p:cNvSpPr>
          <p:nvPr>
            <p:ph type="body" sz="quarter" idx="47" hasCustomPrompt="1"/>
          </p:nvPr>
        </p:nvSpPr>
        <p:spPr>
          <a:xfrm>
            <a:off x="1417685" y="4004499"/>
            <a:ext cx="2838184" cy="613219"/>
          </a:xfrm>
        </p:spPr>
        <p:txBody>
          <a:bodyPr anchor="ctr">
            <a:normAutofit/>
          </a:bodyPr>
          <a:lstStyle>
            <a:lvl1pPr marL="214313" indent="-180000">
              <a:lnSpc>
                <a:spcPct val="120000"/>
              </a:lnSpc>
              <a:buFont typeface="맑은 고딕" panose="020B0503020000020004" pitchFamily="50" charset="-127"/>
              <a:buChar char="ᆞ"/>
              <a:defRPr sz="1100"/>
            </a:lvl1pPr>
          </a:lstStyle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</p:txBody>
      </p:sp>
      <p:sp>
        <p:nvSpPr>
          <p:cNvPr id="37" name="텍스트 개체 틀 5"/>
          <p:cNvSpPr>
            <a:spLocks noGrp="1"/>
          </p:cNvSpPr>
          <p:nvPr>
            <p:ph type="body" sz="quarter" idx="48" hasCustomPrompt="1"/>
          </p:nvPr>
        </p:nvSpPr>
        <p:spPr>
          <a:xfrm>
            <a:off x="5712790" y="2166578"/>
            <a:ext cx="2838184" cy="585518"/>
          </a:xfrm>
        </p:spPr>
        <p:txBody>
          <a:bodyPr anchor="ctr">
            <a:normAutofit/>
          </a:bodyPr>
          <a:lstStyle>
            <a:lvl1pPr marL="214313" indent="-180000">
              <a:lnSpc>
                <a:spcPct val="120000"/>
              </a:lnSpc>
              <a:buFont typeface="맑은 고딕" panose="020B0503020000020004" pitchFamily="50" charset="-127"/>
              <a:buChar char="ᆞ"/>
              <a:defRPr sz="1100"/>
            </a:lvl1pPr>
          </a:lstStyle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</p:txBody>
      </p:sp>
      <p:sp>
        <p:nvSpPr>
          <p:cNvPr id="38" name="텍스트 개체 틀 2"/>
          <p:cNvSpPr>
            <a:spLocks noGrp="1"/>
          </p:cNvSpPr>
          <p:nvPr>
            <p:ph type="body" sz="quarter" idx="49" hasCustomPrompt="1"/>
          </p:nvPr>
        </p:nvSpPr>
        <p:spPr>
          <a:xfrm>
            <a:off x="4676312" y="2166578"/>
            <a:ext cx="994589" cy="639825"/>
          </a:xfrm>
        </p:spPr>
        <p:txBody>
          <a:bodyPr anchor="ctr">
            <a:normAutofit/>
          </a:bodyPr>
          <a:lstStyle>
            <a:lvl1pPr marL="0" indent="-180000" algn="ctr" latinLnBrk="1">
              <a:lnSpc>
                <a:spcPct val="120000"/>
              </a:lnSpc>
              <a:buNone/>
              <a:defRPr sz="1200" b="1" baseline="0">
                <a:latin typeface="+mj-ea"/>
                <a:ea typeface="+mj-ea"/>
              </a:defRPr>
            </a:lvl1pPr>
          </a:lstStyle>
          <a:p>
            <a:pPr algn="ctr" latinLnBrk="1"/>
            <a:r>
              <a:rPr lang="ko-KR" altLang="en-US" sz="1200" b="1" dirty="0" smtClean="0">
                <a:solidFill>
                  <a:schemeClr val="tx1"/>
                </a:solidFill>
              </a:rPr>
              <a:t>항목</a:t>
            </a:r>
            <a:r>
              <a:rPr lang="en-US" altLang="ko-KR" sz="1200" b="1" dirty="0" smtClean="0">
                <a:solidFill>
                  <a:schemeClr val="tx1"/>
                </a:solidFill>
              </a:rPr>
              <a:t/>
            </a:r>
            <a:br>
              <a:rPr lang="en-US" altLang="ko-KR" sz="1200" b="1" dirty="0" smtClean="0">
                <a:solidFill>
                  <a:schemeClr val="tx1"/>
                </a:solidFill>
              </a:rPr>
            </a:br>
            <a:r>
              <a:rPr lang="en-US" altLang="ko-KR" sz="1200" b="1" dirty="0" smtClean="0">
                <a:solidFill>
                  <a:schemeClr val="tx1"/>
                </a:solidFill>
              </a:rPr>
              <a:t>(Bold, 12)</a:t>
            </a:r>
          </a:p>
        </p:txBody>
      </p:sp>
      <p:sp>
        <p:nvSpPr>
          <p:cNvPr id="39" name="텍스트 개체 틀 2"/>
          <p:cNvSpPr>
            <a:spLocks noGrp="1"/>
          </p:cNvSpPr>
          <p:nvPr>
            <p:ph type="body" sz="quarter" idx="50" hasCustomPrompt="1"/>
          </p:nvPr>
        </p:nvSpPr>
        <p:spPr>
          <a:xfrm>
            <a:off x="4676312" y="2792689"/>
            <a:ext cx="991441" cy="611130"/>
          </a:xfrm>
        </p:spPr>
        <p:txBody>
          <a:bodyPr anchor="ctr">
            <a:normAutofit/>
          </a:bodyPr>
          <a:lstStyle>
            <a:lvl1pPr marL="0" indent="-180000" algn="ctr" latinLnBrk="1">
              <a:lnSpc>
                <a:spcPct val="120000"/>
              </a:lnSpc>
              <a:buNone/>
              <a:defRPr sz="1200" b="1" baseline="0">
                <a:latin typeface="+mj-ea"/>
                <a:ea typeface="+mj-ea"/>
              </a:defRPr>
            </a:lvl1pPr>
          </a:lstStyle>
          <a:p>
            <a:pPr algn="ctr" latinLnBrk="1"/>
            <a:r>
              <a:rPr lang="ko-KR" altLang="en-US" sz="1200" b="1" dirty="0" smtClean="0">
                <a:solidFill>
                  <a:schemeClr val="tx1"/>
                </a:solidFill>
              </a:rPr>
              <a:t>항목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40" name="텍스트 개체 틀 2"/>
          <p:cNvSpPr>
            <a:spLocks noGrp="1"/>
          </p:cNvSpPr>
          <p:nvPr>
            <p:ph type="body" sz="quarter" idx="51" hasCustomPrompt="1"/>
          </p:nvPr>
        </p:nvSpPr>
        <p:spPr>
          <a:xfrm>
            <a:off x="4679460" y="3429354"/>
            <a:ext cx="991441" cy="549610"/>
          </a:xfrm>
        </p:spPr>
        <p:txBody>
          <a:bodyPr anchor="ctr">
            <a:normAutofit/>
          </a:bodyPr>
          <a:lstStyle>
            <a:lvl1pPr marL="0" indent="-180000" algn="ctr" latinLnBrk="1">
              <a:lnSpc>
                <a:spcPct val="120000"/>
              </a:lnSpc>
              <a:buNone/>
              <a:defRPr sz="1200" b="1" baseline="0">
                <a:latin typeface="+mj-ea"/>
                <a:ea typeface="+mj-ea"/>
              </a:defRPr>
            </a:lvl1pPr>
          </a:lstStyle>
          <a:p>
            <a:pPr algn="ctr" latinLnBrk="1"/>
            <a:r>
              <a:rPr lang="ko-KR" altLang="en-US" sz="1200" b="1" dirty="0" smtClean="0">
                <a:solidFill>
                  <a:schemeClr val="tx1"/>
                </a:solidFill>
              </a:rPr>
              <a:t>항목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41" name="텍스트 개체 틀 2"/>
          <p:cNvSpPr>
            <a:spLocks noGrp="1"/>
          </p:cNvSpPr>
          <p:nvPr>
            <p:ph type="body" sz="quarter" idx="52" hasCustomPrompt="1"/>
          </p:nvPr>
        </p:nvSpPr>
        <p:spPr>
          <a:xfrm>
            <a:off x="4676312" y="4026771"/>
            <a:ext cx="991441" cy="575144"/>
          </a:xfrm>
        </p:spPr>
        <p:txBody>
          <a:bodyPr anchor="ctr">
            <a:normAutofit/>
          </a:bodyPr>
          <a:lstStyle>
            <a:lvl1pPr marL="0" indent="-180000" algn="ctr" latinLnBrk="1">
              <a:lnSpc>
                <a:spcPct val="120000"/>
              </a:lnSpc>
              <a:buNone/>
              <a:defRPr sz="1200" b="1" baseline="0"/>
            </a:lvl1pPr>
          </a:lstStyle>
          <a:p>
            <a:pPr algn="ctr" latinLnBrk="1"/>
            <a:r>
              <a:rPr lang="ko-KR" altLang="en-US" sz="1200" b="1" dirty="0" smtClean="0">
                <a:solidFill>
                  <a:schemeClr val="tx1"/>
                </a:solidFill>
              </a:rPr>
              <a:t>항목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42" name="텍스트 개체 틀 5"/>
          <p:cNvSpPr>
            <a:spLocks noGrp="1"/>
          </p:cNvSpPr>
          <p:nvPr>
            <p:ph type="body" sz="quarter" idx="53" hasCustomPrompt="1"/>
          </p:nvPr>
        </p:nvSpPr>
        <p:spPr>
          <a:xfrm>
            <a:off x="5712790" y="2792688"/>
            <a:ext cx="2838184" cy="600995"/>
          </a:xfrm>
        </p:spPr>
        <p:txBody>
          <a:bodyPr anchor="ctr">
            <a:normAutofit/>
          </a:bodyPr>
          <a:lstStyle>
            <a:lvl1pPr marL="214313" indent="-180000">
              <a:lnSpc>
                <a:spcPct val="120000"/>
              </a:lnSpc>
              <a:buFont typeface="맑은 고딕" panose="020B0503020000020004" pitchFamily="50" charset="-127"/>
              <a:buChar char="ᆞ"/>
              <a:defRPr sz="1100"/>
            </a:lvl1pPr>
          </a:lstStyle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</p:txBody>
      </p:sp>
      <p:sp>
        <p:nvSpPr>
          <p:cNvPr id="43" name="텍스트 개체 틀 5"/>
          <p:cNvSpPr>
            <a:spLocks noGrp="1"/>
          </p:cNvSpPr>
          <p:nvPr>
            <p:ph type="body" sz="quarter" idx="54" hasCustomPrompt="1"/>
          </p:nvPr>
        </p:nvSpPr>
        <p:spPr>
          <a:xfrm>
            <a:off x="5712790" y="3393683"/>
            <a:ext cx="2838184" cy="585281"/>
          </a:xfrm>
        </p:spPr>
        <p:txBody>
          <a:bodyPr anchor="ctr">
            <a:normAutofit/>
          </a:bodyPr>
          <a:lstStyle>
            <a:lvl1pPr marL="214313" indent="-180000">
              <a:lnSpc>
                <a:spcPct val="120000"/>
              </a:lnSpc>
              <a:buFont typeface="맑은 고딕" panose="020B0503020000020004" pitchFamily="50" charset="-127"/>
              <a:buChar char="ᆞ"/>
              <a:defRPr sz="1100"/>
            </a:lvl1pPr>
          </a:lstStyle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</p:txBody>
      </p:sp>
      <p:sp>
        <p:nvSpPr>
          <p:cNvPr id="44" name="텍스트 개체 틀 5"/>
          <p:cNvSpPr>
            <a:spLocks noGrp="1"/>
          </p:cNvSpPr>
          <p:nvPr>
            <p:ph type="body" sz="quarter" idx="55" hasCustomPrompt="1"/>
          </p:nvPr>
        </p:nvSpPr>
        <p:spPr>
          <a:xfrm>
            <a:off x="5712790" y="4004499"/>
            <a:ext cx="2838184" cy="613219"/>
          </a:xfrm>
        </p:spPr>
        <p:txBody>
          <a:bodyPr anchor="ctr">
            <a:normAutofit/>
          </a:bodyPr>
          <a:lstStyle>
            <a:lvl1pPr marL="214313" indent="-180000">
              <a:lnSpc>
                <a:spcPct val="120000"/>
              </a:lnSpc>
              <a:buFont typeface="맑은 고딕" panose="020B0503020000020004" pitchFamily="50" charset="-127"/>
              <a:buChar char="ᆞ"/>
              <a:defRPr sz="1100"/>
            </a:lvl1pPr>
          </a:lstStyle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</p:txBody>
      </p:sp>
      <p:sp>
        <p:nvSpPr>
          <p:cNvPr id="29" name="제목 3"/>
          <p:cNvSpPr>
            <a:spLocks noGrp="1"/>
          </p:cNvSpPr>
          <p:nvPr>
            <p:ph type="title" hasCustomPrompt="1"/>
          </p:nvPr>
        </p:nvSpPr>
        <p:spPr>
          <a:xfrm>
            <a:off x="199141" y="229061"/>
            <a:ext cx="7886700" cy="419711"/>
          </a:xfrm>
        </p:spPr>
        <p:txBody>
          <a:bodyPr anchor="ctr">
            <a:normAutofit/>
          </a:bodyPr>
          <a:lstStyle>
            <a:lvl1pPr indent="-270000">
              <a:lnSpc>
                <a:spcPct val="120000"/>
              </a:lnSpc>
              <a:defRPr sz="2000" b="1"/>
            </a:lvl1pPr>
          </a:lstStyle>
          <a:p>
            <a:r>
              <a:rPr lang="ko-KR" altLang="en-US" dirty="0" smtClean="0"/>
              <a:t>본문 제목</a:t>
            </a:r>
            <a:r>
              <a:rPr lang="en-US" altLang="ko-KR" dirty="0" smtClean="0"/>
              <a:t> (</a:t>
            </a:r>
            <a:r>
              <a:rPr lang="ko-KR" altLang="en-US" dirty="0" smtClean="0"/>
              <a:t>맑은 고딕 </a:t>
            </a:r>
            <a:r>
              <a:rPr lang="en-US" altLang="ko-KR" dirty="0" smtClean="0"/>
              <a:t>Bold, 20)</a:t>
            </a:r>
            <a:endParaRPr lang="ko-KR" altLang="en-US" dirty="0"/>
          </a:p>
        </p:txBody>
      </p:sp>
      <p:sp>
        <p:nvSpPr>
          <p:cNvPr id="30" name="텍스트 개체 틀 4"/>
          <p:cNvSpPr>
            <a:spLocks noGrp="1"/>
          </p:cNvSpPr>
          <p:nvPr>
            <p:ph type="body" sz="quarter" idx="10" hasCustomPrompt="1"/>
          </p:nvPr>
        </p:nvSpPr>
        <p:spPr>
          <a:xfrm>
            <a:off x="187134" y="661281"/>
            <a:ext cx="8644822" cy="407201"/>
          </a:xfrm>
        </p:spPr>
        <p:txBody>
          <a:bodyPr anchor="ctr">
            <a:normAutofit/>
          </a:bodyPr>
          <a:lstStyle>
            <a:lvl1pPr marL="257175" indent="-270000">
              <a:lnSpc>
                <a:spcPct val="120000"/>
              </a:lnSpc>
              <a:buFont typeface="맑은 고딕" panose="020B0503020000020004" pitchFamily="50" charset="-127"/>
              <a:buChar char="■"/>
              <a:defRPr sz="1500" b="1"/>
            </a:lvl1pPr>
          </a:lstStyle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 </a:t>
            </a:r>
            <a:r>
              <a:rPr lang="en-US" altLang="ko-KR" dirty="0" smtClean="0"/>
              <a:t>Bold, 15)</a:t>
            </a:r>
            <a:endParaRPr lang="ko-KR" altLang="en-US" dirty="0"/>
          </a:p>
        </p:txBody>
      </p:sp>
      <p:sp>
        <p:nvSpPr>
          <p:cNvPr id="31" name="텍스트 개체 틀 7"/>
          <p:cNvSpPr>
            <a:spLocks noGrp="1"/>
          </p:cNvSpPr>
          <p:nvPr>
            <p:ph type="body" sz="quarter" idx="12" hasCustomPrompt="1"/>
          </p:nvPr>
        </p:nvSpPr>
        <p:spPr>
          <a:xfrm>
            <a:off x="335043" y="1080991"/>
            <a:ext cx="8387953" cy="646118"/>
          </a:xfrm>
        </p:spPr>
        <p:txBody>
          <a:bodyPr anchor="t">
            <a:noAutofit/>
          </a:bodyPr>
          <a:lstStyle>
            <a:lvl1pPr marL="214313" indent="-180000">
              <a:lnSpc>
                <a:spcPct val="120000"/>
              </a:lnSpc>
              <a:buFont typeface="맑은 고딕" panose="020B0503020000020004" pitchFamily="50" charset="-127"/>
              <a:buChar char="ᆞ"/>
              <a:defRPr sz="1200"/>
            </a:lvl1pPr>
          </a:lstStyle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12)</a:t>
            </a:r>
          </a:p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12)</a:t>
            </a:r>
            <a:endParaRPr lang="ko-KR" altLang="en-US" dirty="0"/>
          </a:p>
        </p:txBody>
      </p:sp>
      <p:sp>
        <p:nvSpPr>
          <p:cNvPr id="45" name="텍스트 개체 틀 4"/>
          <p:cNvSpPr>
            <a:spLocks noGrp="1"/>
          </p:cNvSpPr>
          <p:nvPr>
            <p:ph type="body" sz="quarter" idx="37" hasCustomPrompt="1"/>
          </p:nvPr>
        </p:nvSpPr>
        <p:spPr>
          <a:xfrm>
            <a:off x="187134" y="1733842"/>
            <a:ext cx="8644822" cy="407201"/>
          </a:xfrm>
        </p:spPr>
        <p:txBody>
          <a:bodyPr anchor="ctr">
            <a:normAutofit/>
          </a:bodyPr>
          <a:lstStyle>
            <a:lvl1pPr marL="257175" indent="-270000">
              <a:lnSpc>
                <a:spcPct val="120000"/>
              </a:lnSpc>
              <a:buFont typeface="맑은 고딕" panose="020B0503020000020004" pitchFamily="50" charset="-127"/>
              <a:buChar char="■"/>
              <a:defRPr sz="1500" b="1"/>
            </a:lvl1pPr>
          </a:lstStyle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 </a:t>
            </a:r>
            <a:r>
              <a:rPr lang="en-US" altLang="ko-KR" dirty="0" smtClean="0"/>
              <a:t>Bold, 15)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25574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그림 3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6324" y="241571"/>
            <a:ext cx="891260" cy="135537"/>
          </a:xfrm>
          <a:prstGeom prst="rect">
            <a:avLst/>
          </a:prstGeom>
        </p:spPr>
      </p:pic>
      <p:cxnSp>
        <p:nvCxnSpPr>
          <p:cNvPr id="33" name="직선 연결선 32"/>
          <p:cNvCxnSpPr/>
          <p:nvPr userDrawn="1"/>
        </p:nvCxnSpPr>
        <p:spPr>
          <a:xfrm>
            <a:off x="199141" y="648772"/>
            <a:ext cx="8648129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 userDrawn="1"/>
        </p:nvSpPr>
        <p:spPr>
          <a:xfrm>
            <a:off x="219967" y="4836487"/>
            <a:ext cx="25560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smtClean="0">
                <a:solidFill>
                  <a:schemeClr val="bg1">
                    <a:lumMod val="65000"/>
                  </a:schemeClr>
                </a:solidFill>
              </a:rPr>
              <a:t>함께 성장하는 행복한 메모리사업부</a:t>
            </a:r>
            <a:endParaRPr lang="ko-KR" altLang="en-US" sz="1013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37" name="그림 3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873" y="4815579"/>
            <a:ext cx="1000125" cy="264319"/>
          </a:xfrm>
          <a:prstGeom prst="rect">
            <a:avLst/>
          </a:prstGeom>
        </p:spPr>
      </p:pic>
      <p:sp>
        <p:nvSpPr>
          <p:cNvPr id="36" name="텍스트 개체 틀 7"/>
          <p:cNvSpPr>
            <a:spLocks noGrp="1"/>
          </p:cNvSpPr>
          <p:nvPr>
            <p:ph type="body" sz="quarter" idx="38" hasCustomPrompt="1"/>
          </p:nvPr>
        </p:nvSpPr>
        <p:spPr>
          <a:xfrm>
            <a:off x="4849177" y="4847779"/>
            <a:ext cx="3188693" cy="232119"/>
          </a:xfrm>
        </p:spPr>
        <p:txBody>
          <a:bodyPr anchor="ctr">
            <a:noAutofit/>
          </a:bodyPr>
          <a:lstStyle>
            <a:lvl1pPr marL="0" indent="0" algn="r">
              <a:buFont typeface="맑은 고딕" panose="020B0503020000020004" pitchFamily="50" charset="-127"/>
              <a:buNone/>
              <a:defRPr sz="900">
                <a:solidFill>
                  <a:srgbClr val="898989"/>
                </a:solidFill>
                <a:latin typeface="+mn-lt"/>
              </a:defRPr>
            </a:lvl1pPr>
          </a:lstStyle>
          <a:p>
            <a:pPr lvl="0"/>
            <a:r>
              <a:rPr lang="ko-KR" altLang="en-US" dirty="0" smtClean="0"/>
              <a:t>부서명 </a:t>
            </a:r>
            <a:r>
              <a:rPr lang="en-US" altLang="ko-KR" dirty="0" smtClean="0"/>
              <a:t>/ </a:t>
            </a:r>
            <a:r>
              <a:rPr lang="ko-KR" altLang="en-US" dirty="0" smtClean="0"/>
              <a:t>작성자</a:t>
            </a:r>
            <a:endParaRPr lang="ko-KR" altLang="en-US" dirty="0"/>
          </a:p>
        </p:txBody>
      </p:sp>
      <p:graphicFrame>
        <p:nvGraphicFramePr>
          <p:cNvPr id="10" name="표 9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21858952"/>
              </p:ext>
            </p:extLst>
          </p:nvPr>
        </p:nvGraphicFramePr>
        <p:xfrm>
          <a:off x="321195" y="1762122"/>
          <a:ext cx="4121707" cy="2936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1707">
                  <a:extLst>
                    <a:ext uri="{9D8B030D-6E8A-4147-A177-3AD203B41FA5}">
                      <a16:colId xmlns:a16="http://schemas.microsoft.com/office/drawing/2014/main" val="3144817818"/>
                    </a:ext>
                  </a:extLst>
                </a:gridCol>
              </a:tblGrid>
              <a:tr h="325242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846472"/>
                  </a:ext>
                </a:extLst>
              </a:tr>
              <a:tr h="2611755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10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81000" marB="34290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631872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6412532"/>
              </p:ext>
            </p:extLst>
          </p:nvPr>
        </p:nvGraphicFramePr>
        <p:xfrm>
          <a:off x="4660851" y="1762122"/>
          <a:ext cx="4121707" cy="2936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1707">
                  <a:extLst>
                    <a:ext uri="{9D8B030D-6E8A-4147-A177-3AD203B41FA5}">
                      <a16:colId xmlns:a16="http://schemas.microsoft.com/office/drawing/2014/main" val="3144817818"/>
                    </a:ext>
                  </a:extLst>
                </a:gridCol>
              </a:tblGrid>
              <a:tr h="325242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846472"/>
                  </a:ext>
                </a:extLst>
              </a:tr>
              <a:tr h="2611755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10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81000" marB="34290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631872"/>
                  </a:ext>
                </a:extLst>
              </a:tr>
            </a:tbl>
          </a:graphicData>
        </a:graphic>
      </p:graphicFrame>
      <p:sp>
        <p:nvSpPr>
          <p:cNvPr id="12" name="텍스트 개체 틀 4"/>
          <p:cNvSpPr>
            <a:spLocks noGrp="1"/>
          </p:cNvSpPr>
          <p:nvPr>
            <p:ph type="body" sz="quarter" idx="13" hasCustomPrompt="1"/>
          </p:nvPr>
        </p:nvSpPr>
        <p:spPr>
          <a:xfrm>
            <a:off x="340686" y="2098406"/>
            <a:ext cx="3915760" cy="370750"/>
          </a:xfrm>
        </p:spPr>
        <p:txBody>
          <a:bodyPr anchor="ctr">
            <a:normAutofit/>
          </a:bodyPr>
          <a:lstStyle>
            <a:lvl1pPr marL="214313" indent="-180000">
              <a:lnSpc>
                <a:spcPct val="120000"/>
              </a:lnSpc>
              <a:buFont typeface="맑은 고딕" panose="020B0503020000020004" pitchFamily="50" charset="-127"/>
              <a:buChar char="ᆞ"/>
              <a:defRPr sz="1100" b="1"/>
            </a:lvl1pPr>
          </a:lstStyle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 </a:t>
            </a:r>
            <a:r>
              <a:rPr lang="en-US" altLang="ko-KR" dirty="0" smtClean="0"/>
              <a:t>Bold, 11)</a:t>
            </a:r>
            <a:endParaRPr lang="ko-KR" altLang="en-US" dirty="0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14" hasCustomPrompt="1"/>
          </p:nvPr>
        </p:nvSpPr>
        <p:spPr>
          <a:xfrm>
            <a:off x="472738" y="2507213"/>
            <a:ext cx="3783708" cy="841160"/>
          </a:xfrm>
        </p:spPr>
        <p:txBody>
          <a:bodyPr anchor="t">
            <a:noAutofit/>
          </a:bodyPr>
          <a:lstStyle>
            <a:lvl1pPr marL="214313" indent="-180000">
              <a:lnSpc>
                <a:spcPct val="120000"/>
              </a:lnSpc>
              <a:buFont typeface="맑은 고딕" panose="020B0503020000020004" pitchFamily="50" charset="-127"/>
              <a:buChar char="ￚ"/>
              <a:defRPr sz="900"/>
            </a:lvl1pPr>
          </a:lstStyle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9)</a:t>
            </a:r>
          </a:p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9)</a:t>
            </a:r>
            <a:endParaRPr lang="ko-KR" altLang="en-US" dirty="0"/>
          </a:p>
        </p:txBody>
      </p:sp>
      <p:sp>
        <p:nvSpPr>
          <p:cNvPr id="14" name="텍스트 개체 틀 2"/>
          <p:cNvSpPr>
            <a:spLocks noGrp="1"/>
          </p:cNvSpPr>
          <p:nvPr>
            <p:ph type="body" sz="quarter" idx="30" hasCustomPrompt="1"/>
          </p:nvPr>
        </p:nvSpPr>
        <p:spPr>
          <a:xfrm>
            <a:off x="313164" y="1754781"/>
            <a:ext cx="4123199" cy="336283"/>
          </a:xfrm>
        </p:spPr>
        <p:txBody>
          <a:bodyPr anchor="ctr">
            <a:normAutofit/>
          </a:bodyPr>
          <a:lstStyle>
            <a:lvl1pPr marL="0" indent="-180000" algn="ctr" latinLnBrk="1">
              <a:lnSpc>
                <a:spcPct val="120000"/>
              </a:lnSpc>
              <a:buNone/>
              <a:defRPr sz="1200" b="1" baseline="0"/>
            </a:lvl1pPr>
          </a:lstStyle>
          <a:p>
            <a:pPr algn="ctr" latinLnBrk="1"/>
            <a:r>
              <a:rPr lang="ko-KR" altLang="en-US" sz="1200" b="1" dirty="0" smtClean="0">
                <a:solidFill>
                  <a:schemeClr val="tx1"/>
                </a:solidFill>
              </a:rPr>
              <a:t>항목 </a:t>
            </a:r>
            <a:r>
              <a:rPr lang="en-US" altLang="ko-KR" sz="1200" b="1" dirty="0" smtClean="0">
                <a:solidFill>
                  <a:schemeClr val="tx1"/>
                </a:solidFill>
              </a:rPr>
              <a:t>(</a:t>
            </a:r>
            <a:r>
              <a:rPr lang="ko-KR" altLang="en-US" sz="1200" b="1" dirty="0" smtClean="0">
                <a:solidFill>
                  <a:schemeClr val="tx1"/>
                </a:solidFill>
              </a:rPr>
              <a:t>맑은 고딕 </a:t>
            </a:r>
            <a:r>
              <a:rPr lang="en-US" altLang="ko-KR" dirty="0" smtClean="0"/>
              <a:t>Bold</a:t>
            </a:r>
            <a:r>
              <a:rPr lang="en-US" altLang="ko-KR" sz="1200" b="1" dirty="0" smtClean="0">
                <a:solidFill>
                  <a:schemeClr val="tx1"/>
                </a:solidFill>
              </a:rPr>
              <a:t>, 12)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5" name="텍스트 개체 틀 2"/>
          <p:cNvSpPr>
            <a:spLocks noGrp="1"/>
          </p:cNvSpPr>
          <p:nvPr>
            <p:ph type="body" sz="quarter" idx="31" hasCustomPrompt="1"/>
          </p:nvPr>
        </p:nvSpPr>
        <p:spPr>
          <a:xfrm>
            <a:off x="4669014" y="1762122"/>
            <a:ext cx="4123199" cy="336283"/>
          </a:xfrm>
        </p:spPr>
        <p:txBody>
          <a:bodyPr anchor="ctr">
            <a:normAutofit/>
          </a:bodyPr>
          <a:lstStyle>
            <a:lvl1pPr marL="0" indent="-180000" algn="ctr" latinLnBrk="1">
              <a:lnSpc>
                <a:spcPct val="120000"/>
              </a:lnSpc>
              <a:buNone/>
              <a:defRPr sz="1200" b="1" baseline="0"/>
            </a:lvl1pPr>
          </a:lstStyle>
          <a:p>
            <a:pPr algn="ctr" latinLnBrk="1"/>
            <a:r>
              <a:rPr lang="ko-KR" altLang="en-US" sz="1200" b="1" dirty="0" smtClean="0">
                <a:solidFill>
                  <a:schemeClr val="tx1"/>
                </a:solidFill>
              </a:rPr>
              <a:t>항목 </a:t>
            </a:r>
            <a:r>
              <a:rPr lang="en-US" altLang="ko-KR" sz="1200" b="1" dirty="0" smtClean="0">
                <a:solidFill>
                  <a:schemeClr val="tx1"/>
                </a:solidFill>
              </a:rPr>
              <a:t>(</a:t>
            </a:r>
            <a:r>
              <a:rPr lang="ko-KR" altLang="en-US" sz="1200" b="1" dirty="0" smtClean="0">
                <a:solidFill>
                  <a:schemeClr val="tx1"/>
                </a:solidFill>
              </a:rPr>
              <a:t>맑은 고딕 </a:t>
            </a:r>
            <a:r>
              <a:rPr lang="en-US" altLang="ko-KR" dirty="0" smtClean="0"/>
              <a:t>Bold</a:t>
            </a:r>
            <a:r>
              <a:rPr lang="en-US" altLang="ko-KR" sz="1200" b="1" dirty="0" smtClean="0">
                <a:solidFill>
                  <a:schemeClr val="tx1"/>
                </a:solidFill>
              </a:rPr>
              <a:t>, 12)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6" name="텍스트 개체 틀 4"/>
          <p:cNvSpPr>
            <a:spLocks noGrp="1"/>
          </p:cNvSpPr>
          <p:nvPr>
            <p:ph type="body" sz="quarter" idx="32" hasCustomPrompt="1"/>
          </p:nvPr>
        </p:nvSpPr>
        <p:spPr>
          <a:xfrm>
            <a:off x="340686" y="3383387"/>
            <a:ext cx="3915760" cy="330860"/>
          </a:xfrm>
        </p:spPr>
        <p:txBody>
          <a:bodyPr anchor="ctr">
            <a:normAutofit/>
          </a:bodyPr>
          <a:lstStyle>
            <a:lvl1pPr marL="214313" indent="-180000">
              <a:lnSpc>
                <a:spcPct val="120000"/>
              </a:lnSpc>
              <a:buFont typeface="맑은 고딕" panose="020B0503020000020004" pitchFamily="50" charset="-127"/>
              <a:buChar char="ᆞ"/>
              <a:defRPr sz="1100" b="1"/>
            </a:lvl1pPr>
          </a:lstStyle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 </a:t>
            </a:r>
            <a:r>
              <a:rPr lang="en-US" altLang="ko-KR" dirty="0" smtClean="0"/>
              <a:t>Bold, 11)</a:t>
            </a:r>
            <a:endParaRPr lang="ko-KR" altLang="en-US" dirty="0"/>
          </a:p>
        </p:txBody>
      </p:sp>
      <p:sp>
        <p:nvSpPr>
          <p:cNvPr id="17" name="텍스트 개체 틀 7"/>
          <p:cNvSpPr>
            <a:spLocks noGrp="1"/>
          </p:cNvSpPr>
          <p:nvPr>
            <p:ph type="body" sz="quarter" idx="33" hasCustomPrompt="1"/>
          </p:nvPr>
        </p:nvSpPr>
        <p:spPr>
          <a:xfrm>
            <a:off x="472738" y="3752304"/>
            <a:ext cx="3783708" cy="841160"/>
          </a:xfrm>
        </p:spPr>
        <p:txBody>
          <a:bodyPr anchor="t">
            <a:noAutofit/>
          </a:bodyPr>
          <a:lstStyle>
            <a:lvl1pPr marL="214313" indent="-180000">
              <a:lnSpc>
                <a:spcPct val="120000"/>
              </a:lnSpc>
              <a:buFont typeface="맑은 고딕" panose="020B0503020000020004" pitchFamily="50" charset="-127"/>
              <a:buChar char="ￚ"/>
              <a:defRPr lang="ko-KR" altLang="en-US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9)</a:t>
            </a:r>
          </a:p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9)</a:t>
            </a:r>
            <a:endParaRPr lang="ko-KR" altLang="en-US" dirty="0"/>
          </a:p>
        </p:txBody>
      </p:sp>
      <p:sp>
        <p:nvSpPr>
          <p:cNvPr id="18" name="텍스트 개체 틀 4"/>
          <p:cNvSpPr>
            <a:spLocks noGrp="1"/>
          </p:cNvSpPr>
          <p:nvPr>
            <p:ph type="body" sz="quarter" idx="34" hasCustomPrompt="1"/>
          </p:nvPr>
        </p:nvSpPr>
        <p:spPr>
          <a:xfrm>
            <a:off x="4665021" y="2098406"/>
            <a:ext cx="3915760" cy="370750"/>
          </a:xfrm>
        </p:spPr>
        <p:txBody>
          <a:bodyPr anchor="ctr">
            <a:normAutofit/>
          </a:bodyPr>
          <a:lstStyle>
            <a:lvl1pPr marL="214313" indent="-180000">
              <a:lnSpc>
                <a:spcPct val="120000"/>
              </a:lnSpc>
              <a:buFont typeface="맑은 고딕" panose="020B0503020000020004" pitchFamily="50" charset="-127"/>
              <a:buChar char="ᆞ"/>
              <a:defRPr sz="1100" b="1"/>
            </a:lvl1pPr>
          </a:lstStyle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 </a:t>
            </a:r>
            <a:r>
              <a:rPr lang="en-US" altLang="ko-KR" dirty="0" smtClean="0"/>
              <a:t>Bold, 11)</a:t>
            </a:r>
            <a:endParaRPr lang="ko-KR" altLang="en-US" dirty="0"/>
          </a:p>
        </p:txBody>
      </p:sp>
      <p:sp>
        <p:nvSpPr>
          <p:cNvPr id="19" name="텍스트 개체 틀 7"/>
          <p:cNvSpPr>
            <a:spLocks noGrp="1"/>
          </p:cNvSpPr>
          <p:nvPr>
            <p:ph type="body" sz="quarter" idx="35" hasCustomPrompt="1"/>
          </p:nvPr>
        </p:nvSpPr>
        <p:spPr>
          <a:xfrm>
            <a:off x="4797072" y="2507213"/>
            <a:ext cx="3783708" cy="841160"/>
          </a:xfrm>
        </p:spPr>
        <p:txBody>
          <a:bodyPr anchor="t">
            <a:noAutofit/>
          </a:bodyPr>
          <a:lstStyle>
            <a:lvl1pPr marL="214313" indent="-180000">
              <a:lnSpc>
                <a:spcPct val="120000"/>
              </a:lnSpc>
              <a:buFont typeface="맑은 고딕" panose="020B0503020000020004" pitchFamily="50" charset="-127"/>
              <a:buChar char="ￚ"/>
              <a:defRPr lang="ko-KR" altLang="en-US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9)</a:t>
            </a:r>
          </a:p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9)</a:t>
            </a:r>
            <a:endParaRPr lang="ko-KR" altLang="en-US" dirty="0"/>
          </a:p>
        </p:txBody>
      </p:sp>
      <p:sp>
        <p:nvSpPr>
          <p:cNvPr id="20" name="텍스트 개체 틀 4"/>
          <p:cNvSpPr>
            <a:spLocks noGrp="1"/>
          </p:cNvSpPr>
          <p:nvPr>
            <p:ph type="body" sz="quarter" idx="36" hasCustomPrompt="1"/>
          </p:nvPr>
        </p:nvSpPr>
        <p:spPr>
          <a:xfrm>
            <a:off x="4665021" y="3383387"/>
            <a:ext cx="3915760" cy="330860"/>
          </a:xfrm>
        </p:spPr>
        <p:txBody>
          <a:bodyPr anchor="ctr">
            <a:normAutofit/>
          </a:bodyPr>
          <a:lstStyle>
            <a:lvl1pPr marL="214313" indent="-180000">
              <a:lnSpc>
                <a:spcPct val="120000"/>
              </a:lnSpc>
              <a:buFont typeface="맑은 고딕" panose="020B0503020000020004" pitchFamily="50" charset="-127"/>
              <a:buChar char="ᆞ"/>
              <a:defRPr sz="1100" b="1"/>
            </a:lvl1pPr>
          </a:lstStyle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 </a:t>
            </a:r>
            <a:r>
              <a:rPr lang="en-US" altLang="ko-KR" dirty="0" smtClean="0"/>
              <a:t>Bold, 11)</a:t>
            </a:r>
            <a:endParaRPr lang="ko-KR" altLang="en-US" dirty="0"/>
          </a:p>
        </p:txBody>
      </p:sp>
      <p:sp>
        <p:nvSpPr>
          <p:cNvPr id="21" name="텍스트 개체 틀 7"/>
          <p:cNvSpPr>
            <a:spLocks noGrp="1"/>
          </p:cNvSpPr>
          <p:nvPr>
            <p:ph type="body" sz="quarter" idx="37" hasCustomPrompt="1"/>
          </p:nvPr>
        </p:nvSpPr>
        <p:spPr>
          <a:xfrm>
            <a:off x="4797072" y="3752304"/>
            <a:ext cx="3783708" cy="841160"/>
          </a:xfrm>
        </p:spPr>
        <p:txBody>
          <a:bodyPr anchor="t">
            <a:noAutofit/>
          </a:bodyPr>
          <a:lstStyle>
            <a:lvl1pPr marL="214313" indent="-180000">
              <a:lnSpc>
                <a:spcPct val="120000"/>
              </a:lnSpc>
              <a:buFont typeface="맑은 고딕" panose="020B0503020000020004" pitchFamily="50" charset="-127"/>
              <a:buChar char="ￚ"/>
              <a:defRPr lang="ko-KR" altLang="en-US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9)</a:t>
            </a:r>
          </a:p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9)</a:t>
            </a:r>
            <a:endParaRPr lang="ko-KR" altLang="en-US" dirty="0"/>
          </a:p>
        </p:txBody>
      </p:sp>
      <p:sp>
        <p:nvSpPr>
          <p:cNvPr id="22" name="제목 3"/>
          <p:cNvSpPr>
            <a:spLocks noGrp="1"/>
          </p:cNvSpPr>
          <p:nvPr>
            <p:ph type="title" hasCustomPrompt="1"/>
          </p:nvPr>
        </p:nvSpPr>
        <p:spPr>
          <a:xfrm>
            <a:off x="199141" y="229061"/>
            <a:ext cx="7886700" cy="419711"/>
          </a:xfrm>
        </p:spPr>
        <p:txBody>
          <a:bodyPr anchor="ctr">
            <a:normAutofit/>
          </a:bodyPr>
          <a:lstStyle>
            <a:lvl1pPr indent="-270000">
              <a:lnSpc>
                <a:spcPct val="120000"/>
              </a:lnSpc>
              <a:defRPr sz="2000" b="1"/>
            </a:lvl1pPr>
          </a:lstStyle>
          <a:p>
            <a:r>
              <a:rPr lang="ko-KR" altLang="en-US" dirty="0" smtClean="0"/>
              <a:t>본문 제목</a:t>
            </a:r>
            <a:r>
              <a:rPr lang="en-US" altLang="ko-KR" dirty="0" smtClean="0"/>
              <a:t> (</a:t>
            </a:r>
            <a:r>
              <a:rPr lang="ko-KR" altLang="en-US" dirty="0" smtClean="0"/>
              <a:t>맑은 고딕 </a:t>
            </a:r>
            <a:r>
              <a:rPr lang="en-US" altLang="ko-KR" dirty="0" smtClean="0"/>
              <a:t>Bold, 20)</a:t>
            </a:r>
            <a:endParaRPr lang="ko-KR" altLang="en-US" dirty="0"/>
          </a:p>
        </p:txBody>
      </p:sp>
      <p:sp>
        <p:nvSpPr>
          <p:cNvPr id="23" name="텍스트 개체 틀 4"/>
          <p:cNvSpPr>
            <a:spLocks noGrp="1"/>
          </p:cNvSpPr>
          <p:nvPr>
            <p:ph type="body" sz="quarter" idx="10" hasCustomPrompt="1"/>
          </p:nvPr>
        </p:nvSpPr>
        <p:spPr>
          <a:xfrm>
            <a:off x="187134" y="661281"/>
            <a:ext cx="8644822" cy="407201"/>
          </a:xfrm>
        </p:spPr>
        <p:txBody>
          <a:bodyPr anchor="ctr">
            <a:normAutofit/>
          </a:bodyPr>
          <a:lstStyle>
            <a:lvl1pPr marL="257175" indent="-270000">
              <a:lnSpc>
                <a:spcPct val="120000"/>
              </a:lnSpc>
              <a:buFont typeface="맑은 고딕" panose="020B0503020000020004" pitchFamily="50" charset="-127"/>
              <a:buChar char="■"/>
              <a:defRPr sz="1500" b="1"/>
            </a:lvl1pPr>
          </a:lstStyle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 </a:t>
            </a:r>
            <a:r>
              <a:rPr lang="en-US" altLang="ko-KR" dirty="0" smtClean="0"/>
              <a:t>Bold, 15)</a:t>
            </a:r>
            <a:endParaRPr lang="ko-KR" altLang="en-US" dirty="0"/>
          </a:p>
        </p:txBody>
      </p:sp>
      <p:sp>
        <p:nvSpPr>
          <p:cNvPr id="24" name="텍스트 개체 틀 7"/>
          <p:cNvSpPr>
            <a:spLocks noGrp="1"/>
          </p:cNvSpPr>
          <p:nvPr>
            <p:ph type="body" sz="quarter" idx="12" hasCustomPrompt="1"/>
          </p:nvPr>
        </p:nvSpPr>
        <p:spPr>
          <a:xfrm>
            <a:off x="335043" y="1080991"/>
            <a:ext cx="8387953" cy="646118"/>
          </a:xfrm>
        </p:spPr>
        <p:txBody>
          <a:bodyPr anchor="t">
            <a:noAutofit/>
          </a:bodyPr>
          <a:lstStyle>
            <a:lvl1pPr marL="214313" indent="-180000">
              <a:lnSpc>
                <a:spcPct val="120000"/>
              </a:lnSpc>
              <a:buFont typeface="맑은 고딕" panose="020B0503020000020004" pitchFamily="50" charset="-127"/>
              <a:buChar char="ᆞ"/>
              <a:defRPr sz="1200"/>
            </a:lvl1pPr>
          </a:lstStyle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12)</a:t>
            </a:r>
          </a:p>
          <a:p>
            <a:pPr lvl="0"/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12)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31914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6324" y="241571"/>
            <a:ext cx="891260" cy="135537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219967" y="4836487"/>
            <a:ext cx="255608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 smtClean="0">
                <a:solidFill>
                  <a:schemeClr val="bg1">
                    <a:lumMod val="65000"/>
                  </a:schemeClr>
                </a:solidFill>
              </a:rPr>
              <a:t>함께 성장하는 행복한 메모리사업부</a:t>
            </a:r>
            <a:endParaRPr lang="ko-KR" altLang="en-US" sz="1013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텍스트 개체 틀 7"/>
          <p:cNvSpPr>
            <a:spLocks noGrp="1"/>
          </p:cNvSpPr>
          <p:nvPr>
            <p:ph type="body" sz="quarter" idx="38" hasCustomPrompt="1"/>
          </p:nvPr>
        </p:nvSpPr>
        <p:spPr>
          <a:xfrm>
            <a:off x="4849177" y="4847779"/>
            <a:ext cx="3188693" cy="232119"/>
          </a:xfrm>
        </p:spPr>
        <p:txBody>
          <a:bodyPr anchor="ctr">
            <a:noAutofit/>
          </a:bodyPr>
          <a:lstStyle>
            <a:lvl1pPr marL="0" indent="0" algn="r">
              <a:buFont typeface="맑은 고딕" panose="020B0503020000020004" pitchFamily="50" charset="-127"/>
              <a:buNone/>
              <a:defRPr sz="900">
                <a:solidFill>
                  <a:srgbClr val="898989"/>
                </a:solidFill>
                <a:latin typeface="+mn-lt"/>
              </a:defRPr>
            </a:lvl1pPr>
          </a:lstStyle>
          <a:p>
            <a:pPr lvl="0"/>
            <a:r>
              <a:rPr lang="ko-KR" altLang="en-US" dirty="0" smtClean="0"/>
              <a:t>부서명 </a:t>
            </a:r>
            <a:r>
              <a:rPr lang="en-US" altLang="ko-KR" dirty="0" smtClean="0"/>
              <a:t>/ </a:t>
            </a:r>
            <a:r>
              <a:rPr lang="ko-KR" altLang="en-US" dirty="0" smtClean="0"/>
              <a:t>작성자</a:t>
            </a:r>
            <a:endParaRPr lang="ko-KR" alt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2032484" y="1566135"/>
            <a:ext cx="50790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b="1" dirty="0" smtClean="0">
                <a:solidFill>
                  <a:srgbClr val="1429A0"/>
                </a:solidFill>
                <a:latin typeface="+mn-ea"/>
                <a:ea typeface="+mn-ea"/>
              </a:rPr>
              <a:t>Thank</a:t>
            </a:r>
            <a:r>
              <a:rPr lang="en-US" altLang="ko-KR" sz="5400" b="1" baseline="0" dirty="0" smtClean="0">
                <a:solidFill>
                  <a:srgbClr val="1429A0"/>
                </a:solidFill>
                <a:latin typeface="+mn-ea"/>
                <a:ea typeface="+mn-ea"/>
              </a:rPr>
              <a:t> You.</a:t>
            </a:r>
            <a:endParaRPr lang="ko-KR" altLang="en-US" sz="5400" b="1" dirty="0">
              <a:solidFill>
                <a:srgbClr val="1429A0"/>
              </a:solidFill>
              <a:latin typeface="+mn-ea"/>
              <a:ea typeface="+mn-ea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2362366" y="3013444"/>
            <a:ext cx="425624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ko-KR" sz="1000" b="1" dirty="0" smtClean="0">
                <a:solidFill>
                  <a:srgbClr val="000000"/>
                </a:solidFill>
                <a:latin typeface="+mn-ea"/>
                <a:ea typeface="+mn-ea"/>
              </a:rPr>
              <a:t>Vision.</a:t>
            </a:r>
            <a:r>
              <a:rPr lang="en-US" altLang="ko-KR" sz="1000" b="1" baseline="0" dirty="0" smtClean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1000" b="1" baseline="0" dirty="0" smtClean="0">
                <a:solidFill>
                  <a:srgbClr val="000000"/>
                </a:solidFill>
                <a:latin typeface="+mn-ea"/>
                <a:ea typeface="+mn-ea"/>
              </a:rPr>
              <a:t>초일류 기술로 새로운 가능성을 열어가는 진정한 </a:t>
            </a:r>
            <a:r>
              <a:rPr lang="en-US" altLang="ko-KR" sz="1000" b="1" baseline="0" dirty="0" smtClean="0">
                <a:solidFill>
                  <a:srgbClr val="000000"/>
                </a:solidFill>
                <a:latin typeface="+mn-ea"/>
                <a:ea typeface="+mn-ea"/>
              </a:rPr>
              <a:t>1</a:t>
            </a:r>
            <a:r>
              <a:rPr lang="ko-KR" altLang="en-US" sz="1000" b="1" baseline="0" dirty="0" smtClean="0">
                <a:solidFill>
                  <a:srgbClr val="000000"/>
                </a:solidFill>
                <a:latin typeface="+mn-ea"/>
                <a:ea typeface="+mn-ea"/>
              </a:rPr>
              <a:t>등이 되자</a:t>
            </a:r>
            <a:r>
              <a:rPr lang="en-US" altLang="ko-KR" sz="1000" b="1" dirty="0" smtClean="0">
                <a:solidFill>
                  <a:srgbClr val="000000"/>
                </a:solidFill>
                <a:latin typeface="+mn-ea"/>
                <a:ea typeface="+mn-ea"/>
              </a:rPr>
              <a:t>.</a:t>
            </a:r>
          </a:p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dirty="0" smtClean="0">
                <a:solidFill>
                  <a:srgbClr val="000000"/>
                </a:solidFill>
                <a:latin typeface="+mn-ea"/>
                <a:ea typeface="+mn-ea"/>
              </a:rPr>
              <a:t>Mission.</a:t>
            </a:r>
            <a:r>
              <a:rPr lang="en-US" altLang="ko-KR" sz="1000" b="1" baseline="0" dirty="0" smtClean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1000" b="1" baseline="0" dirty="0" smtClean="0">
                <a:solidFill>
                  <a:srgbClr val="000000"/>
                </a:solidFill>
                <a:latin typeface="+mn-ea"/>
                <a:ea typeface="+mn-ea"/>
              </a:rPr>
              <a:t>함께 지속 성장하는 </a:t>
            </a:r>
            <a:r>
              <a:rPr lang="en-US" altLang="ko-KR" sz="1000" b="1" baseline="0" dirty="0" smtClean="0">
                <a:solidFill>
                  <a:srgbClr val="000000"/>
                </a:solidFill>
                <a:latin typeface="+mn-ea"/>
                <a:ea typeface="+mn-ea"/>
              </a:rPr>
              <a:t>No.1 </a:t>
            </a:r>
            <a:r>
              <a:rPr lang="ko-KR" altLang="en-US" sz="1000" b="1" baseline="0" dirty="0" smtClean="0">
                <a:solidFill>
                  <a:srgbClr val="000000"/>
                </a:solidFill>
                <a:latin typeface="+mn-ea"/>
                <a:ea typeface="+mn-ea"/>
              </a:rPr>
              <a:t>메모리 솔루션 </a:t>
            </a:r>
            <a:r>
              <a:rPr lang="en-US" altLang="ko-KR" sz="1000" b="1" baseline="0" dirty="0" smtClean="0">
                <a:solidFill>
                  <a:srgbClr val="000000"/>
                </a:solidFill>
                <a:latin typeface="+mn-ea"/>
                <a:ea typeface="+mn-ea"/>
              </a:rPr>
              <a:t>Provider</a:t>
            </a:r>
            <a:r>
              <a:rPr lang="en-US" altLang="ko-KR" sz="1000" b="1" dirty="0" smtClean="0">
                <a:solidFill>
                  <a:srgbClr val="000000"/>
                </a:solidFill>
                <a:latin typeface="+mn-ea"/>
                <a:ea typeface="+mn-ea"/>
              </a:rPr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ko-KR" sz="1000" b="1" dirty="0" smtClean="0">
                <a:solidFill>
                  <a:srgbClr val="000000"/>
                </a:solidFill>
                <a:latin typeface="+mn-ea"/>
                <a:ea typeface="+mn-ea"/>
              </a:rPr>
              <a:t>Catchphrase. </a:t>
            </a:r>
            <a:r>
              <a:rPr lang="ko-KR" altLang="en-US" sz="1000" b="1" dirty="0" smtClean="0">
                <a:solidFill>
                  <a:srgbClr val="000000"/>
                </a:solidFill>
                <a:latin typeface="+mn-ea"/>
                <a:ea typeface="+mn-ea"/>
              </a:rPr>
              <a:t>함께 성장하는 행복한 메모리사업부</a:t>
            </a:r>
            <a:r>
              <a:rPr lang="en-US" altLang="ko-KR" sz="1000" b="1" dirty="0" smtClean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endParaRPr lang="ko-KR" altLang="en-US" sz="10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9" name="모서리가 둥근 직사각형 8"/>
          <p:cNvSpPr/>
          <p:nvPr userDrawn="1"/>
        </p:nvSpPr>
        <p:spPr bwMode="auto">
          <a:xfrm>
            <a:off x="2141935" y="2901245"/>
            <a:ext cx="4860131" cy="986003"/>
          </a:xfrm>
          <a:prstGeom prst="roundRect">
            <a:avLst>
              <a:gd name="adj" fmla="val 1617"/>
            </a:avLst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olid"/>
          </a:ln>
          <a:effectLst/>
        </p:spPr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9109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2100" b="1" dirty="0">
              <a:solidFill>
                <a:prstClr val="white"/>
              </a:solidFill>
              <a:latin typeface="Arial"/>
              <a:cs typeface="Calibri" pitchFamily="34" charset="0"/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3960300" y="2762743"/>
            <a:ext cx="1223413" cy="30008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ko-KR" altLang="en-US" sz="1350" b="1" dirty="0" smtClean="0">
                <a:solidFill>
                  <a:srgbClr val="1429A0"/>
                </a:solidFill>
                <a:latin typeface="+mn-ea"/>
                <a:ea typeface="+mn-ea"/>
              </a:rPr>
              <a:t>메모리사업부</a:t>
            </a:r>
            <a:endParaRPr lang="en-US" altLang="ko-KR" sz="1350" b="1" dirty="0" smtClean="0">
              <a:solidFill>
                <a:srgbClr val="1429A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2099422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pos="1859" userDrawn="1">
          <p15:clr>
            <a:srgbClr val="FBAE40"/>
          </p15:clr>
        </p15:guide>
        <p15:guide id="4" pos="3901" userDrawn="1">
          <p15:clr>
            <a:srgbClr val="FBAE40"/>
          </p15:clr>
        </p15:guide>
        <p15:guide id="5" orient="horz" pos="1461" userDrawn="1">
          <p15:clr>
            <a:srgbClr val="FBAE40"/>
          </p15:clr>
        </p15:guide>
        <p15:guide id="6" pos="1360" userDrawn="1">
          <p15:clr>
            <a:srgbClr val="FBAE40"/>
          </p15:clr>
        </p15:guide>
        <p15:guide id="7" pos="453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A797C-E98E-4485-A668-DA619986C31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TextBox 4"/>
          <p:cNvSpPr txBox="1"/>
          <p:nvPr userDrawn="1"/>
        </p:nvSpPr>
        <p:spPr bwMode="gray">
          <a:xfrm>
            <a:off x="4294823" y="4815579"/>
            <a:ext cx="554355" cy="230820"/>
          </a:xfrm>
          <a:prstGeom prst="rect">
            <a:avLst/>
          </a:prstGeom>
          <a:noFill/>
        </p:spPr>
        <p:txBody>
          <a:bodyPr wrap="square" lIns="68570" tIns="34284" rIns="68570" bIns="34284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67" fontAlgn="base" latinLnBrk="0">
              <a:spcBef>
                <a:spcPct val="0"/>
              </a:spcBef>
              <a:spcAft>
                <a:spcPct val="0"/>
              </a:spcAft>
            </a:pPr>
            <a:fld id="{F445441D-5648-4C4E-924F-9D5109CAF161}" type="slidenum">
              <a:rPr lang="en-US" sz="1050" b="0" smtClean="0">
                <a:solidFill>
                  <a:schemeClr val="bg1">
                    <a:lumMod val="65000"/>
                  </a:schemeClr>
                </a:solidFill>
                <a:latin typeface="+mj-lt"/>
                <a:ea typeface="맑은 고딕"/>
                <a:cs typeface="Arial" panose="020B0604020202020204" pitchFamily="34" charset="0"/>
              </a:rPr>
              <a:pPr algn="ctr" defTabSz="685767" fontAlgn="base" latinLnBrk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r>
              <a:rPr lang="en-US" sz="1050" b="0" dirty="0" smtClean="0">
                <a:solidFill>
                  <a:schemeClr val="bg1">
                    <a:lumMod val="65000"/>
                  </a:schemeClr>
                </a:solidFill>
                <a:latin typeface="+mj-lt"/>
                <a:ea typeface="맑은 고딕"/>
                <a:cs typeface="Arial" panose="020B0604020202020204" pitchFamily="34" charset="0"/>
              </a:rPr>
              <a:t>/</a:t>
            </a:r>
            <a:r>
              <a:rPr lang="en-US" altLang="ko-KR" sz="1050" b="0" kern="1200" dirty="0" smtClean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7</a:t>
            </a:r>
            <a:endParaRPr lang="en-US" sz="1050" b="0" dirty="0">
              <a:solidFill>
                <a:schemeClr val="bg1">
                  <a:lumMod val="65000"/>
                </a:schemeClr>
              </a:solidFill>
              <a:latin typeface="+mj-lt"/>
              <a:ea typeface="맑은 고딕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897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8" r:id="rId6"/>
    <p:sldLayoutId id="2147483675" r:id="rId7"/>
    <p:sldLayoutId id="2147483676" r:id="rId8"/>
    <p:sldLayoutId id="2147483677" r:id="rId9"/>
  </p:sldLayoutIdLst>
  <p:hf sldNum="0" hd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'23.00.00(</a:t>
            </a:r>
            <a:r>
              <a:rPr lang="ko-KR" altLang="en-US" dirty="0">
                <a:latin typeface="+mj-ea"/>
                <a:ea typeface="+mj-ea"/>
              </a:rPr>
              <a:t>월</a:t>
            </a:r>
            <a:r>
              <a:rPr lang="en-US" altLang="ko-KR" dirty="0">
                <a:latin typeface="+mj-ea"/>
                <a:ea typeface="+mj-ea"/>
              </a:rPr>
              <a:t>)</a:t>
            </a:r>
          </a:p>
          <a:p>
            <a:r>
              <a:rPr lang="ko-KR" altLang="en-US" dirty="0" smtClean="0">
                <a:latin typeface="+mj-ea"/>
                <a:ea typeface="+mj-ea"/>
              </a:rPr>
              <a:t>부서명</a:t>
            </a:r>
            <a:r>
              <a:rPr lang="en-US" altLang="ko-KR" dirty="0" smtClean="0">
                <a:latin typeface="+mj-ea"/>
                <a:ea typeface="+mj-ea"/>
              </a:rPr>
              <a:t>, </a:t>
            </a:r>
            <a:r>
              <a:rPr lang="ko-KR" altLang="en-US" dirty="0" smtClean="0">
                <a:latin typeface="+mj-ea"/>
                <a:ea typeface="+mj-ea"/>
              </a:rPr>
              <a:t>작성자 </a:t>
            </a:r>
            <a:r>
              <a:rPr lang="en-US" altLang="ko-KR" dirty="0" smtClean="0">
                <a:latin typeface="+mj-ea"/>
                <a:ea typeface="+mj-ea"/>
              </a:rPr>
              <a:t/>
            </a:r>
            <a:br>
              <a:rPr lang="en-US" altLang="ko-KR" dirty="0" smtClean="0">
                <a:latin typeface="+mj-ea"/>
                <a:ea typeface="+mj-ea"/>
              </a:rPr>
            </a:br>
            <a:r>
              <a:rPr lang="en-US" altLang="ko-KR" dirty="0" smtClean="0">
                <a:latin typeface="+mj-ea"/>
                <a:ea typeface="+mj-ea"/>
              </a:rPr>
              <a:t>(</a:t>
            </a:r>
            <a:r>
              <a:rPr lang="ko-KR" altLang="en-US" dirty="0" smtClean="0">
                <a:latin typeface="+mj-ea"/>
                <a:ea typeface="+mj-ea"/>
              </a:rPr>
              <a:t>맑은 고딕</a:t>
            </a:r>
            <a:r>
              <a:rPr lang="en-US" altLang="ko-KR" dirty="0" smtClean="0">
                <a:latin typeface="+mj-ea"/>
                <a:ea typeface="+mj-ea"/>
              </a:rPr>
              <a:t>, 17)</a:t>
            </a:r>
            <a:r>
              <a:rPr lang="ko-KR" altLang="en-US" dirty="0" smtClean="0">
                <a:latin typeface="+mj-ea"/>
                <a:ea typeface="+mj-ea"/>
              </a:rPr>
              <a:t> </a:t>
            </a:r>
            <a:endParaRPr lang="en-US" altLang="ko-KR" dirty="0">
              <a:latin typeface="+mj-ea"/>
              <a:ea typeface="+mj-ea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9226773" y="0"/>
            <a:ext cx="2841402" cy="3489960"/>
            <a:chOff x="12302364" y="0"/>
            <a:chExt cx="3788536" cy="4653279"/>
          </a:xfrm>
        </p:grpSpPr>
        <p:sp>
          <p:nvSpPr>
            <p:cNvPr id="6" name="직사각형 5"/>
            <p:cNvSpPr/>
            <p:nvPr/>
          </p:nvSpPr>
          <p:spPr>
            <a:xfrm>
              <a:off x="12302364" y="0"/>
              <a:ext cx="3788536" cy="465327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ko-KR" sz="1013" b="1" dirty="0">
                  <a:solidFill>
                    <a:schemeClr val="tx1"/>
                  </a:solidFill>
                </a:rPr>
                <a:t>【 </a:t>
              </a:r>
              <a:r>
                <a:rPr lang="ko-KR" altLang="en-US" sz="1013" b="1" dirty="0">
                  <a:solidFill>
                    <a:schemeClr val="tx1"/>
                  </a:solidFill>
                </a:rPr>
                <a:t>색상 코드 가이드 </a:t>
              </a:r>
              <a:r>
                <a:rPr lang="en-US" altLang="ko-KR" sz="1013" b="1" dirty="0">
                  <a:solidFill>
                    <a:schemeClr val="tx1"/>
                  </a:solidFill>
                </a:rPr>
                <a:t>】</a:t>
              </a:r>
            </a:p>
            <a:p>
              <a:endParaRPr lang="en-US" altLang="ko-KR" sz="1013" dirty="0">
                <a:solidFill>
                  <a:schemeClr val="tx1"/>
                </a:solidFill>
              </a:endParaRPr>
            </a:p>
            <a:p>
              <a:r>
                <a:rPr lang="ko-KR" altLang="en-US" sz="1013" dirty="0">
                  <a:solidFill>
                    <a:schemeClr val="tx1"/>
                  </a:solidFill>
                </a:rPr>
                <a:t>기본 </a:t>
              </a:r>
              <a:r>
                <a:rPr lang="en-US" altLang="ko-KR" sz="1013" dirty="0">
                  <a:solidFill>
                    <a:schemeClr val="tx1"/>
                  </a:solidFill>
                </a:rPr>
                <a:t>: Black (RGB 0,0,0)</a:t>
              </a:r>
            </a:p>
            <a:p>
              <a:r>
                <a:rPr lang="ko-KR" altLang="en-US" sz="1013" dirty="0">
                  <a:solidFill>
                    <a:schemeClr val="tx1"/>
                  </a:solidFill>
                </a:rPr>
                <a:t>강조 </a:t>
              </a:r>
              <a:r>
                <a:rPr lang="en-US" altLang="ko-KR" sz="1013" dirty="0">
                  <a:solidFill>
                    <a:schemeClr val="tx1"/>
                  </a:solidFill>
                </a:rPr>
                <a:t>: </a:t>
              </a:r>
              <a:r>
                <a:rPr lang="en-US" altLang="ko-KR" sz="1013" dirty="0">
                  <a:solidFill>
                    <a:srgbClr val="0000FF"/>
                  </a:solidFill>
                </a:rPr>
                <a:t>Blue (RGB 0,0,255)</a:t>
              </a:r>
            </a:p>
            <a:p>
              <a:r>
                <a:rPr lang="ko-KR" altLang="en-US" sz="1013" dirty="0">
                  <a:solidFill>
                    <a:schemeClr val="tx1"/>
                  </a:solidFill>
                </a:rPr>
                <a:t>표 음영 </a:t>
              </a:r>
              <a:r>
                <a:rPr lang="en-US" altLang="ko-KR" sz="1013" dirty="0">
                  <a:solidFill>
                    <a:schemeClr val="tx1"/>
                  </a:solidFill>
                </a:rPr>
                <a:t>:</a:t>
              </a:r>
            </a:p>
            <a:p>
              <a:endParaRPr lang="en-US" altLang="ko-KR" sz="1013" dirty="0">
                <a:solidFill>
                  <a:schemeClr val="tx1"/>
                </a:solidFill>
              </a:endParaRPr>
            </a:p>
            <a:p>
              <a:r>
                <a:rPr lang="en-US" altLang="ko-KR" sz="1013" b="1" dirty="0">
                  <a:solidFill>
                    <a:schemeClr val="tx1"/>
                  </a:solidFill>
                </a:rPr>
                <a:t>【 </a:t>
              </a:r>
              <a:r>
                <a:rPr lang="ko-KR" altLang="en-US" sz="1013" b="1" dirty="0">
                  <a:solidFill>
                    <a:schemeClr val="tx1"/>
                  </a:solidFill>
                </a:rPr>
                <a:t>강조 표시 가이드</a:t>
              </a:r>
              <a:r>
                <a:rPr lang="en-US" altLang="ko-KR" sz="1013" b="1" dirty="0">
                  <a:solidFill>
                    <a:schemeClr val="tx1"/>
                  </a:solidFill>
                </a:rPr>
                <a:t> 】</a:t>
              </a:r>
            </a:p>
            <a:p>
              <a:endParaRPr lang="en-US" altLang="ko-KR" sz="1013" dirty="0">
                <a:solidFill>
                  <a:schemeClr val="tx1"/>
                </a:solidFill>
              </a:endParaRPr>
            </a:p>
            <a:p>
              <a:r>
                <a:rPr lang="ko-KR" altLang="en-US" sz="1013" dirty="0">
                  <a:solidFill>
                    <a:schemeClr val="tx1"/>
                  </a:solidFill>
                </a:rPr>
                <a:t>① </a:t>
              </a:r>
              <a:r>
                <a:rPr lang="en-US" altLang="ko-KR" sz="1013" b="1" dirty="0">
                  <a:solidFill>
                    <a:schemeClr val="tx1"/>
                  </a:solidFill>
                </a:rPr>
                <a:t>Bold</a:t>
              </a:r>
              <a:r>
                <a:rPr lang="ko-KR" altLang="en-US" sz="1013" b="1" dirty="0">
                  <a:solidFill>
                    <a:schemeClr val="tx1"/>
                  </a:solidFill>
                </a:rPr>
                <a:t>체</a:t>
              </a:r>
              <a:r>
                <a:rPr lang="ko-KR" altLang="en-US" sz="1013" dirty="0">
                  <a:solidFill>
                    <a:schemeClr val="tx1"/>
                  </a:solidFill>
                </a:rPr>
                <a:t> </a:t>
              </a:r>
              <a:r>
                <a:rPr lang="en-US" altLang="ko-KR" sz="1013" dirty="0">
                  <a:solidFill>
                    <a:schemeClr val="tx1"/>
                  </a:solidFill>
                </a:rPr>
                <a:t/>
              </a:r>
              <a:br>
                <a:rPr lang="en-US" altLang="ko-KR" sz="1013" dirty="0">
                  <a:solidFill>
                    <a:schemeClr val="tx1"/>
                  </a:solidFill>
                </a:rPr>
              </a:br>
              <a:r>
                <a:rPr lang="ko-KR" altLang="en-US" sz="1013" dirty="0">
                  <a:solidFill>
                    <a:schemeClr val="tx1"/>
                  </a:solidFill>
                </a:rPr>
                <a:t>② </a:t>
              </a:r>
              <a:r>
                <a:rPr lang="en-US" altLang="ko-KR" sz="1013" b="1" u="sng" dirty="0">
                  <a:solidFill>
                    <a:schemeClr val="tx1"/>
                  </a:solidFill>
                </a:rPr>
                <a:t>Bold+</a:t>
              </a:r>
              <a:r>
                <a:rPr lang="ko-KR" altLang="en-US" sz="1013" b="1" u="sng" dirty="0">
                  <a:solidFill>
                    <a:schemeClr val="tx1"/>
                  </a:solidFill>
                </a:rPr>
                <a:t>밑줄 </a:t>
              </a:r>
              <a:r>
                <a:rPr lang="en-US" altLang="ko-KR" sz="1013" dirty="0">
                  <a:solidFill>
                    <a:schemeClr val="tx1"/>
                  </a:solidFill>
                </a:rPr>
                <a:t/>
              </a:r>
              <a:br>
                <a:rPr lang="en-US" altLang="ko-KR" sz="1013" dirty="0">
                  <a:solidFill>
                    <a:schemeClr val="tx1"/>
                  </a:solidFill>
                </a:rPr>
              </a:br>
              <a:r>
                <a:rPr lang="ko-KR" altLang="en-US" sz="1013" dirty="0">
                  <a:solidFill>
                    <a:schemeClr val="tx1"/>
                  </a:solidFill>
                </a:rPr>
                <a:t>③ </a:t>
              </a:r>
              <a:r>
                <a:rPr lang="ko-KR" altLang="en-US" sz="1013" b="1" dirty="0">
                  <a:solidFill>
                    <a:srgbClr val="0000FF"/>
                  </a:solidFill>
                </a:rPr>
                <a:t>파란색 </a:t>
              </a:r>
              <a:r>
                <a:rPr lang="en-US" altLang="ko-KR" sz="1013" b="1" dirty="0">
                  <a:solidFill>
                    <a:srgbClr val="0000FF"/>
                  </a:solidFill>
                </a:rPr>
                <a:t>Bold</a:t>
              </a:r>
            </a:p>
            <a:p>
              <a:r>
                <a:rPr lang="ko-KR" altLang="en-US" sz="1013" dirty="0">
                  <a:solidFill>
                    <a:schemeClr val="tx1"/>
                  </a:solidFill>
                </a:rPr>
                <a:t>④</a:t>
              </a:r>
              <a:r>
                <a:rPr lang="ko-KR" altLang="en-US" sz="1013" dirty="0">
                  <a:solidFill>
                    <a:srgbClr val="0000FF"/>
                  </a:solidFill>
                </a:rPr>
                <a:t> </a:t>
              </a:r>
              <a:r>
                <a:rPr lang="ko-KR" altLang="en-US" sz="1013" b="1" u="sng" dirty="0">
                  <a:solidFill>
                    <a:srgbClr val="0000FF"/>
                  </a:solidFill>
                </a:rPr>
                <a:t>파란색 </a:t>
              </a:r>
              <a:r>
                <a:rPr lang="en-US" altLang="ko-KR" sz="1013" b="1" u="sng" dirty="0">
                  <a:solidFill>
                    <a:srgbClr val="0000FF"/>
                  </a:solidFill>
                </a:rPr>
                <a:t>Bold + </a:t>
              </a:r>
              <a:r>
                <a:rPr lang="ko-KR" altLang="en-US" sz="1013" b="1" u="sng" dirty="0">
                  <a:solidFill>
                    <a:srgbClr val="0000FF"/>
                  </a:solidFill>
                </a:rPr>
                <a:t>밑줄</a:t>
              </a:r>
              <a:endParaRPr lang="en-US" altLang="ko-KR" sz="1013" b="1" u="sng" dirty="0">
                <a:solidFill>
                  <a:srgbClr val="0000FF"/>
                </a:solidFill>
              </a:endParaRPr>
            </a:p>
            <a:p>
              <a:endParaRPr lang="en-US" altLang="ko-KR" sz="1013" b="1" u="sng" dirty="0">
                <a:solidFill>
                  <a:srgbClr val="0000FF"/>
                </a:solidFill>
              </a:endParaRPr>
            </a:p>
            <a:p>
              <a:endParaRPr lang="en-US" altLang="ko-KR" sz="1013" b="1" u="sng" dirty="0">
                <a:solidFill>
                  <a:srgbClr val="0000FF"/>
                </a:solidFill>
              </a:endParaRPr>
            </a:p>
            <a:p>
              <a:r>
                <a:rPr lang="en-US" altLang="ko-KR" sz="1013" b="1" u="sng" dirty="0">
                  <a:solidFill>
                    <a:srgbClr val="0000FF"/>
                  </a:solidFill>
                </a:rPr>
                <a:t>※ </a:t>
              </a:r>
              <a:r>
                <a:rPr lang="ko-KR" altLang="en-US" sz="1013" b="1" u="sng" dirty="0">
                  <a:solidFill>
                    <a:srgbClr val="0000FF"/>
                  </a:solidFill>
                </a:rPr>
                <a:t>업데이트 내역</a:t>
              </a:r>
              <a:endParaRPr lang="en-US" altLang="ko-KR" sz="1013" dirty="0">
                <a:solidFill>
                  <a:schemeClr val="tx1"/>
                </a:solidFill>
              </a:endParaRPr>
            </a:p>
            <a:p>
              <a:r>
                <a:rPr lang="en-US" altLang="ko-KR" sz="1013" dirty="0">
                  <a:solidFill>
                    <a:schemeClr val="tx1"/>
                  </a:solidFill>
                </a:rPr>
                <a:t>- </a:t>
              </a:r>
              <a:r>
                <a:rPr lang="ko-KR" altLang="en-US" sz="1013" dirty="0">
                  <a:solidFill>
                    <a:schemeClr val="tx1"/>
                  </a:solidFill>
                </a:rPr>
                <a:t>본문 배경 도형 삭제</a:t>
              </a:r>
              <a:r>
                <a:rPr lang="en-US" altLang="ko-KR" sz="1013" dirty="0">
                  <a:solidFill>
                    <a:schemeClr val="tx1"/>
                  </a:solidFill>
                </a:rPr>
                <a:t>(</a:t>
              </a:r>
              <a:r>
                <a:rPr lang="ko-KR" altLang="en-US" sz="1013" dirty="0">
                  <a:solidFill>
                    <a:schemeClr val="tx1"/>
                  </a:solidFill>
                </a:rPr>
                <a:t>＇</a:t>
              </a:r>
              <a:r>
                <a:rPr lang="en-US" altLang="ko-KR" sz="1013" dirty="0">
                  <a:solidFill>
                    <a:schemeClr val="tx1"/>
                  </a:solidFill>
                </a:rPr>
                <a:t>23.2.2)</a:t>
              </a:r>
            </a:p>
            <a:p>
              <a:r>
                <a:rPr lang="en-US" altLang="ko-KR" sz="1013" dirty="0" smtClean="0">
                  <a:solidFill>
                    <a:schemeClr val="tx1"/>
                  </a:solidFill>
                </a:rPr>
                <a:t>- </a:t>
              </a:r>
              <a:r>
                <a:rPr lang="ko-KR" altLang="en-US" sz="1013" dirty="0" smtClean="0">
                  <a:solidFill>
                    <a:schemeClr val="tx1"/>
                  </a:solidFill>
                </a:rPr>
                <a:t>비전</a:t>
              </a:r>
              <a:r>
                <a:rPr lang="en-US" altLang="ko-KR" sz="1013" dirty="0">
                  <a:solidFill>
                    <a:schemeClr val="tx1"/>
                  </a:solidFill>
                </a:rPr>
                <a:t>/</a:t>
              </a:r>
              <a:r>
                <a:rPr lang="ko-KR" altLang="en-US" sz="1013" dirty="0">
                  <a:solidFill>
                    <a:schemeClr val="tx1"/>
                  </a:solidFill>
                </a:rPr>
                <a:t>미션 높이 조정</a:t>
              </a:r>
              <a:r>
                <a:rPr lang="en-US" altLang="ko-KR" sz="1013" dirty="0">
                  <a:solidFill>
                    <a:schemeClr val="tx1"/>
                  </a:solidFill>
                </a:rPr>
                <a:t>(</a:t>
              </a:r>
              <a:r>
                <a:rPr lang="ko-KR" altLang="en-US" sz="1013" dirty="0">
                  <a:solidFill>
                    <a:schemeClr val="tx1"/>
                  </a:solidFill>
                </a:rPr>
                <a:t>＇</a:t>
              </a:r>
              <a:r>
                <a:rPr lang="en-US" altLang="ko-KR" sz="1013" dirty="0">
                  <a:solidFill>
                    <a:schemeClr val="tx1"/>
                  </a:solidFill>
                </a:rPr>
                <a:t>23.2.2)</a:t>
              </a:r>
            </a:p>
            <a:p>
              <a:r>
                <a:rPr lang="en-US" altLang="ko-KR" sz="1013" dirty="0">
                  <a:solidFill>
                    <a:schemeClr val="tx1"/>
                  </a:solidFill>
                </a:rPr>
                <a:t>- </a:t>
              </a:r>
              <a:r>
                <a:rPr lang="ko-KR" altLang="en-US" sz="1013" dirty="0" err="1">
                  <a:solidFill>
                    <a:schemeClr val="tx1"/>
                  </a:solidFill>
                </a:rPr>
                <a:t>장표별</a:t>
              </a:r>
              <a:r>
                <a:rPr lang="ko-KR" altLang="en-US" sz="1013" dirty="0">
                  <a:solidFill>
                    <a:schemeClr val="tx1"/>
                  </a:solidFill>
                </a:rPr>
                <a:t> </a:t>
              </a:r>
              <a:r>
                <a:rPr lang="en-US" altLang="ko-KR" sz="1013" dirty="0">
                  <a:solidFill>
                    <a:schemeClr val="tx1"/>
                  </a:solidFill>
                </a:rPr>
                <a:t>Page</a:t>
              </a:r>
              <a:r>
                <a:rPr lang="ko-KR" altLang="en-US" sz="1013" dirty="0">
                  <a:solidFill>
                    <a:schemeClr val="tx1"/>
                  </a:solidFill>
                </a:rPr>
                <a:t>수 적용</a:t>
              </a:r>
              <a:r>
                <a:rPr lang="en-US" altLang="ko-KR" sz="1013" dirty="0">
                  <a:solidFill>
                    <a:schemeClr val="tx1"/>
                  </a:solidFill>
                </a:rPr>
                <a:t>(</a:t>
              </a:r>
              <a:r>
                <a:rPr lang="ko-KR" altLang="en-US" sz="1013" dirty="0">
                  <a:solidFill>
                    <a:schemeClr val="tx1"/>
                  </a:solidFill>
                </a:rPr>
                <a:t>＇</a:t>
              </a:r>
              <a:r>
                <a:rPr lang="en-US" altLang="ko-KR" sz="1013" dirty="0">
                  <a:solidFill>
                    <a:schemeClr val="tx1"/>
                  </a:solidFill>
                </a:rPr>
                <a:t>23.2.2)</a:t>
              </a:r>
            </a:p>
            <a:p>
              <a:r>
                <a:rPr lang="en-US" altLang="ko-KR" sz="1013" dirty="0">
                  <a:solidFill>
                    <a:schemeClr val="tx1"/>
                  </a:solidFill>
                </a:rPr>
                <a:t>- </a:t>
              </a:r>
              <a:r>
                <a:rPr lang="ko-KR" altLang="en-US" sz="1013" dirty="0">
                  <a:solidFill>
                    <a:schemeClr val="tx1"/>
                  </a:solidFill>
                </a:rPr>
                <a:t>표 </a:t>
              </a:r>
              <a:r>
                <a:rPr lang="ko-KR" altLang="en-US" sz="1013" dirty="0" err="1">
                  <a:solidFill>
                    <a:schemeClr val="tx1"/>
                  </a:solidFill>
                </a:rPr>
                <a:t>수정가능</a:t>
              </a:r>
              <a:r>
                <a:rPr lang="ko-KR" altLang="en-US" sz="1013" dirty="0">
                  <a:solidFill>
                    <a:schemeClr val="tx1"/>
                  </a:solidFill>
                </a:rPr>
                <a:t> 형태로 변경</a:t>
              </a:r>
              <a:r>
                <a:rPr lang="en-US" altLang="ko-KR" sz="1013" dirty="0">
                  <a:solidFill>
                    <a:schemeClr val="tx1"/>
                  </a:solidFill>
                </a:rPr>
                <a:t>('23.2.6)</a:t>
              </a:r>
            </a:p>
            <a:p>
              <a:r>
                <a:rPr lang="en-US" altLang="ko-KR" sz="1013" dirty="0">
                  <a:solidFill>
                    <a:schemeClr val="tx1"/>
                  </a:solidFill>
                </a:rPr>
                <a:t>- </a:t>
              </a:r>
              <a:r>
                <a:rPr lang="ko-KR" altLang="en-US" sz="1013" dirty="0">
                  <a:solidFill>
                    <a:schemeClr val="tx1"/>
                  </a:solidFill>
                </a:rPr>
                <a:t>미션</a:t>
              </a:r>
              <a:r>
                <a:rPr lang="en-US" altLang="ko-KR" sz="1013" dirty="0">
                  <a:solidFill>
                    <a:schemeClr val="tx1"/>
                  </a:solidFill>
                </a:rPr>
                <a:t>/</a:t>
              </a:r>
              <a:r>
                <a:rPr lang="ko-KR" altLang="en-US" sz="1013" dirty="0">
                  <a:solidFill>
                    <a:schemeClr val="tx1"/>
                  </a:solidFill>
                </a:rPr>
                <a:t>비전 페이지 추가</a:t>
              </a:r>
              <a:r>
                <a:rPr lang="en-US" altLang="ko-KR" sz="1013" dirty="0">
                  <a:solidFill>
                    <a:schemeClr val="tx1"/>
                  </a:solidFill>
                </a:rPr>
                <a:t>('23.2.6)</a:t>
              </a:r>
            </a:p>
            <a:p>
              <a:endParaRPr lang="en-US" altLang="ko-KR" sz="1013" dirty="0">
                <a:solidFill>
                  <a:srgbClr val="0000FF"/>
                </a:solidFill>
              </a:endParaRPr>
            </a:p>
            <a:p>
              <a:endParaRPr lang="en-US" altLang="ko-KR" sz="1013" dirty="0"/>
            </a:p>
            <a:p>
              <a:endParaRPr lang="ko-KR" altLang="en-US" sz="1013" dirty="0"/>
            </a:p>
          </p:txBody>
        </p:sp>
        <p:sp>
          <p:nvSpPr>
            <p:cNvPr id="2" name="직사각형 1"/>
            <p:cNvSpPr/>
            <p:nvPr/>
          </p:nvSpPr>
          <p:spPr>
            <a:xfrm>
              <a:off x="13131256" y="887350"/>
              <a:ext cx="2024073" cy="226041"/>
            </a:xfrm>
            <a:prstGeom prst="rect">
              <a:avLst/>
            </a:prstGeom>
            <a:solidFill>
              <a:srgbClr val="EBF0FF"/>
            </a:solidFill>
          </p:spPr>
          <p:txBody>
            <a:bodyPr wrap="none" anchor="ctr">
              <a:spAutoFit/>
            </a:bodyPr>
            <a:lstStyle/>
            <a:p>
              <a:pPr algn="ctr"/>
              <a:r>
                <a:rPr lang="ko-KR" altLang="en-US" sz="1013" dirty="0"/>
                <a:t>연보라 </a:t>
              </a:r>
              <a:r>
                <a:rPr lang="en-US" altLang="ko-KR" sz="1013" dirty="0"/>
                <a:t>(RGB 235,240,255)</a:t>
              </a:r>
              <a:endParaRPr lang="ko-KR" altLang="en-US" sz="1013" dirty="0"/>
            </a:p>
          </p:txBody>
        </p:sp>
      </p:grpSp>
    </p:spTree>
    <p:extLst>
      <p:ext uri="{BB962C8B-B14F-4D97-AF65-F5344CB8AC3E}">
        <p14:creationId xmlns:p14="http://schemas.microsoft.com/office/powerpoint/2010/main" val="2103618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r>
              <a:rPr lang="en-US" altLang="ko-KR" dirty="0"/>
              <a:t>Contents (</a:t>
            </a:r>
            <a:r>
              <a:rPr lang="ko-KR" altLang="en-US" dirty="0"/>
              <a:t>맑은 고딕</a:t>
            </a:r>
            <a:r>
              <a:rPr lang="en-US" altLang="ko-KR" dirty="0"/>
              <a:t>, </a:t>
            </a:r>
            <a:r>
              <a:rPr lang="en-US" altLang="ko-KR" dirty="0" smtClean="0"/>
              <a:t>14)</a:t>
            </a:r>
            <a:endParaRPr lang="en-US" altLang="ko-KR" dirty="0"/>
          </a:p>
          <a:p>
            <a:r>
              <a:rPr lang="en-US" altLang="ko-KR" dirty="0"/>
              <a:t>Contents (</a:t>
            </a:r>
            <a:r>
              <a:rPr lang="ko-KR" altLang="en-US" dirty="0"/>
              <a:t>맑은 고딕</a:t>
            </a:r>
            <a:r>
              <a:rPr lang="en-US" altLang="ko-KR" dirty="0"/>
              <a:t>, </a:t>
            </a:r>
            <a:r>
              <a:rPr lang="en-US" altLang="ko-KR" dirty="0" smtClean="0"/>
              <a:t>14)</a:t>
            </a:r>
            <a:endParaRPr lang="en-US" altLang="ko-KR" dirty="0"/>
          </a:p>
          <a:p>
            <a:r>
              <a:rPr lang="en-US" altLang="ko-KR" dirty="0"/>
              <a:t>Contents (</a:t>
            </a:r>
            <a:r>
              <a:rPr lang="ko-KR" altLang="en-US" dirty="0"/>
              <a:t>맑은 고딕</a:t>
            </a:r>
            <a:r>
              <a:rPr lang="en-US" altLang="ko-KR" dirty="0"/>
              <a:t>, </a:t>
            </a:r>
            <a:r>
              <a:rPr lang="en-US" altLang="ko-KR" dirty="0" smtClean="0"/>
              <a:t>14)</a:t>
            </a:r>
            <a:endParaRPr lang="en-US" altLang="ko-KR" dirty="0"/>
          </a:p>
          <a:p>
            <a:r>
              <a:rPr lang="en-US" altLang="ko-KR" dirty="0"/>
              <a:t>Contents (</a:t>
            </a:r>
            <a:r>
              <a:rPr lang="ko-KR" altLang="en-US" dirty="0"/>
              <a:t>맑은 고딕</a:t>
            </a:r>
            <a:r>
              <a:rPr lang="en-US" altLang="ko-KR" dirty="0"/>
              <a:t>, </a:t>
            </a:r>
            <a:r>
              <a:rPr lang="en-US" altLang="ko-KR" dirty="0" smtClean="0"/>
              <a:t>14)</a:t>
            </a:r>
            <a:endParaRPr lang="en-US" altLang="ko-KR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8722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9" name="텍스트 개체 틀 18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240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ko-KR" altLang="en-US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2"/>
          </p:nvPr>
        </p:nvSpPr>
        <p:spPr>
          <a:xfrm>
            <a:off x="335043" y="1080990"/>
            <a:ext cx="8387953" cy="2221009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ko-KR" dirty="0" smtClean="0">
                <a:latin typeface="+mj-ea"/>
                <a:ea typeface="+mj-ea"/>
              </a:rPr>
              <a:t>&lt;</a:t>
            </a:r>
            <a:r>
              <a:rPr lang="ko-KR" altLang="en-US" dirty="0" smtClean="0">
                <a:latin typeface="+mj-ea"/>
                <a:ea typeface="+mj-ea"/>
              </a:rPr>
              <a:t>글머리 기호 순서</a:t>
            </a:r>
            <a:r>
              <a:rPr lang="en-US" altLang="ko-KR" dirty="0" smtClean="0">
                <a:latin typeface="+mj-ea"/>
                <a:ea typeface="+mj-ea"/>
              </a:rPr>
              <a:t>&gt;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dirty="0" smtClean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1. </a:t>
            </a:r>
            <a:r>
              <a:rPr lang="ko-KR" altLang="en-US" dirty="0">
                <a:latin typeface="+mj-ea"/>
                <a:ea typeface="+mj-ea"/>
              </a:rPr>
              <a:t>내용 입력 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맑은 고딕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en-US" altLang="ko-KR" dirty="0" smtClean="0">
                <a:latin typeface="+mj-ea"/>
                <a:ea typeface="+mj-ea"/>
              </a:rPr>
              <a:t>12)</a:t>
            </a:r>
            <a:endParaRPr lang="ko-KR" altLang="en-US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dirty="0">
                <a:latin typeface="+mj-ea"/>
                <a:ea typeface="+mj-ea"/>
              </a:rPr>
              <a:t>  </a:t>
            </a:r>
            <a:r>
              <a:rPr lang="en-US" altLang="ko-KR" dirty="0">
                <a:latin typeface="+mj-ea"/>
                <a:ea typeface="+mj-ea"/>
              </a:rPr>
              <a:t>1) </a:t>
            </a:r>
            <a:r>
              <a:rPr lang="ko-KR" altLang="en-US" dirty="0">
                <a:latin typeface="+mj-ea"/>
                <a:ea typeface="+mj-ea"/>
              </a:rPr>
              <a:t>내용 입력 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맑은 고딕</a:t>
            </a:r>
            <a:r>
              <a:rPr lang="en-US" altLang="ko-KR" dirty="0">
                <a:latin typeface="+mj-ea"/>
                <a:ea typeface="+mj-ea"/>
              </a:rPr>
              <a:t>, 12)</a:t>
            </a:r>
            <a:endParaRPr lang="ko-KR" altLang="en-US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dirty="0">
                <a:latin typeface="+mj-ea"/>
                <a:ea typeface="+mj-ea"/>
              </a:rPr>
              <a:t>   □ 내용 입력 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맑은 고딕</a:t>
            </a:r>
            <a:r>
              <a:rPr lang="en-US" altLang="ko-KR" dirty="0">
                <a:latin typeface="+mj-ea"/>
                <a:ea typeface="+mj-ea"/>
              </a:rPr>
              <a:t>, 12)</a:t>
            </a:r>
            <a:endParaRPr lang="ko-KR" altLang="en-US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dirty="0">
                <a:latin typeface="+mj-ea"/>
                <a:ea typeface="+mj-ea"/>
              </a:rPr>
              <a:t>     </a:t>
            </a:r>
            <a:r>
              <a:rPr lang="en-US" altLang="ko-KR" dirty="0">
                <a:latin typeface="+mj-ea"/>
                <a:ea typeface="+mj-ea"/>
              </a:rPr>
              <a:t>- </a:t>
            </a:r>
            <a:r>
              <a:rPr lang="ko-KR" altLang="en-US" dirty="0">
                <a:latin typeface="+mj-ea"/>
                <a:ea typeface="+mj-ea"/>
              </a:rPr>
              <a:t>내용 입력 </a:t>
            </a:r>
            <a:r>
              <a:rPr lang="en-US" altLang="ko-KR" dirty="0" smtClean="0">
                <a:latin typeface="+mj-ea"/>
                <a:ea typeface="+mj-ea"/>
              </a:rPr>
              <a:t>(</a:t>
            </a:r>
            <a:r>
              <a:rPr lang="ko-KR" altLang="en-US" dirty="0" smtClean="0">
                <a:latin typeface="+mj-ea"/>
                <a:ea typeface="+mj-ea"/>
              </a:rPr>
              <a:t>맑은 </a:t>
            </a:r>
            <a:r>
              <a:rPr lang="ko-KR" altLang="en-US" dirty="0">
                <a:latin typeface="+mj-ea"/>
                <a:ea typeface="+mj-ea"/>
              </a:rPr>
              <a:t>고딕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en-US" altLang="ko-KR" dirty="0" smtClean="0">
                <a:latin typeface="+mj-ea"/>
                <a:ea typeface="+mj-ea"/>
              </a:rPr>
              <a:t>12)</a:t>
            </a:r>
            <a:endParaRPr lang="ko-KR" altLang="en-US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dirty="0">
                <a:latin typeface="+mj-ea"/>
                <a:ea typeface="+mj-ea"/>
              </a:rPr>
              <a:t>      </a:t>
            </a:r>
            <a:r>
              <a:rPr lang="en-US" altLang="ko-KR" dirty="0">
                <a:latin typeface="+mj-ea"/>
                <a:ea typeface="+mj-ea"/>
              </a:rPr>
              <a:t>· </a:t>
            </a:r>
            <a:r>
              <a:rPr lang="ko-KR" altLang="en-US" dirty="0">
                <a:latin typeface="+mj-ea"/>
                <a:ea typeface="+mj-ea"/>
              </a:rPr>
              <a:t>내용 입력 </a:t>
            </a:r>
            <a:r>
              <a:rPr lang="en-US" altLang="ko-KR" dirty="0">
                <a:latin typeface="+mj-ea"/>
                <a:ea typeface="+mj-ea"/>
              </a:rPr>
              <a:t>(</a:t>
            </a:r>
            <a:r>
              <a:rPr lang="ko-KR" altLang="en-US" dirty="0">
                <a:latin typeface="+mj-ea"/>
                <a:ea typeface="+mj-ea"/>
              </a:rPr>
              <a:t>맑은 고딕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en-US" altLang="ko-KR" dirty="0" smtClean="0">
                <a:latin typeface="+mj-ea"/>
                <a:ea typeface="+mj-ea"/>
              </a:rPr>
              <a:t>12)</a:t>
            </a:r>
            <a:endParaRPr lang="ko-KR" altLang="en-US" dirty="0">
              <a:latin typeface="+mj-ea"/>
              <a:ea typeface="+mj-ea"/>
            </a:endParaRPr>
          </a:p>
          <a:p>
            <a:pPr marL="0" indent="0">
              <a:lnSpc>
                <a:spcPct val="120000"/>
              </a:lnSpc>
              <a:buNone/>
            </a:pP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0486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36" name="표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470116"/>
              </p:ext>
            </p:extLst>
          </p:nvPr>
        </p:nvGraphicFramePr>
        <p:xfrm>
          <a:off x="353247" y="2211973"/>
          <a:ext cx="4934463" cy="2451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3240">
                  <a:extLst>
                    <a:ext uri="{9D8B030D-6E8A-4147-A177-3AD203B41FA5}">
                      <a16:colId xmlns:a16="http://schemas.microsoft.com/office/drawing/2014/main" val="3898245627"/>
                    </a:ext>
                  </a:extLst>
                </a:gridCol>
                <a:gridCol w="3691223">
                  <a:extLst>
                    <a:ext uri="{9D8B030D-6E8A-4147-A177-3AD203B41FA5}">
                      <a16:colId xmlns:a16="http://schemas.microsoft.com/office/drawing/2014/main" val="3144817818"/>
                    </a:ext>
                  </a:extLst>
                </a:gridCol>
              </a:tblGrid>
              <a:tr h="6127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81000" marB="34290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846472"/>
                  </a:ext>
                </a:extLst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81000" marB="34290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631872"/>
                  </a:ext>
                </a:extLst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81000" marB="34290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916304"/>
                  </a:ext>
                </a:extLst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81000" marB="34290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4126143"/>
                  </a:ext>
                </a:extLst>
              </a:tr>
            </a:tbl>
          </a:graphicData>
        </a:graphic>
      </p:graphicFrame>
      <p:sp>
        <p:nvSpPr>
          <p:cNvPr id="16" name="텍스트 개체 틀 5"/>
          <p:cNvSpPr txBox="1">
            <a:spLocks/>
          </p:cNvSpPr>
          <p:nvPr/>
        </p:nvSpPr>
        <p:spPr>
          <a:xfrm>
            <a:off x="1607735" y="2224178"/>
            <a:ext cx="3422602" cy="61655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14313" indent="-180000" algn="l" defTabSz="685800" rtl="0" eaLnBrk="1" latinLnBrk="1" hangingPunct="1">
              <a:lnSpc>
                <a:spcPct val="120000"/>
              </a:lnSpc>
              <a:spcBef>
                <a:spcPts val="750"/>
              </a:spcBef>
              <a:buFont typeface="맑은 고딕" panose="020B0503020000020004" pitchFamily="50" charset="-127"/>
              <a:buChar char="ᆞ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  <a:p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</p:txBody>
      </p:sp>
      <p:sp>
        <p:nvSpPr>
          <p:cNvPr id="17" name="텍스트 개체 틀 5"/>
          <p:cNvSpPr txBox="1">
            <a:spLocks/>
          </p:cNvSpPr>
          <p:nvPr/>
        </p:nvSpPr>
        <p:spPr>
          <a:xfrm>
            <a:off x="1607735" y="2840734"/>
            <a:ext cx="3434203" cy="6095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14313" indent="-180000" algn="l" defTabSz="685800" rtl="0" eaLnBrk="1" latinLnBrk="1" hangingPunct="1">
              <a:lnSpc>
                <a:spcPct val="120000"/>
              </a:lnSpc>
              <a:spcBef>
                <a:spcPts val="750"/>
              </a:spcBef>
              <a:buFont typeface="맑은 고딕" panose="020B0503020000020004" pitchFamily="50" charset="-127"/>
              <a:buChar char="ᆞ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  <a:p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</p:txBody>
      </p:sp>
      <p:sp>
        <p:nvSpPr>
          <p:cNvPr id="18" name="텍스트 개체 틀 5"/>
          <p:cNvSpPr txBox="1">
            <a:spLocks/>
          </p:cNvSpPr>
          <p:nvPr/>
        </p:nvSpPr>
        <p:spPr>
          <a:xfrm>
            <a:off x="1607735" y="3457289"/>
            <a:ext cx="3422602" cy="619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14313" indent="-180000" algn="l" defTabSz="685800" rtl="0" eaLnBrk="1" latinLnBrk="1" hangingPunct="1">
              <a:lnSpc>
                <a:spcPct val="120000"/>
              </a:lnSpc>
              <a:spcBef>
                <a:spcPts val="750"/>
              </a:spcBef>
              <a:buFont typeface="맑은 고딕" panose="020B0503020000020004" pitchFamily="50" charset="-127"/>
              <a:buChar char="ᆞ"/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0" dirty="0" smtClean="0"/>
              <a:t>내용 입력 </a:t>
            </a:r>
            <a:r>
              <a:rPr lang="en-US" altLang="ko-KR" b="0" dirty="0" smtClean="0"/>
              <a:t>(</a:t>
            </a:r>
            <a:r>
              <a:rPr lang="ko-KR" altLang="en-US" b="0" dirty="0" smtClean="0"/>
              <a:t>맑은 고딕</a:t>
            </a:r>
            <a:r>
              <a:rPr lang="en-US" altLang="ko-KR" b="0" dirty="0" smtClean="0"/>
              <a:t>, 11)</a:t>
            </a:r>
          </a:p>
          <a:p>
            <a:r>
              <a:rPr lang="ko-KR" altLang="en-US" b="0" dirty="0" smtClean="0"/>
              <a:t>내용 입력 </a:t>
            </a:r>
            <a:r>
              <a:rPr lang="en-US" altLang="ko-KR" b="0" dirty="0" smtClean="0"/>
              <a:t>(</a:t>
            </a:r>
            <a:r>
              <a:rPr lang="ko-KR" altLang="en-US" b="0" dirty="0" smtClean="0"/>
              <a:t>맑은 고딕</a:t>
            </a:r>
            <a:r>
              <a:rPr lang="en-US" altLang="ko-KR" b="0" dirty="0" smtClean="0"/>
              <a:t>, 11)</a:t>
            </a:r>
          </a:p>
        </p:txBody>
      </p:sp>
      <p:sp>
        <p:nvSpPr>
          <p:cNvPr id="19" name="텍스트 개체 틀 5"/>
          <p:cNvSpPr txBox="1">
            <a:spLocks/>
          </p:cNvSpPr>
          <p:nvPr/>
        </p:nvSpPr>
        <p:spPr>
          <a:xfrm>
            <a:off x="1607735" y="4066222"/>
            <a:ext cx="3422602" cy="61608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14313" indent="-180000" algn="l" defTabSz="685800" rtl="0" eaLnBrk="1" latinLnBrk="1" hangingPunct="1">
              <a:lnSpc>
                <a:spcPct val="120000"/>
              </a:lnSpc>
              <a:spcBef>
                <a:spcPts val="750"/>
              </a:spcBef>
              <a:buFont typeface="맑은 고딕" panose="020B0503020000020004" pitchFamily="50" charset="-127"/>
              <a:buChar char="ᆞ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  <a:p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</p:txBody>
      </p:sp>
      <p:sp>
        <p:nvSpPr>
          <p:cNvPr id="20" name="텍스트 개체 틀 2"/>
          <p:cNvSpPr txBox="1">
            <a:spLocks/>
          </p:cNvSpPr>
          <p:nvPr/>
        </p:nvSpPr>
        <p:spPr>
          <a:xfrm>
            <a:off x="384449" y="2247797"/>
            <a:ext cx="1177839" cy="55919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-180000" algn="ctr" defTabSz="685800" rtl="0" eaLnBrk="1" latinLnBrk="1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항목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(Bold, 12)</a:t>
            </a:r>
          </a:p>
        </p:txBody>
      </p:sp>
      <p:sp>
        <p:nvSpPr>
          <p:cNvPr id="21" name="텍스트 개체 틀 2"/>
          <p:cNvSpPr txBox="1">
            <a:spLocks/>
          </p:cNvSpPr>
          <p:nvPr/>
        </p:nvSpPr>
        <p:spPr>
          <a:xfrm>
            <a:off x="384449" y="2852211"/>
            <a:ext cx="1177839" cy="57085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-180000" algn="ctr" defTabSz="685800" rtl="0" eaLnBrk="1" latinLnBrk="1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항목</a:t>
            </a:r>
            <a:endParaRPr lang="ko-KR" altLang="en-US" dirty="0"/>
          </a:p>
        </p:txBody>
      </p:sp>
      <p:sp>
        <p:nvSpPr>
          <p:cNvPr id="22" name="텍스트 개체 틀 2"/>
          <p:cNvSpPr txBox="1">
            <a:spLocks/>
          </p:cNvSpPr>
          <p:nvPr/>
        </p:nvSpPr>
        <p:spPr>
          <a:xfrm>
            <a:off x="384450" y="3461089"/>
            <a:ext cx="1177839" cy="60513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-180000" algn="ctr" defTabSz="685800" rtl="0" eaLnBrk="1" latinLnBrk="1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mtClean="0"/>
              <a:t>항목</a:t>
            </a:r>
            <a:endParaRPr lang="ko-KR" altLang="en-US" dirty="0"/>
          </a:p>
        </p:txBody>
      </p:sp>
      <p:sp>
        <p:nvSpPr>
          <p:cNvPr id="23" name="텍스트 개체 틀 2"/>
          <p:cNvSpPr txBox="1">
            <a:spLocks/>
          </p:cNvSpPr>
          <p:nvPr/>
        </p:nvSpPr>
        <p:spPr>
          <a:xfrm>
            <a:off x="384450" y="4077167"/>
            <a:ext cx="1177839" cy="59815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-180000" algn="ctr" defTabSz="685800" rtl="0" eaLnBrk="1" latinLnBrk="1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mtClean="0"/>
              <a:t>항목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2735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/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63" name="표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028577"/>
              </p:ext>
            </p:extLst>
          </p:nvPr>
        </p:nvGraphicFramePr>
        <p:xfrm>
          <a:off x="327161" y="2169180"/>
          <a:ext cx="4165342" cy="2451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9">
                  <a:extLst>
                    <a:ext uri="{9D8B030D-6E8A-4147-A177-3AD203B41FA5}">
                      <a16:colId xmlns:a16="http://schemas.microsoft.com/office/drawing/2014/main" val="3898245627"/>
                    </a:ext>
                  </a:extLst>
                </a:gridCol>
                <a:gridCol w="3115883">
                  <a:extLst>
                    <a:ext uri="{9D8B030D-6E8A-4147-A177-3AD203B41FA5}">
                      <a16:colId xmlns:a16="http://schemas.microsoft.com/office/drawing/2014/main" val="3144817818"/>
                    </a:ext>
                  </a:extLst>
                </a:gridCol>
              </a:tblGrid>
              <a:tr h="6127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81000" marB="34290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846472"/>
                  </a:ext>
                </a:extLst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81000" marB="34290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631872"/>
                  </a:ext>
                </a:extLst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81000" marB="34290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916304"/>
                  </a:ext>
                </a:extLst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81000" marB="34290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4126143"/>
                  </a:ext>
                </a:extLst>
              </a:tr>
            </a:tbl>
          </a:graphicData>
        </a:graphic>
      </p:graphicFrame>
      <p:graphicFrame>
        <p:nvGraphicFramePr>
          <p:cNvPr id="72" name="표 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220144"/>
              </p:ext>
            </p:extLst>
          </p:nvPr>
        </p:nvGraphicFramePr>
        <p:xfrm>
          <a:off x="4652133" y="2166578"/>
          <a:ext cx="4165342" cy="2451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9">
                  <a:extLst>
                    <a:ext uri="{9D8B030D-6E8A-4147-A177-3AD203B41FA5}">
                      <a16:colId xmlns:a16="http://schemas.microsoft.com/office/drawing/2014/main" val="3898245627"/>
                    </a:ext>
                  </a:extLst>
                </a:gridCol>
                <a:gridCol w="3115883">
                  <a:extLst>
                    <a:ext uri="{9D8B030D-6E8A-4147-A177-3AD203B41FA5}">
                      <a16:colId xmlns:a16="http://schemas.microsoft.com/office/drawing/2014/main" val="3144817818"/>
                    </a:ext>
                  </a:extLst>
                </a:gridCol>
              </a:tblGrid>
              <a:tr h="6127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81000" marB="34290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846472"/>
                  </a:ext>
                </a:extLst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81000" marB="34290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631872"/>
                  </a:ext>
                </a:extLst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81000" marB="34290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916304"/>
                  </a:ext>
                </a:extLst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81000" marB="34290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4126143"/>
                  </a:ext>
                </a:extLst>
              </a:tr>
            </a:tbl>
          </a:graphicData>
        </a:graphic>
      </p:graphicFrame>
      <p:sp>
        <p:nvSpPr>
          <p:cNvPr id="25" name="텍스트 개체 틀 5"/>
          <p:cNvSpPr txBox="1">
            <a:spLocks/>
          </p:cNvSpPr>
          <p:nvPr/>
        </p:nvSpPr>
        <p:spPr>
          <a:xfrm>
            <a:off x="1417685" y="2166578"/>
            <a:ext cx="2838184" cy="62611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14313" indent="-180000" algn="l" defTabSz="685800" rtl="0" eaLnBrk="1" latinLnBrk="1" hangingPunct="1">
              <a:lnSpc>
                <a:spcPct val="120000"/>
              </a:lnSpc>
              <a:spcBef>
                <a:spcPts val="750"/>
              </a:spcBef>
              <a:buFont typeface="맑은 고딕" panose="020B0503020000020004" pitchFamily="50" charset="-127"/>
              <a:buChar char="ᆞ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  <a:p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</p:txBody>
      </p:sp>
      <p:sp>
        <p:nvSpPr>
          <p:cNvPr id="26" name="텍스트 개체 틀 5"/>
          <p:cNvSpPr txBox="1">
            <a:spLocks/>
          </p:cNvSpPr>
          <p:nvPr/>
        </p:nvSpPr>
        <p:spPr>
          <a:xfrm>
            <a:off x="1417685" y="2792688"/>
            <a:ext cx="2838184" cy="6009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14313" indent="-180000" algn="l" defTabSz="685800" rtl="0" eaLnBrk="1" latinLnBrk="1" hangingPunct="1">
              <a:lnSpc>
                <a:spcPct val="120000"/>
              </a:lnSpc>
              <a:spcBef>
                <a:spcPts val="750"/>
              </a:spcBef>
              <a:buFont typeface="맑은 고딕" panose="020B0503020000020004" pitchFamily="50" charset="-127"/>
              <a:buChar char="ᆞ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  <a:p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</p:txBody>
      </p:sp>
      <p:sp>
        <p:nvSpPr>
          <p:cNvPr id="27" name="텍스트 개체 틀 5"/>
          <p:cNvSpPr txBox="1">
            <a:spLocks/>
          </p:cNvSpPr>
          <p:nvPr/>
        </p:nvSpPr>
        <p:spPr>
          <a:xfrm>
            <a:off x="1417685" y="3393683"/>
            <a:ext cx="2838184" cy="60821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14313" indent="-180000" algn="l" defTabSz="685800" rtl="0" eaLnBrk="1" latinLnBrk="1" hangingPunct="1">
              <a:lnSpc>
                <a:spcPct val="120000"/>
              </a:lnSpc>
              <a:spcBef>
                <a:spcPts val="750"/>
              </a:spcBef>
              <a:buFont typeface="맑은 고딕" panose="020B0503020000020004" pitchFamily="50" charset="-127"/>
              <a:buChar char="ᆞ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  <a:p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</p:txBody>
      </p:sp>
      <p:sp>
        <p:nvSpPr>
          <p:cNvPr id="28" name="텍스트 개체 틀 5"/>
          <p:cNvSpPr txBox="1">
            <a:spLocks/>
          </p:cNvSpPr>
          <p:nvPr/>
        </p:nvSpPr>
        <p:spPr>
          <a:xfrm>
            <a:off x="1417685" y="4004499"/>
            <a:ext cx="2838184" cy="61321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14313" indent="-180000" algn="l" defTabSz="685800" rtl="0" eaLnBrk="1" latinLnBrk="1" hangingPunct="1">
              <a:lnSpc>
                <a:spcPct val="120000"/>
              </a:lnSpc>
              <a:spcBef>
                <a:spcPts val="750"/>
              </a:spcBef>
              <a:buFont typeface="맑은 고딕" panose="020B0503020000020004" pitchFamily="50" charset="-127"/>
              <a:buChar char="ᆞ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  <a:p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</p:txBody>
      </p:sp>
      <p:sp>
        <p:nvSpPr>
          <p:cNvPr id="29" name="텍스트 개체 틀 5"/>
          <p:cNvSpPr txBox="1">
            <a:spLocks/>
          </p:cNvSpPr>
          <p:nvPr/>
        </p:nvSpPr>
        <p:spPr>
          <a:xfrm>
            <a:off x="5712790" y="2166578"/>
            <a:ext cx="2838184" cy="62611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14313" indent="-180000" algn="l" defTabSz="685800" rtl="0" eaLnBrk="1" latinLnBrk="1" hangingPunct="1">
              <a:lnSpc>
                <a:spcPct val="120000"/>
              </a:lnSpc>
              <a:spcBef>
                <a:spcPts val="750"/>
              </a:spcBef>
              <a:buFont typeface="맑은 고딕" panose="020B0503020000020004" pitchFamily="50" charset="-127"/>
              <a:buChar char="ᆞ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  <a:p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</p:txBody>
      </p:sp>
      <p:sp>
        <p:nvSpPr>
          <p:cNvPr id="30" name="텍스트 개체 틀 5"/>
          <p:cNvSpPr txBox="1">
            <a:spLocks/>
          </p:cNvSpPr>
          <p:nvPr/>
        </p:nvSpPr>
        <p:spPr>
          <a:xfrm>
            <a:off x="5712790" y="2792688"/>
            <a:ext cx="2838184" cy="6009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14313" indent="-180000" algn="l" defTabSz="685800" rtl="0" eaLnBrk="1" latinLnBrk="1" hangingPunct="1">
              <a:lnSpc>
                <a:spcPct val="120000"/>
              </a:lnSpc>
              <a:spcBef>
                <a:spcPts val="750"/>
              </a:spcBef>
              <a:buFont typeface="맑은 고딕" panose="020B0503020000020004" pitchFamily="50" charset="-127"/>
              <a:buChar char="ᆞ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  <a:p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</p:txBody>
      </p:sp>
      <p:sp>
        <p:nvSpPr>
          <p:cNvPr id="31" name="텍스트 개체 틀 5"/>
          <p:cNvSpPr txBox="1">
            <a:spLocks/>
          </p:cNvSpPr>
          <p:nvPr/>
        </p:nvSpPr>
        <p:spPr>
          <a:xfrm>
            <a:off x="5712790" y="3393683"/>
            <a:ext cx="2838184" cy="60821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14313" indent="-180000" algn="l" defTabSz="685800" rtl="0" eaLnBrk="1" latinLnBrk="1" hangingPunct="1">
              <a:lnSpc>
                <a:spcPct val="120000"/>
              </a:lnSpc>
              <a:spcBef>
                <a:spcPts val="750"/>
              </a:spcBef>
              <a:buFont typeface="맑은 고딕" panose="020B0503020000020004" pitchFamily="50" charset="-127"/>
              <a:buChar char="ᆞ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  <a:p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</p:txBody>
      </p:sp>
      <p:sp>
        <p:nvSpPr>
          <p:cNvPr id="32" name="텍스트 개체 틀 5"/>
          <p:cNvSpPr txBox="1">
            <a:spLocks/>
          </p:cNvSpPr>
          <p:nvPr/>
        </p:nvSpPr>
        <p:spPr>
          <a:xfrm>
            <a:off x="5712790" y="4004499"/>
            <a:ext cx="2838184" cy="61321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14313" indent="-180000" algn="l" defTabSz="685800" rtl="0" eaLnBrk="1" latinLnBrk="1" hangingPunct="1">
              <a:lnSpc>
                <a:spcPct val="120000"/>
              </a:lnSpc>
              <a:spcBef>
                <a:spcPts val="750"/>
              </a:spcBef>
              <a:buFont typeface="맑은 고딕" panose="020B0503020000020004" pitchFamily="50" charset="-127"/>
              <a:buChar char="ᆞ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  <a:p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11)</a:t>
            </a:r>
          </a:p>
        </p:txBody>
      </p:sp>
      <p:sp>
        <p:nvSpPr>
          <p:cNvPr id="33" name="텍스트 개체 틀 2"/>
          <p:cNvSpPr txBox="1">
            <a:spLocks/>
          </p:cNvSpPr>
          <p:nvPr/>
        </p:nvSpPr>
        <p:spPr>
          <a:xfrm>
            <a:off x="381207" y="2166578"/>
            <a:ext cx="994589" cy="62611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-180000" algn="ctr" defTabSz="685800" rtl="0" eaLnBrk="1" latinLnBrk="1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1" kern="1200" baseline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mtClean="0"/>
              <a:t>항목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(Bold, 12)</a:t>
            </a:r>
            <a:endParaRPr lang="en-US" altLang="ko-KR" dirty="0" smtClean="0"/>
          </a:p>
        </p:txBody>
      </p:sp>
      <p:sp>
        <p:nvSpPr>
          <p:cNvPr id="34" name="텍스트 개체 틀 2"/>
          <p:cNvSpPr txBox="1">
            <a:spLocks/>
          </p:cNvSpPr>
          <p:nvPr/>
        </p:nvSpPr>
        <p:spPr>
          <a:xfrm>
            <a:off x="381207" y="2792689"/>
            <a:ext cx="991441" cy="61113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-180000" algn="ctr" defTabSz="685800" rtl="0" eaLnBrk="1" latinLnBrk="1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1" kern="1200" baseline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mtClean="0"/>
              <a:t>항목</a:t>
            </a:r>
            <a:endParaRPr lang="ko-KR" altLang="en-US" dirty="0"/>
          </a:p>
        </p:txBody>
      </p:sp>
      <p:sp>
        <p:nvSpPr>
          <p:cNvPr id="35" name="텍스트 개체 틀 2"/>
          <p:cNvSpPr txBox="1">
            <a:spLocks/>
          </p:cNvSpPr>
          <p:nvPr/>
        </p:nvSpPr>
        <p:spPr>
          <a:xfrm>
            <a:off x="384355" y="3429354"/>
            <a:ext cx="991441" cy="54961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-180000" algn="ctr" defTabSz="685800" rtl="0" eaLnBrk="1" latinLnBrk="1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1" kern="1200" baseline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mtClean="0"/>
              <a:t>항목</a:t>
            </a:r>
            <a:endParaRPr lang="ko-KR" altLang="en-US" dirty="0"/>
          </a:p>
        </p:txBody>
      </p:sp>
      <p:sp>
        <p:nvSpPr>
          <p:cNvPr id="36" name="텍스트 개체 틀 2"/>
          <p:cNvSpPr txBox="1">
            <a:spLocks/>
          </p:cNvSpPr>
          <p:nvPr/>
        </p:nvSpPr>
        <p:spPr>
          <a:xfrm>
            <a:off x="381207" y="4026771"/>
            <a:ext cx="991441" cy="57514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-180000" algn="ctr" defTabSz="685800" rtl="0" eaLnBrk="1" latinLnBrk="1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mtClean="0"/>
              <a:t>항목</a:t>
            </a:r>
            <a:endParaRPr lang="ko-KR" altLang="en-US" dirty="0"/>
          </a:p>
        </p:txBody>
      </p:sp>
      <p:sp>
        <p:nvSpPr>
          <p:cNvPr id="37" name="텍스트 개체 틀 2"/>
          <p:cNvSpPr txBox="1">
            <a:spLocks/>
          </p:cNvSpPr>
          <p:nvPr/>
        </p:nvSpPr>
        <p:spPr>
          <a:xfrm>
            <a:off x="4676312" y="2166578"/>
            <a:ext cx="994589" cy="6398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-180000" algn="ctr" defTabSz="685800" rtl="0" eaLnBrk="1" latinLnBrk="1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1" kern="1200" baseline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항목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(Bold, 12)</a:t>
            </a:r>
          </a:p>
        </p:txBody>
      </p:sp>
      <p:sp>
        <p:nvSpPr>
          <p:cNvPr id="38" name="텍스트 개체 틀 2"/>
          <p:cNvSpPr txBox="1">
            <a:spLocks/>
          </p:cNvSpPr>
          <p:nvPr/>
        </p:nvSpPr>
        <p:spPr>
          <a:xfrm>
            <a:off x="4679460" y="3429354"/>
            <a:ext cx="991441" cy="54961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-180000" algn="ctr" defTabSz="685800" rtl="0" eaLnBrk="1" latinLnBrk="1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1" kern="1200" baseline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mtClean="0"/>
              <a:t>항목</a:t>
            </a:r>
            <a:endParaRPr lang="ko-KR" altLang="en-US" dirty="0"/>
          </a:p>
        </p:txBody>
      </p:sp>
      <p:sp>
        <p:nvSpPr>
          <p:cNvPr id="39" name="텍스트 개체 틀 2"/>
          <p:cNvSpPr txBox="1">
            <a:spLocks/>
          </p:cNvSpPr>
          <p:nvPr/>
        </p:nvSpPr>
        <p:spPr>
          <a:xfrm>
            <a:off x="4676312" y="4026771"/>
            <a:ext cx="991441" cy="57514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-180000" algn="ctr" defTabSz="685800" rtl="0" eaLnBrk="1" latinLnBrk="1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mtClean="0"/>
              <a:t>항목</a:t>
            </a:r>
            <a:endParaRPr lang="ko-KR" altLang="en-US" dirty="0"/>
          </a:p>
        </p:txBody>
      </p:sp>
      <p:sp>
        <p:nvSpPr>
          <p:cNvPr id="40" name="텍스트 개체 틀 2"/>
          <p:cNvSpPr txBox="1">
            <a:spLocks/>
          </p:cNvSpPr>
          <p:nvPr/>
        </p:nvSpPr>
        <p:spPr>
          <a:xfrm>
            <a:off x="4676312" y="2792689"/>
            <a:ext cx="991441" cy="61113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-180000" algn="ctr" defTabSz="685800" rtl="0" eaLnBrk="1" latinLnBrk="1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1" kern="1200" baseline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mtClean="0"/>
              <a:t>항목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8834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4353126"/>
              </p:ext>
            </p:extLst>
          </p:nvPr>
        </p:nvGraphicFramePr>
        <p:xfrm>
          <a:off x="366590" y="1762122"/>
          <a:ext cx="4121707" cy="2936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1707">
                  <a:extLst>
                    <a:ext uri="{9D8B030D-6E8A-4147-A177-3AD203B41FA5}">
                      <a16:colId xmlns:a16="http://schemas.microsoft.com/office/drawing/2014/main" val="3144817818"/>
                    </a:ext>
                  </a:extLst>
                </a:gridCol>
              </a:tblGrid>
              <a:tr h="325242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846472"/>
                  </a:ext>
                </a:extLst>
              </a:tr>
              <a:tr h="2611755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10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81000" marB="34290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631872"/>
                  </a:ext>
                </a:extLst>
              </a:tr>
            </a:tbl>
          </a:graphicData>
        </a:graphic>
      </p:graphicFrame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003863"/>
              </p:ext>
            </p:extLst>
          </p:nvPr>
        </p:nvGraphicFramePr>
        <p:xfrm>
          <a:off x="4660851" y="1762122"/>
          <a:ext cx="4121707" cy="2936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1707">
                  <a:extLst>
                    <a:ext uri="{9D8B030D-6E8A-4147-A177-3AD203B41FA5}">
                      <a16:colId xmlns:a16="http://schemas.microsoft.com/office/drawing/2014/main" val="3144817818"/>
                    </a:ext>
                  </a:extLst>
                </a:gridCol>
              </a:tblGrid>
              <a:tr h="325242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846472"/>
                  </a:ext>
                </a:extLst>
              </a:tr>
              <a:tr h="2611755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10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81000" marB="34290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631872"/>
                  </a:ext>
                </a:extLst>
              </a:tr>
            </a:tbl>
          </a:graphicData>
        </a:graphic>
      </p:graphicFrame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414571"/>
              </p:ext>
            </p:extLst>
          </p:nvPr>
        </p:nvGraphicFramePr>
        <p:xfrm>
          <a:off x="4660851" y="1762122"/>
          <a:ext cx="4121707" cy="2936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1707">
                  <a:extLst>
                    <a:ext uri="{9D8B030D-6E8A-4147-A177-3AD203B41FA5}">
                      <a16:colId xmlns:a16="http://schemas.microsoft.com/office/drawing/2014/main" val="3144817818"/>
                    </a:ext>
                  </a:extLst>
                </a:gridCol>
              </a:tblGrid>
              <a:tr h="325242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846472"/>
                  </a:ext>
                </a:extLst>
              </a:tr>
              <a:tr h="2611755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endParaRPr lang="ko-KR" altLang="en-US" sz="10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81000" marB="34290">
                    <a:lnL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631872"/>
                  </a:ext>
                </a:extLst>
              </a:tr>
            </a:tbl>
          </a:graphicData>
        </a:graphic>
      </p:graphicFrame>
      <p:sp>
        <p:nvSpPr>
          <p:cNvPr id="34" name="텍스트 개체 틀 7"/>
          <p:cNvSpPr txBox="1">
            <a:spLocks/>
          </p:cNvSpPr>
          <p:nvPr/>
        </p:nvSpPr>
        <p:spPr>
          <a:xfrm>
            <a:off x="472738" y="2507213"/>
            <a:ext cx="3783708" cy="841160"/>
          </a:xfrm>
          <a:prstGeom prst="rect">
            <a:avLst/>
          </a:prstGeom>
        </p:spPr>
        <p:txBody>
          <a:bodyPr anchor="t">
            <a:noAutofit/>
          </a:bodyPr>
          <a:lstStyle>
            <a:lvl1pPr marL="214313" indent="-180000" algn="l" defTabSz="685800" rtl="0" eaLnBrk="1" latinLnBrk="1" hangingPunct="1">
              <a:lnSpc>
                <a:spcPct val="120000"/>
              </a:lnSpc>
              <a:spcBef>
                <a:spcPts val="750"/>
              </a:spcBef>
              <a:buFont typeface="맑은 고딕" panose="020B0503020000020004" pitchFamily="50" charset="-127"/>
              <a:buChar char="ￚ"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9)</a:t>
            </a:r>
          </a:p>
          <a:p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9)</a:t>
            </a:r>
            <a:endParaRPr lang="ko-KR" altLang="en-US" dirty="0"/>
          </a:p>
        </p:txBody>
      </p:sp>
      <p:sp>
        <p:nvSpPr>
          <p:cNvPr id="35" name="텍스트 개체 틀 2"/>
          <p:cNvSpPr txBox="1">
            <a:spLocks/>
          </p:cNvSpPr>
          <p:nvPr/>
        </p:nvSpPr>
        <p:spPr>
          <a:xfrm>
            <a:off x="313164" y="1754781"/>
            <a:ext cx="4123199" cy="33628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-180000" algn="ctr" defTabSz="685800" rtl="0" eaLnBrk="1" latinLnBrk="1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항목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 </a:t>
            </a:r>
            <a:r>
              <a:rPr lang="en-US" altLang="ko-KR" dirty="0" smtClean="0"/>
              <a:t>Bold, 12)</a:t>
            </a:r>
            <a:endParaRPr lang="ko-KR" altLang="en-US" dirty="0"/>
          </a:p>
        </p:txBody>
      </p:sp>
      <p:sp>
        <p:nvSpPr>
          <p:cNvPr id="36" name="텍스트 개체 틀 4"/>
          <p:cNvSpPr txBox="1">
            <a:spLocks/>
          </p:cNvSpPr>
          <p:nvPr/>
        </p:nvSpPr>
        <p:spPr>
          <a:xfrm>
            <a:off x="340686" y="3383387"/>
            <a:ext cx="3915760" cy="3308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14313" indent="-180000" algn="l" defTabSz="685800" rtl="0" eaLnBrk="1" latinLnBrk="1" hangingPunct="1">
              <a:lnSpc>
                <a:spcPct val="120000"/>
              </a:lnSpc>
              <a:spcBef>
                <a:spcPts val="750"/>
              </a:spcBef>
              <a:buFont typeface="맑은 고딕" panose="020B0503020000020004" pitchFamily="50" charset="-127"/>
              <a:buChar char="ᆞ"/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 </a:t>
            </a:r>
            <a:r>
              <a:rPr lang="en-US" altLang="ko-KR" dirty="0" smtClean="0"/>
              <a:t>Bold, 11)</a:t>
            </a:r>
            <a:endParaRPr lang="ko-KR" altLang="en-US" dirty="0"/>
          </a:p>
        </p:txBody>
      </p:sp>
      <p:sp>
        <p:nvSpPr>
          <p:cNvPr id="37" name="텍스트 개체 틀 7"/>
          <p:cNvSpPr txBox="1">
            <a:spLocks/>
          </p:cNvSpPr>
          <p:nvPr/>
        </p:nvSpPr>
        <p:spPr>
          <a:xfrm>
            <a:off x="472738" y="3752304"/>
            <a:ext cx="3783708" cy="841160"/>
          </a:xfrm>
          <a:prstGeom prst="rect">
            <a:avLst/>
          </a:prstGeom>
        </p:spPr>
        <p:txBody>
          <a:bodyPr anchor="t">
            <a:noAutofit/>
          </a:bodyPr>
          <a:lstStyle>
            <a:lvl1pPr marL="214313" indent="-180000" algn="l" defTabSz="685800" rtl="0" eaLnBrk="1" latinLnBrk="1" hangingPunct="1">
              <a:lnSpc>
                <a:spcPct val="120000"/>
              </a:lnSpc>
              <a:spcBef>
                <a:spcPts val="750"/>
              </a:spcBef>
              <a:buFont typeface="맑은 고딕" panose="020B0503020000020004" pitchFamily="50" charset="-127"/>
              <a:buChar char="ￚ"/>
              <a:defRPr lang="ko-KR" altLang="en-US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9)</a:t>
            </a:r>
          </a:p>
          <a:p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9)</a:t>
            </a:r>
            <a:endParaRPr lang="ko-KR" altLang="en-US" dirty="0"/>
          </a:p>
        </p:txBody>
      </p:sp>
      <p:sp>
        <p:nvSpPr>
          <p:cNvPr id="38" name="텍스트 개체 틀 4"/>
          <p:cNvSpPr txBox="1">
            <a:spLocks/>
          </p:cNvSpPr>
          <p:nvPr/>
        </p:nvSpPr>
        <p:spPr>
          <a:xfrm>
            <a:off x="4665021" y="2098406"/>
            <a:ext cx="3915760" cy="37075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14313" indent="-180000" algn="l" defTabSz="685800" rtl="0" eaLnBrk="1" latinLnBrk="1" hangingPunct="1">
              <a:lnSpc>
                <a:spcPct val="120000"/>
              </a:lnSpc>
              <a:spcBef>
                <a:spcPts val="750"/>
              </a:spcBef>
              <a:buFont typeface="맑은 고딕" panose="020B0503020000020004" pitchFamily="50" charset="-127"/>
              <a:buChar char="ᆞ"/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 </a:t>
            </a:r>
            <a:r>
              <a:rPr lang="en-US" altLang="ko-KR" dirty="0" smtClean="0"/>
              <a:t>Bold, 11)</a:t>
            </a:r>
            <a:endParaRPr lang="ko-KR" altLang="en-US" dirty="0"/>
          </a:p>
        </p:txBody>
      </p:sp>
      <p:sp>
        <p:nvSpPr>
          <p:cNvPr id="39" name="텍스트 개체 틀 7"/>
          <p:cNvSpPr txBox="1">
            <a:spLocks/>
          </p:cNvSpPr>
          <p:nvPr/>
        </p:nvSpPr>
        <p:spPr>
          <a:xfrm>
            <a:off x="4797072" y="2507213"/>
            <a:ext cx="3783708" cy="841160"/>
          </a:xfrm>
          <a:prstGeom prst="rect">
            <a:avLst/>
          </a:prstGeom>
        </p:spPr>
        <p:txBody>
          <a:bodyPr anchor="t">
            <a:noAutofit/>
          </a:bodyPr>
          <a:lstStyle>
            <a:lvl1pPr marL="214313" indent="-180000" algn="l" defTabSz="685800" rtl="0" eaLnBrk="1" latinLnBrk="1" hangingPunct="1">
              <a:lnSpc>
                <a:spcPct val="120000"/>
              </a:lnSpc>
              <a:spcBef>
                <a:spcPts val="750"/>
              </a:spcBef>
              <a:buFont typeface="맑은 고딕" panose="020B0503020000020004" pitchFamily="50" charset="-127"/>
              <a:buChar char="ￚ"/>
              <a:defRPr lang="ko-KR" altLang="en-US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9)</a:t>
            </a:r>
          </a:p>
          <a:p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9)</a:t>
            </a:r>
            <a:endParaRPr lang="ko-KR" altLang="en-US" dirty="0"/>
          </a:p>
        </p:txBody>
      </p:sp>
      <p:sp>
        <p:nvSpPr>
          <p:cNvPr id="40" name="텍스트 개체 틀 4"/>
          <p:cNvSpPr txBox="1">
            <a:spLocks/>
          </p:cNvSpPr>
          <p:nvPr/>
        </p:nvSpPr>
        <p:spPr>
          <a:xfrm>
            <a:off x="4665021" y="3383387"/>
            <a:ext cx="3915760" cy="3308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14313" indent="-180000" algn="l" defTabSz="685800" rtl="0" eaLnBrk="1" latinLnBrk="1" hangingPunct="1">
              <a:lnSpc>
                <a:spcPct val="120000"/>
              </a:lnSpc>
              <a:spcBef>
                <a:spcPts val="750"/>
              </a:spcBef>
              <a:buFont typeface="맑은 고딕" panose="020B0503020000020004" pitchFamily="50" charset="-127"/>
              <a:buChar char="ᆞ"/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 </a:t>
            </a:r>
            <a:r>
              <a:rPr lang="en-US" altLang="ko-KR" dirty="0" smtClean="0"/>
              <a:t>Bold, 11)</a:t>
            </a:r>
            <a:endParaRPr lang="ko-KR" altLang="en-US" dirty="0"/>
          </a:p>
        </p:txBody>
      </p:sp>
      <p:sp>
        <p:nvSpPr>
          <p:cNvPr id="41" name="텍스트 개체 틀 7"/>
          <p:cNvSpPr txBox="1">
            <a:spLocks/>
          </p:cNvSpPr>
          <p:nvPr/>
        </p:nvSpPr>
        <p:spPr>
          <a:xfrm>
            <a:off x="4797072" y="3752304"/>
            <a:ext cx="3783708" cy="841160"/>
          </a:xfrm>
          <a:prstGeom prst="rect">
            <a:avLst/>
          </a:prstGeom>
        </p:spPr>
        <p:txBody>
          <a:bodyPr anchor="t">
            <a:noAutofit/>
          </a:bodyPr>
          <a:lstStyle>
            <a:lvl1pPr marL="214313" indent="-180000" algn="l" defTabSz="685800" rtl="0" eaLnBrk="1" latinLnBrk="1" hangingPunct="1">
              <a:lnSpc>
                <a:spcPct val="120000"/>
              </a:lnSpc>
              <a:spcBef>
                <a:spcPts val="750"/>
              </a:spcBef>
              <a:buFont typeface="맑은 고딕" panose="020B0503020000020004" pitchFamily="50" charset="-127"/>
              <a:buChar char="ￚ"/>
              <a:defRPr lang="ko-KR" altLang="en-US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9)</a:t>
            </a:r>
          </a:p>
          <a:p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, 9)</a:t>
            </a:r>
            <a:endParaRPr lang="ko-KR" altLang="en-US" dirty="0"/>
          </a:p>
        </p:txBody>
      </p:sp>
      <p:sp>
        <p:nvSpPr>
          <p:cNvPr id="52" name="텍스트 개체 틀 2"/>
          <p:cNvSpPr txBox="1">
            <a:spLocks/>
          </p:cNvSpPr>
          <p:nvPr/>
        </p:nvSpPr>
        <p:spPr>
          <a:xfrm>
            <a:off x="4669014" y="1762122"/>
            <a:ext cx="4123199" cy="33628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-180000" algn="ctr" defTabSz="685800" rtl="0" eaLnBrk="1" latinLnBrk="1" hangingPunct="1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mtClean="0"/>
              <a:t>항목 </a:t>
            </a:r>
            <a:r>
              <a:rPr lang="en-US" altLang="ko-KR" smtClean="0"/>
              <a:t>(</a:t>
            </a:r>
            <a:r>
              <a:rPr lang="ko-KR" altLang="en-US" smtClean="0"/>
              <a:t>맑은 고딕 </a:t>
            </a:r>
            <a:r>
              <a:rPr lang="en-US" altLang="ko-KR" smtClean="0"/>
              <a:t>Bold, 12)</a:t>
            </a:r>
            <a:endParaRPr lang="ko-KR" altLang="en-US" dirty="0"/>
          </a:p>
        </p:txBody>
      </p:sp>
      <p:sp>
        <p:nvSpPr>
          <p:cNvPr id="55" name="텍스트 개체 틀 4"/>
          <p:cNvSpPr txBox="1">
            <a:spLocks/>
          </p:cNvSpPr>
          <p:nvPr/>
        </p:nvSpPr>
        <p:spPr>
          <a:xfrm>
            <a:off x="375222" y="2136463"/>
            <a:ext cx="3915760" cy="37075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14313" indent="-180000" algn="l" defTabSz="685800" rtl="0" eaLnBrk="1" latinLnBrk="1" hangingPunct="1">
              <a:lnSpc>
                <a:spcPct val="120000"/>
              </a:lnSpc>
              <a:spcBef>
                <a:spcPts val="750"/>
              </a:spcBef>
              <a:buFont typeface="맑은 고딕" panose="020B0503020000020004" pitchFamily="50" charset="-127"/>
              <a:buChar char="ᆞ"/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1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내용 입력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 </a:t>
            </a:r>
            <a:r>
              <a:rPr lang="en-US" altLang="ko-KR" dirty="0" smtClean="0"/>
              <a:t>Bold, 11)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3253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3481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1204</TotalTime>
  <Words>534</Words>
  <Application>Microsoft Office PowerPoint</Application>
  <PresentationFormat>화면 슬라이드 쇼(16:9)</PresentationFormat>
  <Paragraphs>82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정석환/SEOKHWAN JEONG</dc:creator>
  <cp:lastModifiedBy>samsung</cp:lastModifiedBy>
  <cp:revision>225</cp:revision>
  <cp:lastPrinted>2023-01-25T07:38:11Z</cp:lastPrinted>
  <dcterms:created xsi:type="dcterms:W3CDTF">2023-01-03T02:10:42Z</dcterms:created>
  <dcterms:modified xsi:type="dcterms:W3CDTF">2025-02-04T02:21:27Z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